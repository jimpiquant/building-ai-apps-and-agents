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module previews labs/day3/'s five parts before hands-on time. The lab is complete and ready to run.
• GROUNDING SOURCE: https://learn.microsoft.com/en-us/agent-framework/concepts/agents/conversations/session?tabs=python
• GROUNDING SOURCE: https://learn.microsoft.com/en-us/agent-framework/agents/structured-outputs?tabs=python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sequence composes the day's primitives and matches labs/day3/'s five parts exactly — each part is its own standalone agent, not one assistant extended across parts.
• GROUNDING SOURCE: https://learn.microsoft.com/en-us/agent-framework/concepts/agents/conversations/session?tabs=python
• GROUNDING SOURCE: https://learn.microsoft.com/en-us/agent-framework/agents/structured-outputs?tabs=python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Part A proves continuity and the response contract. Part B adds cross-cutting controls without changing the core docs-assistant instructions or tools.
• GROUNDING SOURCE: https://learn.microsoft.com/en-us/agent-framework/concepts/agents/conversations/session?tabs=python
• GROUNDING SOURCE: https://learn.microsoft.com/en-us/agent-framework/agents/structured-outputs?tabs=python
• GROUNDING SOURCE: https://learn.microsoft.com/en-us/agent-framework/concepts/agents/middleware/?tabs=python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Part C uses only the read dispatcher with the wit toolset and read-only header. Part D enables only the needed write tool and requires approval after showing the current record and proposed arguments.
• GROUNDING SOURCE: https://learn.microsoft.com/en-us/azure/devops/mcp-server/remote-mcp-server?view=azure-devops
• GROUNDING SOURCE: https://learn.microsoft.com/en-us/agent-framework/agents/tools/tool-approval?tabs=python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Include positive read, positive write, and no-tool cases. Ground truth must include the consolidated tool plus action. Repeat enough to observe variation, then report the observed rate without inventing a universal threshold. The built lab implements 3 of the 4 cases below — rejected write is deferred; see labs/day3/python/part_e_evaluate.py's module docstring for why.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These are learner-provided, per labs/day3/README.md's Prerequisites and Azure DevOps setup sections — a dedicated Entra-backed Azure DevOps Services organization/project, Foundry project and judge deployment, least-privilege identity, and known work-item fixtures.
• GROUNDING SOURCE: https://learn.microsoft.com/en-us/azure/devops/mcp-server/remote-mcp-server?view=azure-devops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Definition of done is behavioral, not an arbitrary score. Troubleshoot from auth to discovery to selection to execution. Preserve the read-first boundary while debugging.
• GROUNDING SOURCE: https://learn.microsoft.com/en-us/agent-framework/agents/evaluation?tabs=python
• GROUNDING SOURCE: https://learn.microsoft.com/en-us/azure/devops/mcp-server/remote-mcp-server?view=azure-devops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Close the core Day 3 live time here. Learners have all required primitives before starting labs/day3/'s Parts A-E.
• GROUNDING SOURCE: https://learn.microsoft.com/en-us/agent-framework/agents/evaluation?tabs=python
• GROUNDING SOURCE: https://learn.microsoft.com/en-us/azure/devops/mcp-server/remote-mcp-server?view=azure-devops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9 · 15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Lab Kickoff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lab you're about to build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  ·  +2 in notes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State + response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serialization, stream, TriageResult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85616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Robustness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guardrail, exception handling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Read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Azure DevOps MCP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Write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approved work-item mutation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35808" y="37216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8" name="Shape 26"/>
          <p:cNvSpPr/>
          <p:nvPr/>
        </p:nvSpPr>
        <p:spPr>
          <a:xfrm>
            <a:off x="3255264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85616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Evaluate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01568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local checks plus selected Foundry evaluators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  ·  +2 in notes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+ B: runtime foundation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reuse AgentSession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and restore with to_dict/from_dict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display updates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 typed TriageResult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logging/timing middleware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one blocked request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 classified exception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bounded retry policy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  ·  +2 in notes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+ D: read before write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Read-only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X-MCP-Toolsets: wit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X-MCP-Readonly: true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wit_work_item with get or my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result against the workshop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· Approved write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wit_work_item_write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create or update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exact arguments before approval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again to verify the mutation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https://learn.microsoft.com/en-us/azure/devops/mcp-server/remote-mcp-server?view=azure-devops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E: evaluate the tool contract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cases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approved write, rejected write, and no-tool request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85616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name plus action and key arguments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checks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and argument subset match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consistency across independent runs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35808" y="37216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8" name="Shape 26"/>
          <p:cNvSpPr/>
          <p:nvPr/>
        </p:nvSpPr>
        <p:spPr>
          <a:xfrm>
            <a:off x="3255264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85616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FoundryEvals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01568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 selection/input accuracy where available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prerequisites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97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baseline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" y="1581912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docs assistant and FoundryChatClient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6976" y="1078992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97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581912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Entra-backed Services org plus dedicated workshop project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08192" y="1078992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197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54496" y="1581912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first; separately approved write access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054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evals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client and judge model deployment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36976" y="2935224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054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work item IDs and a reset/cleanup plan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https://learn.microsoft.com/en-us/azure/devops/mcp-server/remote-mcp-server?view=azure-devops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and guardrails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Restored turn retains intended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 mapping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updates, final typed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partial JSON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and failure path are observable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is bounded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succeeds; write requires 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project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tool/action/args are reported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universal pass threshold claimed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read-only behavior before approved writes.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this five-part structure again in labs/day3/, then work through it yourself.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compose Day 3's primitives across five stages: state and response, robustness, read, write, and evaluation.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confirm prerequisites — a dedicated Azure DevOps project, a Foundry evaluation project, and known work-item fixtures — before you start the lab.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  ·  +1 in notes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Lab Kickoff</dc:title>
  <dc:subject>Day 3 — Single-Agent Runtime + MCP</dc:subject>
  <dc:creator>Building AI Apps and Agents Workshop</dc:creator>
  <cp:lastModifiedBy>Building AI Apps and Agents Workshop</cp:lastModifiedBy>
  <cp:revision>1</cp:revision>
  <dcterms:created xsi:type="dcterms:W3CDTF">2026-08-30T18:48:45Z</dcterms:created>
  <dcterms:modified xsi:type="dcterms:W3CDTF">2026-08-30T18:48:45Z</dcterms:modified>
</cp:coreProperties>
</file>