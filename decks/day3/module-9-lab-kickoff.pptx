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previews labs/day3/'s five parts before hands-on time. The lab is complete and ready to run.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sequence composes the day's primitives and matches labs/day3/'s five parts exactly — each part is its own standalone agent, not one assistant extended across parts.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A proves continuity and the response contract. Part B adds cross-cutting controls without changing the core docs-assistant instructions or tools.
• GROUNDING SOURCE: https://learn.microsoft.com/en-us/agent-framework/concepts/agents/conversations/session?tabs=python
• GROUNDING SOURCE: https://learn.microsoft.com/en-us/agent-framework/agents/structured-outputs?tabs=python
• GROUNDING SOURCE: https://learn.microsoft.com/en-us/agent-framework/concepts/agents/middleware/?tabs=python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Part C uses only the read dispatcher with the wit toolset and read-only header. Part D enables only the needed write tool and requires approval after showing the current record and proposed arguments.
• GROUNDING SOURCE: https://learn.microsoft.com/en-us/azure/devops/mcp-server/remote-mcp-server?view=azure-devops
• GROUNDING SOURCE: https://learn.microsoft.com/en-us/agent-framework/agents/tools/tool-approval?tabs=python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Include positive read, positive write, and no-tool cases. Ground truth must include the consolidated tool plus action. Repeat enough to observe variation, then report the observed rate without inventing a universal threshold. The built lab implements 3 of the 4 cases below — rejected write is deferred; see labs/day3/python/part_e_evaluate.py's module docstring for why.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learner-provided, per labs/day3/README.md's Prerequisites and Azure DevOps setup sections — a dedicated Entra-backed Azure DevOps Services organization/project, Foundry project and judge deployment, least-privilege identity, and known work-item fixtures.
• GROUNDING SOURCE: https://learn.microsoft.com/en-us/azure/devops/mcp-server/remote-mcp-server?view=azure-devops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Definition of done is behavioral, not an arbitrary score. Troubleshoot from auth to discovery to selection to execution. Preserve the read-first boundary while debugging.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Close the core Day 3 live time here. Learners have all required primitives before starting labs/day3/'s Parts A-E.
• GROUNDING SOURCE: https://learn.microsoft.com/en-us/agent-framework/agents/evaluation?tabs=python
• GROUNDING SOURCE: https://learn.microsoft.com/en-us/azure/devops/mcp-server/remote-mcp-server?view=azure-devops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 · 15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lab you're about to build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architecture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549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State + response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939290"/>
            <a:ext cx="2340864" cy="75819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Session, serialization, stream, TriageResult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Robustness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Timing, guardrail, exception handling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Read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Azure DevOps MCP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Write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Explicitly approved work-item mutation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· Evaluate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local checks plus selected Foundry evaluators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+ B: runtime foundation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and reuse AgentSession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Serialize and restore with to_dict/from_dict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display updates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Finalize a typed TriageResult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logging/timing middleware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Short-circuit one blocked request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a classified exception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 a bounded retry policy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https://learn.microsoft.com/en-us/agent-framework/concepts/agents/conversations/session?tabs=python  ·  +2 in notes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+ D: read before write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· Read-only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X-MCP-Toolsets: wit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X-MCP-Readonly: 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wit_work_item with get or my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result against the workshop project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D · Approved write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wit_work_item_write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create or update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exact arguments before approval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again to verify the mutation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E: evaluate the tool contract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cases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approved write, rejected write, and no-tool request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calls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name plus action and key arguments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18928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011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Presence and argument subset match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488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/>
          <p:nvPr/>
        </p:nvSpPr>
        <p:spPr>
          <a:xfrm>
            <a:off x="475488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6112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12064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consistency across independent runs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35808" y="3721608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8" name="Shape 26"/>
          <p:cNvSpPr/>
          <p:nvPr/>
        </p:nvSpPr>
        <p:spPr>
          <a:xfrm>
            <a:off x="3255264" y="3044952"/>
            <a:ext cx="2633472" cy="1572768"/>
          </a:xfrm>
          <a:prstGeom prst="roundRect">
            <a:avLst>
              <a:gd name="adj" fmla="val 3488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64992" y="31638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/>
          <p:nvPr/>
        </p:nvSpPr>
        <p:spPr>
          <a:xfrm>
            <a:off x="3364992" y="32141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785616" y="3163824"/>
            <a:ext cx="1975104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3401568" y="3529965"/>
            <a:ext cx="2340864" cy="9963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tool selection/input accuracy where available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prerequisites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baseline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64005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docs assistant and FoundryChatClient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36976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3280" y="1197864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DevOps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83280" y="1564005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Entra-backed Services org plus dedicated workshop project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08192" y="1078992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54496" y="1197864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54496" y="1564005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access first; separately approved write access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" y="3054096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12064" y="3420237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client and judge model deployment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236976" y="2935224"/>
            <a:ext cx="2670048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83280" y="3054096"/>
            <a:ext cx="2377440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Fixtures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383280" y="3420237"/>
            <a:ext cx="2377440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work item IDs and a reset/cleanup plan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https://learn.microsoft.com/en-us/azure/devops/mcp-server/remote-mcp-server?view=azure-devops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of done and guardrails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589024"/>
                <a:gridCol w="3551936"/>
                <a:gridCol w="327152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 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Guardrail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Restored turn retains intended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Ownership mapping 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Structured stream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UI updates, final typed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partial JSON actions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Middleware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 and failure path are observable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is bounded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 MCP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succeeds; write requires approval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project only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tool/action/args are reported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universal pass threshold claimed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9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read-only behavior before approved writes.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five-part structure again in labs/day3/, then work through it yourself.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compose Day 3's primitives across five stages: state and response, robustness, read, write, and evaluation.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 prerequisites — a dedicated Azure DevOps project, a Foundry evaluation project, and known work-item fixtures — before you start the lab.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3 Lab Kickoff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2026-09-02T15:33:06Z</dcterms:created>
  <dcterms:modified xsi:type="dcterms:W3CDTF">2026-09-02T15:33:06Z</dcterms:modified>
</cp:coreProperties>
</file>