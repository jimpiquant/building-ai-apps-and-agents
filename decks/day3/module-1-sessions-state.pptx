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official suspend_resume_session.py sample as-is; no adaptation.
• GROUNDING SOURCE: https://github.com/microsoft/agent-framework/blob/main/python/samples/02-agents/conversations/suspend_resume_session.py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conversation state container used across agent runs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— Local unique identifier for this session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 — Remote service session identifier, such as a conversation or response ID, when service-managed history is used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—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98094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this project."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project?"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session from an existing service conversation id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existing = agent.get_session(service_session_id=owned_service_id)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session.to_dict()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Deserialize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1202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 run at every invocation to add context before execution and process data after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includes tools for progressive loading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providers through context_providers=[...]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409828"/>
            <a:ext cx="8412480" cy="229933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1268"/>
            <a:ext cx="8138160" cy="2116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Agent, InMemoryHistoryProvider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agent_framework.openai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OpenAIChatClient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client=OpenAIChatClient(),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"MemoryBot"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helpful assistant."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context_providers=[InMemoryHistoryProvider(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load_messages=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that I prefer vegetarian food."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Content Providers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custom context providers when you need to inject dynamic instructions/messages/tools or extract state after runs.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304495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55648"/>
            <a:ext cx="8138160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typing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AgentSession, ContextProvider, SessionContext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UserPreferenceProvider(ContextProvider):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__init__(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super().__init__(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"user-preferences"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before_run(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favorite := state.get(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context.extend_instructions(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.source_id,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f"User's favorite food is {favorite}."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after_run(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*,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agent: Any,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session: AgentSession,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context: SessionContext,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dict[str, Any],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message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context.input_messages: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text = (message.text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hasattr(message,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"text"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isinstance(text, str)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text.lower():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state[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"favorite_food"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= text.split(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"favorite food is"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1)[1].strip().rstrip(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414268"/>
            <a:ext cx="8412480" cy="1294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storage modes: Local and service managed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storage can be reduced, service managed reduction is service specific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more than one provider for auditing  (load_messages=False, store_context_messages=True)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Third party/custom storage providers for alternative storage options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Suspend/resume: service-managed vs. in-memory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suspend_resume_session.py sample side by side: the same suspend/resume calls behave differently depending on who owns history — Foundry's service-managed session vs. an OpenAI in-memory session — making the previous slide's local-vs-service-managed distinction concrete.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demos/day3/module-1-demo-3-suspend-resume.md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https://github.com/microsoft/agent-framework/blob/main/python/samples/02-agents/conversations/suspend_resume_session.py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2026-08-29T18:47:06Z</dcterms:created>
  <dcterms:modified xsi:type="dcterms:W3CDTF">2026-08-29T18:47:06Z</dcterms:modified>
</cp:coreProperties>
</file>