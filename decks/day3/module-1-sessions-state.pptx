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1202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 run at every invocation to add context before execution and process data after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includes tools for progressive loading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providers through context_providers=[...]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409828"/>
            <a:ext cx="8412480" cy="229933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1268"/>
            <a:ext cx="8138160" cy="211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Agent, InMemoryHistoryProvider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agent_framework.openai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OpenAIChatClient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client=OpenAIChatClient(),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"MemoryBot"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assistant."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context_providers=[InMemoryHistoryProvider(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load_messages=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that I prefer vegetarian food."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Context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custom context providers when you need to inject dynamic instructions/messages/tools or extract state after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304495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55648"/>
            <a:ext cx="8138160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typing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AgentSession, ContextProvider, SessionContext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UserPreferenceProvider(ContextProvider):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__init__(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"user-preferences"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before_run(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favorite := state.get(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context.extend_instructions(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.source_id,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f"User's favorite food is {favorite}."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after_run(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message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context.input_messages: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text = (message.text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hasattr(message,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isinstance(text, str)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text.lower():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state[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text.split(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1)[1].strip().rstrip(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035342"/>
                <a:gridCol w="3188418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414268"/>
            <a:ext cx="8412480" cy="1294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storage modes: Local and service managed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storage can be reduced, service managed reduction is service specific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more than one provider for auditing  (load_messages=False, store_context_messages=True)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Third party/custom storage providers for alternative storage options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2026-09-02T15:33:06Z</dcterms:created>
  <dcterms:modified xsi:type="dcterms:W3CDTF">2026-09-02T15:33:06Z</dcterms:modified>
</cp:coreProperties>
</file>