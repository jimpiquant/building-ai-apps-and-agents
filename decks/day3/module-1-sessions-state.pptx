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with the contract: a session is the state container you pass across runs. Tell attendees this module separates four concepts that are often incorrectly called memory.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decision sequence. You first decide where history lives, then what context is injected, then how session state survives process restarts, and finally how ownership is enforced.
• GROUNDING SOURCE: https://learn.microsoft.com/en-us/agent-framework/concepts/agents/conversations/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the three Python fields. session_id is local identity, service_session_id points to service-managed state when present, and state is shared provider state. A session is agent and service specific.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 every run receives session=. get_session resumes an existing service conversation. Serialization captures the session container; your application still chooses durable storage.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Do not let these terms collapse into one. HistoryProvider is a specialized ContextProvider. SessionStore belongs to self-host request handling and is not the same as message history.
• GROUNDING SOURCE: https://learn.microsoft.com/en-us/agent-framework/concepts/agents/conversations/session?tabs=python
• GROUNDING SOURCE: https://learn.microsoft.com/en-us/agent-framework/concepts/agents/conversations/context-providers?tabs=python
• GROUNDING SOURCE: https://learn.microsoft.com/en-us/agent-framework/hosting/self-hosting/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Local means your provider loads the message list and sends it to the model. Service-managed means a service_session_id links server-side state. Avoid configuring local compaction for a service-managed path because it has no effect there.
• GROUNDING SOURCE: https://learn.microsoft.com/en-us/agent-framework/concepts/agents/conversations/session?tabs=python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before_run can add instructions, messages, or tools through SessionContext. after_run observes successful request and response data and persists provider state. Keep per-session state in the session, not on a provider instance shared by users.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Python-specific guardrail. Multiple providers can observe or store context, but only one should load messages. Otherwise history can be duplicated and token use becomes unpredictable.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Offer storage categories, not a fictional universal MAF database. The official repo includes examples such as Redis-backed history. Production applications can implement providers or stores over Redis, SQL, Cosmos DB, blob, or another owned system.
• GROUNDING SOURCE: https://learn.microsoft.com/en-us/agent-framework/concepts/agents/conversations/storage?tabs=python
• GROUNDING SOURCE: https://github.com/microsoft/agent-framework/blob/main/python/samples/02-agents/conversations/redis_history_provider.py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time here. Service IDs may be scoped to one backing project or key, not to each end user. A multi-tenant app must never accept a raw conversation ID as proof of ownership.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this as a design review checklist. The answer can combine rows: for example local history plus a custom preference provider plus an application session store.
• GROUNDING SOURCE: https://learn.microsoft.com/en-us/agent-framework/concepts/agents/conversations/session?tabs=python
• GROUNDING SOURCE: https://learn.microsoft.com/en-us/agent-framework/concepts/agents/conversations/context-providers?tabs=python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by asking attendees to name the history owner for their Day 2 assistant. Preview streaming: the same session is passed whether the run returns one response or a stream.
• GROUNDING SOURCE: https://learn.microsoft.com/en-us/agent-framework/concepts/agents/conversations/session?tabs=python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&amp; Conversation State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continuity without confusing state, history, context, and storage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will decide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owner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process or backing service?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needs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run before and after each invocation?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boundary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survive a restart?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boundary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each service conversation?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is the continuity container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unique identifier for this session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service_session_id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conversation or response identifier when a service owns history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dictionary shared with history and context providers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only with the compatible agent, provider, and owning user or tenant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 is explicit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AgentSession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= agent.create_session()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agent.run("Remember this project.", session=session)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agent.run("Which project?", session=session)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existing = agent.get_session(service_session_id=owned_service_id)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 = session.to_dict()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resumed = AgentSession.from_dict(payload)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concepts, four jobs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not imply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Carries IDs and provider state across runs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Durable database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HistoryProvider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Loads and stores conversation messages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ContextProvider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context before and processes state after a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history ownership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Self-host persistence keyed by an app continuation 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General-purpose store shipped for every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who owns message history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/ self-managed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HistoryProvider loads and stores messages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sends the relevant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retention, durability, and compaction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Service-managed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backing service keeps conversation state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carries service_session_id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controls context management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ContextProvider wraps each invocation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input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passes messages and session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before_run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enriches SessionContext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and tools run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after_run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processes output and saves state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provider loads messages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HistoryProvider uses load_messages=True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history providers can use load_messages=False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Observers can store context messages for evaluation or audit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loaders can duplicate history and distort the model input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https://learn.microsoft.com/en-us/agent-framework/concepts/agents/conversations/context-providers?tabs=python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is an application choice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7955280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Serialize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session.to_dict()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713232" y="1664208"/>
            <a:ext cx="7626096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75564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Store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Your trusted Redis, database, blob, or app store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77824" y="2249424"/>
            <a:ext cx="7296912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340864"/>
            <a:ext cx="7022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Resolve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Load by an app-owned continuation ID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042416" y="2834640"/>
            <a:ext cx="6967728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926080"/>
            <a:ext cx="6693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Restore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AgentSession.from_dict(...)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207008" y="3419856"/>
            <a:ext cx="6638544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3511296"/>
            <a:ext cx="636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Resume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Pass session= on every run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https://learn.microsoft.com/en-us/agent-framework/concepts/agents/conversations/storage?tabs=python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conversation ID is not authorization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7955280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Authenticated caller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Trusted user and tenant claims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713232" y="1664208"/>
            <a:ext cx="7626096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75564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App session ID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Opaque client-visible identifier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77824" y="2249424"/>
            <a:ext cx="7296912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340864"/>
            <a:ext cx="7022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Ownership lookup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Verify user or tenant owns the mapping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042416" y="2834640"/>
            <a:ext cx="6967728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926080"/>
            <a:ext cx="6693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Service ID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Resolve server-side; never trust a client-supplied raw ID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207008" y="3419856"/>
            <a:ext cx="6638544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3511296"/>
            <a:ext cx="636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Run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Resume only after authorization succeeds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Short-lived local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InMemoryHistoryProvider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loss is acceptable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Server-side conversation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Service-managed 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and provider support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memory or 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ContextProvider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before_run/after_run state is session-scoped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Restart durability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App-owned persistence / self-host SessionStore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Encryption, retention, concurrency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Multi-tenant resume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Trusted ownership mapping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service IDs never authorize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create one AgentSession and pass session= on every turn.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get_session(...) only with an authorized, owned service conversation ID.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separate session state, message history, context enrichment, and self-host storage.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configure only one message-loading HistoryProvider.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persist and secure continuity at your application boundary.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Sessions &amp; Conversation State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2026-08-23T16:55:07Z</dcterms:created>
  <dcterms:modified xsi:type="dcterms:W3CDTF">2026-08-23T16:55:07Z</dcterms:modified>
</cp:coreProperties>
</file>