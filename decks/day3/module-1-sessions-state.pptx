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official suspend_resume_session.py sample as-is; no adaptation.
• GROUNDING SOURCE: https://github.com/microsoft/agent-framework/blob/main/python/samples/02-agents/conversations/suspend_resume_session.py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
session = agent.create_session()
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
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
</a:t>
            </a:r>
            <a:pPr indent="0" marL="0">
              <a:buNone/>
            </a:pPr>
            <a:r>
              <a:rPr lang="en-US" sz="128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existing = agent.get_session(service_session_id=owned_service_id)
</a:t>
            </a:r>
            <a:pPr indent="0" marL="0">
              <a:buNone/>
            </a:pPr>
            <a:r>
              <a:rPr lang="en-US" sz="128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payload = session.to_dict()
</a:t>
            </a:r>
            <a:pPr indent="0" marL="0">
              <a:buNone/>
            </a:pPr>
            <a:r>
              <a:rPr lang="en-US" sz="128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concepts, four jobs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Carries the session id, provider state, and (when present) a service session id across runs — not a durable database by itself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Loads and stores conversation messages — not an authorization mechanism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Enriches context before a run and processes state after a run — does not itself own message history (a HistoryProvider is a specialized ContextProvider)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Self-host helper that saves, retrieves, and deletes sessions by an app-selected key; the default implementation is process-local with no eviction policy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session metadata and provider state, not the conversation itself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HistoryProvider persists the actual messages — durable hosts keep these separate because appending messages beats rewriting a growing session object every turn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storage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Suspend/resume: service-managed vs. in-memory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suspend_resume_session.py sample side by side: the same suspend/resume calls behave differently depending on who owns history — Foundry's service-managed session vs. an OpenAI in-memory session — making the previous slide's local-vs-service-managed distinction concrete.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demos/day3/module-1-demo-3-suspend-resume.md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https://github.com/microsoft/agent-framework/blob/main/python/samples/02-agents/conversations/suspend_resume_session.py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2026-08-25T20:27:48Z</dcterms:created>
  <dcterms:modified xsi:type="dcterms:W3CDTF">2026-08-25T20:27:48Z</dcterms:modified>
</cp:coreProperties>
</file>