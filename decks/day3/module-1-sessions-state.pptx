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with the contract: a session is the state container you pass across runs. Tell attendees this module separates four concepts that are often incorrectly called memory.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doc's own "What AgentSession contains" table, verbatim, for the Python pivot, plus the doc's closing Important callout on scope. Three fields only — session_id is local identity, service_session_id points to service-managed state when a service owns history, and state is shared provider state. The fourth bullet is the doc's own safety rule: a session is agent/provider specific, and a service-side session id must only be restored for the user or tenant that owns it.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 every run receives session=. get_session(service_session_id=...) is for when the backing service already has conversation state (the doc's own framing) — it's a different resumption path than AgentSession.from_dict(), which restores a locally-serialized session. Serialization captures the session container; your application still chooses durable storage.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 the exact create_session / to_dict / from_dict pattern from the previous slide live, with a simulated process restart between serialize and restore.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let these terms collapse into one. HistoryProvider is a specialized ContextProvider. SessionStore belongs to self-host request handling and is not the same as message history — the self-hosting doc draws this exact line: SessionStore persists session metadata/provider state, a separate HistoryProvider persists the conversation messages, and durable hosts keep them apart because appending messages beats rewriting a growing session object every turn. Converted from a table to a list because this specific 4-row comparison is a workshop synthesis across three Learn pages, not a literal table in any one of them — the individual facts below are still doc-sourced.
• GROUNDING SOURCE: https://learn.microsoft.com/en-us/agent-framework/concepts/agents/conversations/session?tabs=python
• GROUNDING SOURCE: https://learn.microsoft.com/en-us/agent-framework/concepts/agents/conversations/context-providers?tabs=python
• GROUNDING SOURCE: https://learn.microsoft.com/en-us/agent-framework/hosting/self-hosting/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storage doc's own "Built-in storage modes" table, verbatim. Local session state means your provider loads the message list and sends it to the model — you own retention and compaction (Module 3). Service-managed storage means AgentSession.service_session_id points to state the backend already keeps; a local compaction strategy has no effect on that path.
• GROUNDING SOURCE: https://learn.microsoft.com/en-us/agent-framework/concepts/agents/conversations/storage?tabs=python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the official suspend_resume_session.py sample as-is; no adaptation.
• GROUNDING SOURCE: https://github.com/microsoft/agent-framework/blob/main/python/samples/02-agents/conversations/suspend_resume_session.py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Name the actual Python methods instead of the generic "enriches SessionContext" — extend_instructions, extend_tools, and extend_middleware are the doc's own API surface for before_run. Keep per-session state in the session, not on a provider instance shared by users — the provider instance is shared across every session.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Python-specific guardrail, named exactly: "In Python, you can configure multiple history providers, but only one should use load_messages=True." The storage doc adds the companion flag for the observer case — store_context_messages=True — and names the concrete use case: an audit/eval history provider.
• GROUNDING SOURCE: https://learn.microsoft.com/en-us/agent-framework/concepts/agents/conversations/context-providers?tabs=python
• GROUNDING SOURCE: https://learn.microsoft.com/en-us/agent-framework/concepts/agents/conversations/storage?tabs=python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three bullets are the storage doc's own "Key guidance" list for a third-party/custom history provider, verbatim. The fourth is a separate, real opt-in flag from the same doc's "Per-service-call local history persistence" section — not previously covered — for keeping local history aligned with a tool-calling loop's multiple model calls. RedisHistoryProvider in the official repo is a concrete example of a trusted store implementing this guidance.
• GROUNDING SOURCE: https://learn.microsoft.com/en-us/agent-framework/concepts/agents/conversations/storage?tabs=python
• GROUNDING SOURCE: https://github.com/microsoft/agent-framework/blob/main/python/samples/02-agents/conversations/redis_history_provider.py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opening line and the 4-step list are the self-hosting doc's own "Secure session continuation" guidance, verbatim (Python zone). Spend time here. Service IDs may be scoped to one backing project or key, not to each end user — session.md's own OpenAI-specific warning makes the same point about resp_*/conv_* IDs. A multi-tenant app must never accept a raw conversation ID as proof of ownership.
• GROUNDING SOURCE: https://learn.microsoft.com/en-us/agent-framework/hosting/self-hosting/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this as a design review checklist. The answer can combine rows: for example local history plus a custom preference provider plus an application session store. Converted from a table to a list — this five-row matrix is a workshop-authored recap of concepts taught earlier in the module, not a table that appears verbatim in either cited doc. Kept because it adds real value as an end-of-module decision tool, distinct from the Takeaways recap.
• GROUNDING SOURCE: https://learn.microsoft.com/en-us/agent-framework/concepts/agents/conversations/session?tabs=python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by asking attendees to name the history owner for their Day 2 assistant. Preview streaming: the same session is passed whether the run returns one response or a stream.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 &amp; Memory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continuity without confusing state, history, context, and storage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is the conversation state container used across agent runs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AgentSession contains: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 — Local unique identifier for this session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service_session_id — Remote service session identifier, such as a conversation or response ID, when service-managed history is used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— Mutable dictionary shared with context/history providers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are agent/service-specific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Reusing a session with a different agent configuration or provider can lead to invalid context; restore a service-side session id only for the user or tenant that owns it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 is explicit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98094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AgentSession
session = agent.create_session()
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"Remember this project."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
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"Which project?"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session=session)
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a session from an existing service conversation id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existing = agent.get_session(service_session_id=owned_service_id)
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Serialize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payload = session.to_dict()
</a:t>
            </a:r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Deserialize</a:t>
            </a:r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resumed = AgentSession.from_dict(payload)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Serialize, kill the process, restore the session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code live: create a session, run two turns, serialize with session.to_dict(), simulate a fresh process, restore with AgentSession.from_dict(), and continue the same conversation — proving the session container, not the process, carries continuity.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demos/day3/module-1-demo-1-serialize-restore.md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concepts, four jobs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Carries the session id, provider state, and (when present) a service session id across runs — not a durable database by itself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HistoryProvider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Loads and stores conversation messages — not an authorization mechanism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ContextProvider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Enriches context before a run and processes state after a run — does not itself own message history (a HistoryProvider is a specialized ContextProvider)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SessionStore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Self-host helper that saves, retrieves, and deletes sessions by an app-selected key; the default implementation is process-local with no eviction policy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session metadata and provider state, not the conversation itself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HistoryProvider persists the actual messages — durable hosts keep these separate because appending messages beats rewriting a growing session object every turn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storage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stored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session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chat history in AgentSession.state (for example via InMemoryHistoryProvider)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that don't require server-side conversation persistence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Service-managed 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 state in the service; AgentSession.service_session_id points to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with native persistent conversation support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Suspend/resume: service-managed vs. in-memory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suspend_resume_session.py sample side by side: the same suspend/resume calls behave differently depending on who owns history — Foundry's service-managed session vs. an OpenAI in-memory session — making the previous slide's local-vs-service-managed distinction concrete.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demos/day3/module-1-demo-3-suspend-resume.md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https://github.com/microsoft/agent-framework/blob/main/python/samples/02-agents/conversations/suspend_resume_session.py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ContextProvider wraps each invocation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Caller input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Your app passes messages and session to agent.run(...)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before_run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Provider can call context.extend_instructions(source_id, ...), context.extend_tools(source_id, ...), or context.extend_middleware(source_id, ...) to enrich this one invocation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execution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Model and tools run with the enriched instructions, tools, and middleware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after_run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Provider reads context.input_messages (and the response) to decide what state to persist for next time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provider loads messages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Exactly one HistoryProvider is configured with load_messages=True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Additional history providers use load_messages=False; set store_context_messages=True so they still capture context from other providers alongside input/output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loader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Two loaders can duplicate history and distort what the model sees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An audit/eval history provider that observes without affecting primary history loading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 is an application choice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messages under a session-scoped key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one session's history shouldn't leak into another's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returned history within model context limits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apply a compaction strategy (Module 3) or a reducer if it grows too large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provider-specific identifiers in the session state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not as a side-channel your app has to track by hand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Per-service-call persistence is opt-in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require_per_service_call_history_persistence=True runs local history providers around every model call inside a tool loop, not just once after the full agent.run() completes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conversation ID is not authorization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proof of ownership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"A continuation ID identifies a session to resume; it doesn't prove that the caller owns that session."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Authenticate the caller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Authorize the caller to access the referenced state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Partition durable state by the authenticated tenant, user, or workspace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Persist session and checkpoint state only after the run or stream has completed</a:t>
            </a:r>
            <a:pPr indent="0" marL="0">
              <a:spcAft>
                <a:spcPts val="1000"/>
              </a:spcAft>
              <a:buNone/>
            </a:pP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https://learn.microsoft.com/en-us/agent-framework/hosting/self-hosting/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 local chat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InMemoryHistoryProvider; verify process loss is acceptable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conversation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Service-managed session; verify the service and provider both support it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memory or policy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ContextProvider; verify before_run/after_run state is session-scoped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durability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App-owned persistence, or a self-host SessionStore; verify encryption, retention, and concurrency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resume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trusted ownership mapping; verify raw service IDs are never treated as authorization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one AgentSession and pass session= on every turn.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get_session(...) only with an authorized, owned service conversation ID.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separate session state, message history, context enrichment, and self-host storage.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configure only one message-loading HistoryProvider.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persist and secure continuity at your application boundary.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Conversations &amp; Memory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2026-08-25T20:34:55Z</dcterms:created>
  <dcterms:modified xsi:type="dcterms:W3CDTF">2026-08-25T20:34:55Z</dcterms:modified>
</cp:coreProperties>
</file>