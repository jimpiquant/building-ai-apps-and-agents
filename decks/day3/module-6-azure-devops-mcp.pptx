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GA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Keep the two status labels separate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 are specific</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Azure DevOps Services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Active organization backed by Microsoft Entra</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supported</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Standalone MSA organizations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the target</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On-premises Azure DevOps Server</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Permissions</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Membership and access to every queried or changed resource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1D1E22"/>
          </a:solidFill>
          <a:ln w="9525">
            <a:solidFill>
              <a:srgbClr val="2A2B2E"/>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lstStyle/>
          <a:p>
            <a:pPr indent="0" marL="0">
              <a:buNone/>
            </a:pPr>
            <a:r>
              <a:rPr lang="en-US" sz="1280" dirty="0">
                <a:solidFill>
                  <a:srgbClr val="FFFFFF"/>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Filter broad toolsets or exact tools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1D1E22"/>
          </a:solidFill>
          <a:ln w="9525">
            <a:solidFill>
              <a:srgbClr val="2A2B2E"/>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lstStyle/>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"headers"</a:t>
            </a:r>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"X-MCP-Toolsets"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"wit"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E4C98A"/>
                </a:solidFill>
                <a:latin typeface="Consolas" pitchFamily="34" charset="0"/>
                <a:ea typeface="Consolas" pitchFamily="34" charset="-122"/>
                <a:cs typeface="Consolas" pitchFamily="34" charset="-120"/>
              </a:rPr>
              <a:t>"X-MCP-Readonly"</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"true"</a:t>
            </a:r>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are consolidated</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2026-08-25T20:34:55Z</dcterms:created>
  <dcterms:modified xsi:type="dcterms:W3CDTF">2026-08-25T20:34:55Z</dcterms:modified>
</cp:coreProperties>
</file>