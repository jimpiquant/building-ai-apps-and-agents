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Two status labels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869440"/>
                <a:gridCol w="3204754"/>
                <a:gridCol w="333828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Azure DevOps Services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Active organization backed by Microsoft Entra</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supported</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Standalone MSA organizations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the target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On-premises Azure DevOps Server</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Permissions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Membership and access to every queried or changed resource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1D1E22"/>
          </a:solidFill>
          <a:ln w="9525">
            <a:solidFill>
              <a:srgbClr val="2A2B2E"/>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Filter by toolsets or exact tools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1D1E22"/>
          </a:solidFill>
          <a:ln w="9525">
            <a:solidFill>
              <a:srgbClr val="2A2B2E"/>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"headers"</a:t>
            </a:r>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"X-MCP-Toolsets"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"wit"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"X-MCP-Readonly"</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"true"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(wit)</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955175"/>
                <a:gridCol w="4268585"/>
                <a:gridCol w="118872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555690"/>
                <a:gridCol w="585679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2026-09-01T16:40:46Z</dcterms:created>
  <dcterms:modified xsi:type="dcterms:W3CDTF">2026-09-01T16:40:46Z</dcterms:modified>
</cp:coreProperties>
</file>