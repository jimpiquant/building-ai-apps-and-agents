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No SDK sample exists for the GA remote server yet; grounded directly in the Learn doc's documented endpoint, headers, and consolidated tool names. Presenter substitutes their own Entra-backed Azure DevOps org before running.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Wwo status labels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Azure DevOps Services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Active organization backed by Microsoft Entra</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supported</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Standalone MSA organizations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the target</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On-premises Azure DevOps Server</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Permissions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Membership and access to every queried or changed resource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1D1E22"/>
          </a:solidFill>
          <a:ln w="9525">
            <a:solidFill>
              <a:srgbClr val="2A2B2E"/>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Filter by toolsets or exact tools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1D1E22"/>
          </a:solidFill>
          <a:ln w="9525">
            <a:solidFill>
              <a:srgbClr val="2A2B2E"/>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"headers"</a:t>
            </a:r>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"X-MCP-Toolsets"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"wit"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"X-MCP-Readonly"</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"true"</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6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Read-only ADO MCP in action</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Connect to the presenter's own Azure DevOps organization with X-MCP-Toolsets: wit and X-MCP-Readonly: true: a wit_work_item(action="get") read succeeds, and an attempted write is rejected by the server — the filter is enforced server-side, not by convention.</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demos/day3/module-6-demo-1-read-only-ado.md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(wit)</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2026-08-29T22:37:37Z</dcterms:created>
  <dcterms:modified xsi:type="dcterms:W3CDTF">2026-08-29T22:37:37Z</dcterms:modified>
</cp:coreProperties>
</file>