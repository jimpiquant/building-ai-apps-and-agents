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covers the two Agent Framework evaluation providers — LocalEvaluator and FoundryEvals — then how to apply them to check exact tool use.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https://learn.microsoft.com/en-us/agent-framework/agents/evaluation?pivots=programming-language-python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built-in LocalEvaluator check table, reproduced verbatim from the Local evaluators section. The next slide's Azure DevOps example uses tool_calls_present and tool_call_args_match; keyword_check and tool_called_check are shown here for completeness.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@evaluator decorator wraps any function as an evaluator check. The function's parameter names determine what data it receives from the EvalItem — supported names are query, response, expected_output, expected_tool_calls, conversation, tools, and context. Return bool, float (&gt;= 0.5 passes), a dict with a score or passed key, or CheckResult; async functions are handled automatically.
• GROUNDING SOURCE: https://learn.microsoft.com/en-us/agent-framework/agents/evaluation?pivots=programming-language-python#custom-function-evaluators-1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https://learn.microsoft.com/en-us/agent-framework/agents/evaluation?pivots=programming-language-python#microsoft-foundry-evaluators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https://learn.microsoft.com/en-us/agent-framework/agents/evaluation?pivots=programming-language-python#available-evaluators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whether repeated evaluation runs changed their confidence in a single pass/fail number. If time permits, continue to Module 8's optional harness comparison; otherwise proceed to Module 9's lab kickoff.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fast local checks with cloud-based Foundry evaluators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Evaluators: 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built-in checks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5361"/>
                <a:gridCol w="6097119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keyword_check(*keywords)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must contain all specified keywords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tool_called_check(*tool_names)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must have called the specified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tool_calls_present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expected_tool_calls names appear in the conversation (unordered, extras 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tool_call_args_match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 calls match on name and arguments (subset match on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"wit_work_item"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</a:t>
            </a:r>
            <a:pPr indent="0" marL="0">
              <a:buNone/>
            </a:pPr>
            <a:r>
              <a:rPr lang="en-US" sz="10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work item 42."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evaluators wrap any function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evaluator, LocalEvaluator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is_concise(response: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is under 500 words."""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len(response.split()) &lt; 500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mentions_city(response: str, expected_output: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contains the expected city name."""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expected_output.lower()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response.lower()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used_tools(conversation: list, tools: list) -&gt; float: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"""Score based on tool usage. Returns 0.0–1.0 (&gt;= 0.5 passes)."""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 = [c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conversation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(m.contents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[])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"function_call"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min(len(tool_calls) / max(len(tools), 1), 1.0)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LocalEvaluator(is_concise, mentions_city, used_tools)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https://learn.microsoft.com/en-us/agent-framework/agents/evaluation?pivots=programming-language-python#custom-function-evaluators-1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FoundryEvals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FoundryEvals(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project_client=project_client,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"gpt-4o"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evaluators=[FoundryEvals.RELEVANCE, FoundryEvals.COHERENCE],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connects to Microsoft Foundry's evaluation service for cloud-based LLM-as-judge evaluation. Results are viewable in the Foundry portal with dashboards and comparison views.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https://learn.microsoft.com/en-us/agent-framework/agents/evaluation?pivots=programming-language-python#microsoft-foundry-evaluators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Foundry evaluators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intent_resolution, task_adherence, task_completion, task_navigation_efficiency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tool_call_accuracy, tool_selection, tool_input_accuracy, tool_output_utilization, tool_call_success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coherence, fluency, relevance, groundedness, response_completeness, similarity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violence, sexual, self_harm, hate_unfairness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https://learn.microsoft.com/en-us/agent-framework/agents/evaluation?pivots=programming-language-python#available-evaluators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Repetitions to handle nondeterminism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between LocalEvaluator (fast, deterministic, no API call) and FoundryEvals (cloud-based, LLM-as-judge), or combine both in one evaluate_agent call.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 built-in local checks (keyword_check, tool_called_check, tool_calls_present, tool_call_args_match), or wrap your own function with the @evaluator decorator.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ExpectedToolCall with LocalEvaluator to check exact tool names and arguments, as in the Azure DevOps example.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covers four evaluator categories: Agent behavior, Tool usage, Quality, and Safety.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num_repetitions to expose variance across independent runs, not to justify a single universal pass threshold.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2026-08-31T14:45:52Z</dcterms:created>
  <dcterms:modified xsi:type="dcterms:W3CDTF">2026-08-31T14:45:52Z</dcterms:modified>
</cp:coreProperties>
</file>