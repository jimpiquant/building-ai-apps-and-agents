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module covers the two Agent Framework evaluation providers — LocalEvaluator and FoundryEvals — then how to apply them to check exact tool use.
• GROUNDING SOURCE: https://learn.microsoft.com/en-us/agent-framework/agents/evaluation?pivots=programming-language-python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Local checks are fast and deterministic. FoundryEvals uses the Foundry evaluation service and requires a project plus judge model deployment. A single run can include both providers and returns separate results.
• GROUNDING SOURCE: https://learn.microsoft.com/en-us/agent-framework/agents/evaluation?pivots=programming-language-python
• GROUNDING SOURCE: https://learn.microsoft.com/en-us/agent-framework/integrations/by-component/evaluation/microsoft-foundry?tabs=python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framework's built-in LocalEvaluator check table, reproduced verbatim from the Local evaluators section. The next slide's Azure DevOps example uses tool_calls_present and tool_call_args_match; keyword_check and tool_called_check are shown here for completeness.
• GROUNDING SOURCE: https://learn.microsoft.com/en-us/agent-framework/agents/evaluation?pivots=programming-language-python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tool_calls_present checks expected names. tool_call_args_match checks name and argument subset. The exact Azure DevOps consolidated tool name and action belong in the ground truth.
• GROUNDING SOURCE: https://learn.microsoft.com/en-us/agent-framework/agents/evaluation?tabs=python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Placeholder marker slide — the runbook has full narration, setup, and fallback plan. Runs evaluate_with_expected.py as-is, with one seeded query the agent is known to mis-tool on.
• GROUNDING SOURCE: https://github.com/microsoft/agent-framework/blob/main/python/samples/02-agents/evaluation/evaluate_with_expected.py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@evaluator decorator wraps any function as an evaluator check. The function's parameter names determine what data it receives from the EvalItem — supported names are query, response, expected_output, expected_tool_calls, conversation, tools, and context. Return bool, float (&gt;= 0.5 passes), a dict with a score or passed key, or CheckResult; async functions are handled automatically.
• GROUNDING SOURCE: https://learn.microsoft.com/en-us/agent-framework/agents/evaluation?pivots=programming-language-python#custom-function-evaluators-1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Highlight relevant categories rather than all available evaluators. FoundryEvals automatically adds tool call accuracy when items contain tool definitions; explicit constants are also available.
• GROUNDING SOURCE: https://learn.microsoft.com/en-us/agent-framework/agents/evaluation?pivots=programming-language-python#microsoft-foundry-evaluators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Highlight relevant categories rather than all available evaluators. FoundryEvals automatically adds tool call accuracy when items contain tool definitions; explicit constants are also available.
• GROUNDING SOURCE: https://learn.microsoft.com/en-us/agent-framework/agents/evaluation?pivots=programming-language-python#available-evaluators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num_repetitions runs each query independently multiple times. Do not teach one universal pass percentage; choose acceptance criteria from risk, use case, sample size, and observed variance.
• GROUNDING SOURCE: https://learn.microsoft.com/en-us/agent-framework/agents/evaluation?tabs=python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Ask attendees whether repeated evaluation runs changed their confidence in a single pass/fail number. If time permits, continue to Module 8's optional harness comparison; otherwise proceed to Module 9's lab kickoff.
• GROUNDING SOURCE: https://learn.microsoft.com/en-us/agent-framework/agents/evaluation?pivots=programming-language-python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7 · 20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fast local checks with cloud-based Foundry evaluators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4224528"/>
            <a:ext cx="841248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27024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https://learn.microsoft.com/en-us/agent-framework/agents/evaluation?pivots=programming-language-python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checks and Foundry evaluators complement each other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3493008"/>
          </a:xfrm>
          <a:prstGeom prst="roundRect">
            <a:avLst/>
          </a:prstGeom>
          <a:solidFill>
            <a:srgbClr val="F3F4F6"/>
          </a:solidFill>
          <a:ln w="1143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Evaluators: LocalEvaluator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evaluator API call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tool names and argument subsets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inner loop and CI smoke tests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78992"/>
            <a:ext cx="4114800" cy="3493008"/>
          </a:xfrm>
          <a:prstGeom prst="roundRect">
            <a:avLst/>
          </a:prstGeom>
          <a:solidFill>
            <a:srgbClr val="CADCFC"/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Foundry Evalutators: FoundryEvals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evaluation service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quality and agent behavior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dashboards and comparisons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https://learn.microsoft.com/en-us/agent-framework/agents/evaluation?pivots=programming-language-python  ·  +1 in notes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evaluators: built-in checks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keyword_check(*keywords)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must contain all specified keywords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tool_called_check(*tool_names)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must have called the specified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tool_calls_present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expected_tool_calls names appear in the conversation (unordered, extras OK)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tool_call_args_match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tool calls match on name and arguments (subset match on args)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https://learn.microsoft.com/en-us/agent-framework/agents/evaluation?pivots=programming-language-python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tool name and arguments locally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3493008"/>
          </a:xfrm>
          <a:prstGeom prst="rect">
            <a:avLst/>
          </a:prstGeom>
          <a:solidFill>
            <a:srgbClr val="1D1E22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813816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= ExpectedToolCall(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"wit_work_item"</a:t>
            </a:r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pPr indent="0" marL="0">
              <a:buNone/>
            </a:pPr>
            <a:r>
              <a:rPr lang="en-US" sz="10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"action"</a:t>
            </a:r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0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"get"</a:t>
            </a:r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"id"</a:t>
            </a:r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42},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= LocalEvaluator(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tool_calls_present,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tool_call_args_match,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</a:t>
            </a:r>
            <a:pPr indent="0" marL="0">
              <a:buNone/>
            </a:pPr>
            <a:r>
              <a:rPr lang="en-US" sz="10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evaluate_agent(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agent=agent,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queries=[</a:t>
            </a:r>
            <a:pPr indent="0" marL="0">
              <a:buNone/>
            </a:pPr>
            <a:r>
              <a:rPr lang="en-US" sz="10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 work item 42."</a:t>
            </a:r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expected_tool_calls=[expected],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evaluators=local,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7 ·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8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evaluate_agent catches a wrong tool call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0" y="1051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previous slide's exact evaluate_agent call against a seeded query the agent picks the wrong tool for: tool_calls_present/tool_call_args_match fail the check and print exactly which expectation didn't match — evaluation catching a real regression, not a synthetic pass.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Runbook: demos/day3/module-7-demo-1-eval-catches-wrong-tool.md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https://github.com/microsoft/agent-framework/blob/main/python/samples/02-agents/evaluation/evaluate_with_expected.py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evaluators wrap any function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3493008"/>
          </a:xfrm>
          <a:prstGeom prst="rect">
            <a:avLst/>
          </a:prstGeom>
          <a:solidFill>
            <a:srgbClr val="1D1E22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813816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agent_framework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evaluator, LocalEvaluator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@evaluator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is_concise(response: str) -&gt; bool: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"""Check response is under 500 words."""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len(response.split()) &lt; 500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@evaluator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mentions_city(response: str, expected_output: str) -&gt; bool: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"""Check response contains the expected city name."""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expected_output.lower()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response.lower()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@evaluator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used_tools(conversation: list, tools: list) -&gt; float: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"""Score based on tool usage. Returns 0.0–1.0 (&gt;= 0.5 passes)."""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tool_calls = [c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conversation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(m.contents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[])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c.type == 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"function_call"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min(len(tool_calls) / max(len(tools), 1), 1.0)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= LocalEvaluator(is_concise, mentions_city, used_tools)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https://learn.microsoft.com/en-us/agent-framework/agents/evaluation?pivots=programming-language-python#custom-function-evaluators-1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evaluators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1929384"/>
          </a:xfrm>
          <a:prstGeom prst="rect">
            <a:avLst/>
          </a:prstGeom>
          <a:solidFill>
            <a:srgbClr val="1D1E22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81381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agent_framework.foundry 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FoundryEvals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evals = FoundryEvals(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project_client=project_client,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"gpt-4o"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evaluators=[FoundryEvals.RELEVANCE, FoundryEvals.COHERENCE],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365760" y="4131818"/>
            <a:ext cx="8412480" cy="577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FoundryEvals connects to Microsoft Foundry's evaluation service for cloud-based LLM-as-judge evaluation. Results are viewable in the Foundry portal with dashboards and comparison views.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https://learn.microsoft.com/en-us/agent-framework/agents/evaluation?pivots=programming-language-python#microsoft-foundry-evaluators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Foundry evaluators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behavior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intent_resolution, task_adherence, task_completion, task_navigation_efficiency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tool_call_accuracy, tool_selection, tool_input_accuracy, tool_output_utilization, tool_call_success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coherence, fluency, relevance, groundedness, response_completeness, similarity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violence, sexual, self_harm, hate_unfairness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https://learn.microsoft.com/en-us/agent-framework/agents/evaluation?pivots=programming-language-python#available-evaluators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Repetitions to handle nondeterminism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216152"/>
            <a:ext cx="1911096" cy="2148840"/>
          </a:xfrm>
          <a:prstGeom prst="roundRect">
            <a:avLst>
              <a:gd name="adj" fmla="val 2871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1335024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" y="1719072"/>
            <a:ext cx="161848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num_repetitions for each query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313432" y="2180844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1" name="Shape 9"/>
          <p:cNvSpPr/>
          <p:nvPr/>
        </p:nvSpPr>
        <p:spPr>
          <a:xfrm>
            <a:off x="2532888" y="1216152"/>
            <a:ext cx="1911096" cy="2148840"/>
          </a:xfrm>
          <a:prstGeom prst="roundRect">
            <a:avLst>
              <a:gd name="adj" fmla="val 2871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42616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2642616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63240" y="1335024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79192" y="1719072"/>
            <a:ext cx="161848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tool selection and arguments across runs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80560" y="2180844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7" name="Shape 15"/>
          <p:cNvSpPr/>
          <p:nvPr/>
        </p:nvSpPr>
        <p:spPr>
          <a:xfrm>
            <a:off x="4700016" y="1216152"/>
            <a:ext cx="1911096" cy="2148840"/>
          </a:xfrm>
          <a:prstGeom prst="roundRect">
            <a:avLst>
              <a:gd name="adj" fmla="val 2871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9744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809744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30368" y="1335024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1719072"/>
            <a:ext cx="161848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descriptions, instructions, and context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47688" y="2180844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23" name="Shape 21"/>
          <p:cNvSpPr/>
          <p:nvPr/>
        </p:nvSpPr>
        <p:spPr>
          <a:xfrm>
            <a:off x="6867144" y="1216152"/>
            <a:ext cx="1911096" cy="2148840"/>
          </a:xfrm>
          <a:prstGeom prst="roundRect">
            <a:avLst>
              <a:gd name="adj" fmla="val 2871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76872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976872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97496" y="1335024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criteria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13448" y="1719072"/>
            <a:ext cx="161848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your scenario and risk, not an arbitrary universal threshold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225296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25272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" y="120700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between LocalEvaluator (fast, deterministic, no API call) and FoundryEvals (cloud-based, LLM-as-judge), or combine both in one evaluate_agent call.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883664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191109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42416" y="186537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the built-in local checks (keyword_check, tool_called_check, tool_calls_present, tool_call_args_match), or wrap your own function with the @evaluator decorator.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414016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2542032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256946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42416" y="252374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ExpectedToolCall with LocalEvaluator to check exact tool names and arguments, as in the Azure DevOps example.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072384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3200400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3227832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1821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FoundryEvals covers four evaluator categories: Agent behavior, Tool usage, Quality, and Safety.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730752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385876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3886200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42416" y="38404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num_repetitions to expose variance across independent runs, not to justify a single universal pass threshold.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https://learn.microsoft.com/en-us/agent-framework/agents/evaluation?pivots=programming-language-python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Building AI Apps and Agents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</dc:title>
  <dc:subject>Day 3 — Single-Agent Runtime + MCP</dc:subject>
  <dc:creator>Building AI Apps and Agents Workshop</dc:creator>
  <cp:lastModifiedBy>Building AI Apps and Agents Workshop</cp:lastModifiedBy>
  <cp:revision>1</cp:revision>
  <dcterms:created xsi:type="dcterms:W3CDTF">2026-08-29T22:37:37Z</dcterms:created>
  <dcterms:modified xsi:type="dcterms:W3CDTF">2026-08-29T22:37:37Z</dcterms:modified>
</cp:coreProperties>
</file>