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module teaches the evaluation contract and frames a future lab. No Day 3 lab files are created in this change. The core path uses Agent Framework evaluation, not the separate azure-ai-evaluation package.
• GROUNDING SOURCE: https://learn.microsoft.com/en-us/agent-framework/agents/evaluation?tabs=python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Keep the stack explicit: evaluate_agent orchestrates runs, ExpectedToolCall carries ground truth, LocalEvaluator performs deterministic checks, and FoundryEvals adds cloud evaluators.
• GROUNDING SOURCE: https://learn.microsoft.com/en-us/agent-framework/agents/evaluation?tabs=python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tool_calls_present checks expected names. tool_call_args_match checks name and argument subset. The exact Azure DevOps consolidated tool name and action belong in the ground truth.
• GROUNDING SOURCE: https://learn.microsoft.com/en-us/agent-framework/agents/evaluation?tabs=python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num_repetitions runs each query independently multiple times. Do not teach one universal pass percentage; choose acceptance criteria from risk, use case, sample size, and observed variance.
• GROUNDING SOURCE: https://learn.microsoft.com/en-us/agent-framework/agents/evaluation?tabs=python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Local checks are fast and deterministic. FoundryEvals uses the Foundry evaluation service and requires a project plus judge model deployment. A single run can include both providers and returns separate results.
• GROUNDING SOURCE: https://learn.microsoft.com/en-us/agent-framework/agents/evaluation?tabs=python
• GROUNDING SOURCE: https://learn.microsoft.com/en-us/agent-framework/integrations/by-component/evaluation/microsoft-foundry?tabs=python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Highlight relevant categories rather than all available evaluators. FoundryEvals automatically adds tool call accuracy when items contain tool definitions; explicit constants are also available.
• GROUNDING SOURCE: https://learn.microsoft.com/en-us/agent-framework/agents/evaluation?tabs=python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sequence composes the day's primitives. It is a proposed lab flow only; the repository intentionally has no labs/day3 implementation yet.
• GROUNDING SOURCE: https://learn.microsoft.com/en-us/agent-framework/concepts/agents/conversations/session?tabs=python
• GROUNDING SOURCE: https://learn.microsoft.com/en-us/agent-framework/agents/structured-outputs?tabs=python
• GROUNDING SOURCE: https://learn.microsoft.com/en-us/agent-framework/agents/evaluation?tabs=python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Part A proves continuity and the response contract. Part B adds cross-cutting controls without changing the core docs-assistant instructions or tools.
• GROUNDING SOURCE: https://learn.microsoft.com/en-us/agent-framework/concepts/agents/conversations/session?tabs=python
• GROUNDING SOURCE: https://learn.microsoft.com/en-us/agent-framework/agents/structured-outputs?tabs=python
• GROUNDING SOURCE: https://learn.microsoft.com/en-us/agent-framework/concepts/agents/middleware/?tabs=python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Part C uses only the read dispatcher with the wit toolset and read-only header. Part D enables only the needed write tool and requires approval after showing the current record and proposed arguments.
• GROUNDING SOURCE: https://learn.microsoft.com/en-us/azure/devops/mcp-server/remote-mcp-server?view=azure-devops
• GROUNDING SOURCE: https://learn.microsoft.com/en-us/agent-framework/agents/tools/tool-approval?tabs=python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Include positive read, positive write, and no-tool cases. Ground truth must include the consolidated tool plus action. Repeat enough to observe variation, then report the observed rate without inventing a universal threshold.
• GROUNDING SOURCE: https://learn.microsoft.com/en-us/agent-framework/agents/evaluation?tabs=python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Do not claim setup has already happened. A future lab author must supply a dedicated Entra-backed Azure DevOps Services organization/project, Foundry project and judge deployment, least-privilege identity, and known work-item fixtures.
• GROUNDING SOURCE: https://learn.microsoft.com/en-us/azure/devops/mcp-server/remote-mcp-server?view=azure-devops
• GROUNDING SOURCE: https://learn.microsoft.com/en-us/agent-framework/agents/evaluation?tabs=python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Definition of done is behavioral, not an arbitrary score. Troubleshoot from auth to discovery to selection to execution. Preserve the read-first boundary while debugging.
• GROUNDING SOURCE: https://learn.microsoft.com/en-us/agent-framework/agents/evaluation?tabs=python
• GROUNDING SOURCE: https://learn.microsoft.com/en-us/azure/devops/mcp-server/remote-mcp-server?view=azure-devops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Close the core Day 3 live time here. If time permits, continue to the explicitly optional harness comparison. Otherwise, learners have all required primitives for a future lab.
• GROUNDING SOURCE: https://learn.microsoft.com/en-us/agent-framework/agents/evaluation?tabs=python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 · 30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&amp; Lab Kickoff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exact tool use, then frame the future Day 3 build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Agent Framework evaluation stack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Queries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Representative user requests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035808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3255264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6499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336499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785616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evaluate_agent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01568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agent and captures conversations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25312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6144768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5449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25449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75120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ExpectedToolCall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and expected argument subsets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65760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475488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96112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LocalEvaluator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12064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deterministic checks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035808" y="37216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8" name="Shape 26"/>
          <p:cNvSpPr/>
          <p:nvPr/>
        </p:nvSpPr>
        <p:spPr>
          <a:xfrm>
            <a:off x="3255264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64992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3364992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785616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FoundryEvals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3401568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Cloud-based quality and tool-use evaluators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tool name and arguments locally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349300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331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expected = ExpectedToolCall(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"wit_work_item",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{"action": "get", "id": 42},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 = LocalEvaluator(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tool_calls_present,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tool_call_args_match,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 = await evaluate_agent(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agent=agent,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queries=["Get work item 42."],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expected_tool_calls=[expected],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evaluators=local,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8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Repetitions reveal nondeterminism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num_repetitions for each query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313432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2532888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4261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264261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63240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679192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tool selection and arguments across runs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480560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4700016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09744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4809744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230368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846320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descriptions, instructions, and context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647688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3" name="Shape 21"/>
          <p:cNvSpPr/>
          <p:nvPr/>
        </p:nvSpPr>
        <p:spPr>
          <a:xfrm>
            <a:off x="6867144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7687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/>
          <p:nvPr/>
        </p:nvSpPr>
        <p:spPr>
          <a:xfrm>
            <a:off x="697687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397496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criteria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13448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your scenario and risk, not an arbitrary universal threshold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checks and Foundry evaluators complement each other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LocalEvaluator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evaluator API call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tool names and argument subsets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inner loop and CI smoke tests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FoundryEvals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Cloud-based evaluation service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 quality and agent behavior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dashboards and comparisons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https://learn.microsoft.com/en-us/agent-framework/agents/evaluation?tabs=python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Foundry evaluators for tool behavior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19786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tool_call_accuracy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" y="1581912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correctness of tool calls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36976" y="1078992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3280" y="119786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tool_selection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383280" y="1581912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the right tool was chosen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08192" y="1078992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19786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tool_input_accuracy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254496" y="1581912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arguments were appropriate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65760" y="2935224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2064" y="305409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tool_output_utilization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12064" y="3438144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the response used the result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236976" y="2935224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83280" y="305409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tool_call_success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383280" y="3438144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the call completed successfully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08192" y="2935224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54496" y="305409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task_adherence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254496" y="3438144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the agent followed the requested task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lab architecture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State + response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Session, serialization, stream, TriageResult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035808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3255264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6499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336499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785616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Robustness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01568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Timing, guardrail, exception handling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25312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6144768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5449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25449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75120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Read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Azure DevOps MCP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65760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475488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96112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Write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12064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Explicitly approved work-item mutation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035808" y="37216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8" name="Shape 26"/>
          <p:cNvSpPr/>
          <p:nvPr/>
        </p:nvSpPr>
        <p:spPr>
          <a:xfrm>
            <a:off x="3255264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64992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3364992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785616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· Evaluate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3401568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local checks plus selected Foundry evaluators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  ·  +2 in notes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+ B: runtime foundation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and reuse AgentSession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Serialize and restore with to_dict/from_dict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 display updates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Finalize a typed TriageResult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logging/timing middleware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Short-circuit one blocked request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a classified exception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 a bounded retry policy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  ·  +2 in notes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+ D: read before write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· Read-only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X-MCP-Toolsets: wit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X-MCP-Readonly: true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wit_work_item with get or my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result against the workshop project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D · Approved write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wit_work_item_write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create or update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exact arguments before approval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again to verify the mutation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https://learn.microsoft.com/en-us/azure/devops/mcp-server/remote-mcp-server?view=azure-devops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E: evaluate the tool contract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cases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Read, approved write, rejected write, and no-tool request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035808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3255264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6499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336499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785616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calls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01568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name plus action and key arguments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25312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6144768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5449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25449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75120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checks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Presence and argument subset match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65760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475488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96112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Repetitions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12064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consistency across independent runs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035808" y="37216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8" name="Shape 26"/>
          <p:cNvSpPr/>
          <p:nvPr/>
        </p:nvSpPr>
        <p:spPr>
          <a:xfrm>
            <a:off x="3255264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64992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3364992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785616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FoundryEvals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3401568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tool selection/input accuracy where available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Prerequisites for the future lab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19786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baseline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" y="1581912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docs assistant and FoundryChatClient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36976" y="1078992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3280" y="119786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DevOps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383280" y="1581912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Entra-backed Services org plus dedicated workshop project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08192" y="1078992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19786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254496" y="1581912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access first; separately approved write access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65760" y="2935224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2064" y="305409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evals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12064" y="3438144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client and judge model deployment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236976" y="2935224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83280" y="305409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Fixtures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383280" y="3438144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work item IDs and a reset/cleanup plan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https://learn.microsoft.com/en-us/azure/devops/mcp-server/remote-mcp-server?view=azure-devops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done and guardrails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804160"/>
                <a:gridCol w="2804160"/>
                <a:gridCol w="2804160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 when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Guardrail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Restored turn retains intended state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Ownership mapping verified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stream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UI updates, final typed value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partial JSON actions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Middleware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 and failure path are observable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Retry is bounded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ADO MCP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succeeds; write requires approval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Dedicated project only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tool/action/args are reported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universal pass threshold claimed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https://learn.microsoft.com/en-us/agent-framework/agents/evaluation?tabs=python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MAF evaluate_agent, ExpectedToolCall, LocalEvaluator, and FoundryEvals.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test exact consolidated ADO tool names and actions.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repetitions to expose variance, not to justify a universal threshold.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build read-only behavior before approved writes.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730752"/>
            <a:ext cx="8138160" cy="585216"/>
          </a:xfrm>
          <a:prstGeom prst="roundRect">
            <a:avLst/>
          </a:prstGeom>
          <a:solidFill>
            <a:srgbClr val="CADCFC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85876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88620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8404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treat the lab sequence as a future implementation, not a completed lab.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https://learn.microsoft.com/en-us/agent-framework/agents/evaluation?tabs=python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Evaluation &amp; Lab Kickoff</dc:title>
  <dc:subject>Day 3 — Single-Agent Runtime + MCP</dc:subject>
  <dc:creator>Building AI Apps and Agents Workshop</dc:creator>
  <cp:lastModifiedBy>Building AI Apps and Agents Workshop</cp:lastModifiedBy>
  <cp:revision>1</cp:revision>
  <dcterms:created xsi:type="dcterms:W3CDTF">2026-08-23T16:55:07Z</dcterms:created>
  <dcterms:modified xsi:type="dcterms:W3CDTF">2026-08-23T16:55:07Z</dcterms:modified>
</cp:coreProperties>
</file>