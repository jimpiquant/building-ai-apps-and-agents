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module teaches the evaluation contract and frames a future lab. No Day 3 lab files are created in this change. The core path uses Agent Framework evaluation, not the separate azure-ai-evaluation package.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the stack explicit: evaluate_agent orchestrates runs, ExpectedToolCall carries ground truth, LocalEvaluator performs deterministic checks, and FoundryEvals adds cloud evaluators.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tool_calls_present checks expected names. tool_call_args_match checks name and argument subset. The exact Azure DevOps consolidated tool name and action belong in the ground truth.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Runs evaluate_with_expected.py as-is, with one seeded query the agent is known to mis-tool on.
• GROUNDING SOURCE: https://github.com/microsoft/agent-framework/blob/main/python/samples/02-agents/evaluation/evaluate_with_expected.py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num_repetitions runs each query independently multiple times. Do not teach one universal pass percentage; choose acceptance criteria from risk, use case, sample size, and observed variance.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Local checks are fast and deterministic. FoundryEvals uses the Foundry evaluation service and requires a project plus judge model deployment. A single run can include both providers and returns separate results.
• GROUNDING SOURCE: https://learn.microsoft.com/en-us/agent-framework/agents/evaluation?tabs=python
• GROUNDING SOURCE: https://learn.microsoft.com/en-us/agent-framework/integrations/by-component/evaluation/microsoft-foundry?tabs=python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Highlight relevant categories rather than all available evaluators. FoundryEvals automatically adds tool call accuracy when items contain tool definitions; explicit constants are also available.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sequence composes the day's primitives. It is a proposed lab flow only; the repository intentionally has no labs/day3 implementation yet.
• GROUNDING SOURCE: https://learn.microsoft.com/en-us/agent-framework/concepts/agents/conversations/session?tabs=python
• GROUNDING SOURCE: https://learn.microsoft.com/en-us/agent-framework/agents/structured-outputs?tabs=python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A proves continuity and the response contract. Part B adds cross-cutting controls without changing the core docs-assistant instructions or tools.
• GROUNDING SOURCE: https://learn.microsoft.com/en-us/agent-framework/concepts/agents/conversations/session?tabs=python
• GROUNDING SOURCE: https://learn.microsoft.com/en-us/agent-framework/agents/structured-outputs?tabs=python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C uses only the read dispatcher with the wit toolset and read-only header. Part D enables only the needed write tool and requires approval after showing the current record and proposed arguments.
• GROUNDING SOURCE: https://learn.microsoft.com/en-us/azure/devops/mcp-server/remote-mcp-server?view=azure-devops
• GROUNDING SOURCE: https://learn.microsoft.com/en-us/agent-framework/agents/tools/tool-approval?tabs=python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Include positive read, positive write, and no-tool cases. Ground truth must include the consolidated tool plus action. Repeat enough to observe variation, then report the observed rate without inventing a universal threshold.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 not claim setup has already happened. A future lab author must supply a dedicated Entra-backed Azure DevOps Services organization/project, Foundry project and judge deployment, least-privilege identity, and known work-item fixtures.
• GROUNDING SOURCE: https://learn.microsoft.com/en-us/azure/devops/mcp-server/remote-mcp-server?view=azure-devops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Definition of done is behavioral, not an arbitrary score. Troubleshoot from auth to discovery to selection to execution. Preserve the read-first boundary while debugging.
• GROUNDING SOURCE: https://learn.microsoft.com/en-us/agent-framework/agents/evaluation?tabs=python
• GROUNDING SOURCE: https://learn.microsoft.com/en-us/azure/devops/mcp-server/remote-mcp-server?view=azure-devops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Close the core Day 3 live time here. If time permits, continue to the explicitly optional harness comparison. Otherwise, learners have all required primitives for a future lab.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 · 30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exact tool use, then frame the future Day 3 build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Agent Framework evaluation stack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user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agent and captures conversations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ExpectedToolCall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expected argument subsets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LocalEvaluator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deterministic checks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quality and tool-use evaluators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tool name and arguments locally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49300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= ExpectedToolCall(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"wit_work_item"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"get"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8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42},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= LocalEvaluator(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tool_calls_present,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tool_call_args_match,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evaluate_agent(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agent=agent,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queries=[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work item 42."</a:t>
            </a:r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expected_tool_calls=[expected],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evaluators=local,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evaluate_agent catches a wrong tool call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previous slide's exact evaluate_agent call against a seeded query the agent picks the wrong tool for: tool_calls_present/tool_call_args_match fail the check and print exactly which expectation didn't match — evaluation catching a real regression, not a synthetic pass.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demos/day3/module-7-demo-1-eval-catches-wrong-tool.md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https://github.com/microsoft/agent-framework/blob/main/python/samples/02-agents/evaluation/evaluate_with_expected.py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 reveal nondeterminism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num_repetitions for each query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13432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tool selection and arguments across runs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descriptions, instructions, and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7144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7496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criteria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3448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scenario and risk, not an arbitrary universal threshold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checks and Foundry evaluators complement each other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LocalEvaluator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evaluator API call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tool names and argument subsets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inner loop and CI smoke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evaluation service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quality and agent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dashboards and comparisons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Foundry evaluators for tool behavior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tool_call_accuracy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of tool calls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tool_selection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right tool was chosen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8192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tool_input_accuracy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54496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arguments were appropriate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tool_output_utilization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response used the result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36976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tool_call_success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call completed successfully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08192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task_adherence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54496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agent followed the requested task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lab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State + response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serialization, stream, TriageResult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Robustness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guardrail, exception handling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Azure DevOps MCP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Write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approved work-item mutation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Evaluate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local checks plus selected Foundry evaluators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+ B: runtime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reuse AgentSession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and restore with to_dict/from_dict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display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 typed TriageResult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logging/timing middleware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one blocked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classified exception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bounded retry policy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+ D: read before write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Read-only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X-MCP-Toolsets: wit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X-MCP-Readonly: 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wit_work_item with get or my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result against the workshop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Approved write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wit_work_item_write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create or update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 arguments before approval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again to verify the mutation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https://learn.microsoft.com/en-us/azure/devops/mcp-server/remote-mcp-server?view=azure-devops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E: evaluate the tool contract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approved write, rejected write, and no-tool request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 plus action and key arguments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and argument subset match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consistency across independent runs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 selection/input accuracy where available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for the future lab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baseline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docs assistant and FoundryChatClient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Entra-backed Services org plus dedicated workshop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8192" y="1078992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197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54496" y="1581912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first; separately approved write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evals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client and judge model deployment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36976" y="2935224"/>
            <a:ext cx="2670048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work item IDs and a reset/cleanup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https://learn.microsoft.com/en-us/azure/devops/mcp-server/remote-mcp-server?view=azure-devops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and guardrails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Restored turn retains intended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mapping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updates, final typed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JSON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and failure path are observable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is bounded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succeeds; write requires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project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tool/action/args are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universal pass threshold claimed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MAF evaluate_agent, ExpectedToolCall, LocalEvaluator, and FoundryEvals.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exact consolidated ADO tool names and actions.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repetitions to expose variance, not to justify a universal threshold.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read-only behavior before approved writes.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CADC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treat the lab sequence as a future implementation, not a completed lab.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&amp; Lab Kickoff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2026-08-25T20:27:48Z</dcterms:created>
  <dcterms:modified xsi:type="dcterms:W3CDTF">2026-08-25T20:27:48Z</dcterms:modified>
</cp:coreProperties>
</file>