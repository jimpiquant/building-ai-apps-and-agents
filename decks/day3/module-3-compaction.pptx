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"Choosing a strategy" table, verbatim, for the Python pivot. Six named strategies, ordered here as the doc lists them (not gentlest-to-harshest — that ordering is the earlier ladder slide's own framing). Walk aggressiveness low to high: ToolResult and SelectiveToolCall only touch tool chatter; Summarization costs a model call but preserves meaning; SlidingWindow and Truncation drop oldest groups outright; TokenBudgetComposedStrategy composes several of the above behind one token-budget goal.
• GROUNDING SOURCE: https://learn.microsoft.com/en-us/agent-framework/concepts/agents/conversations/compaction?tabs=python&amp;pivots=programming-language-python#choosing-a-strategy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Long conversations eventually exceed model limits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Larger prompts consume more input tokens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input tokens can slow each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Less history can also remove facts the agent needed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operates on a flat list of Message objects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annotated with lightweight group metadata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mutate those annotations in place to mark groups as excluded before the message list is projected to the model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strategy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389647"/>
                <a:gridCol w="1188720"/>
                <a:gridCol w="2024915"/>
                <a:gridCol w="1188720"/>
                <a:gridCol w="262047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ToolResultCompactionStrategy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collapses tool results into summary messages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Reclaiming space from verbose tool 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SelectiveToolCallCompactionStrategy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fully excludes old tool-call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tool history when results are no longer needed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replaces history with a summary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 where context matters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SlidingWindowStrategy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group-count limits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message- or token-budget backstops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TokenBudgetComposedStrategy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child strategies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compaction with a token-budget goal and multiple fallbacks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https://learn.microsoft.com/en-us/agent-framework/concepts/agents/conversations/compaction?tabs=python&amp;pivots=programming-language-python#choosing-a-strategy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 (least destructive to most)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206552"/>
                <a:gridCol w="620592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2026-08-31T14:45:52Z</dcterms:created>
  <dcterms:modified xsi:type="dcterms:W3CDTF">2026-08-31T14:45:52Z</dcterms:modified>
</cp:coreProperties>
</file>