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conversations eventually exceed model limits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prompts consume more input tokens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input tokens can slow each response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history can also remove facts the agent needed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 is deliberately narrow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1E276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
</a:t>
            </a:r>
            <a:pPr indent="0" marL="0">
              <a:buNone/>
            </a:pPr>
            <a:r>
              <a:rPr lang="en-US" sz="1280" i="1" dirty="0">
                <a:solidFill>
                  <a:srgbClr val="6B72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81912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38144"/>
            <a:ext cx="3813048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CADCFC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2026-08-25T20:27:48Z</dcterms:created>
  <dcterms:modified xsi:type="dcterms:W3CDTF">2026-08-25T20:27:48Z</dcterms:modified>
</cp:coreProperties>
</file>