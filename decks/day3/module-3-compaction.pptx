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 experimental twice: once in the title and once verbally. This is an awareness module, not a required lab dependency. Python compaction APIs can change.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Compaction targets three pressures. It is not a quality improvement by default; every reduction can discard useful context, so measure outcomes.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doc's own "Choosing a strategy" table, verbatim, for the Python pivot. Six named strategies, ordered here as the doc lists them (not gentlest-to-harshest — that ordering is the earlier ladder slide's own framing). Walk aggressiveness low to high: ToolResult and SelectiveToolCall only touch tool chatter; Summarization costs a model call but preserves meaning; SlidingWindow and Truncation drop oldest groups outright; TokenBudgetComposedStrategy composes several of the above behind one token-budget goal.
• GROUNDING SOURCE: https://learn.microsoft.com/en-us/agent-framework/concepts/agents/conversations/compaction?tabs=python&amp;pivots=programming-language-python#choosing-a-strategy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boundary is critical. Compaction mutates the local message list before it reaches the model. It has no effect where the service owns conversation context.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Move from gentlest to most destructive. Python documents the named strategies shown here. SelectiveToolCall and ToolResult target tool chatter; Summarization uses another model call; SlidingWindow and Truncation discard old groups.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snippet is intentionally small and matches the documented constructor. System messages are preserved by default. The count is non-system message groups, not user turns.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compaction/basics.py as-is, no API key needed.
• GROUNDING SOURCE: https://github.com/microsoft/agent-framework/blob/main/python/samples/02-agents/compaction/basics.py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Explain ordered degradation. TokenBudgetComposedStrategy runs children in order, can stop once the budget is met, and falls back to oldest-first exclusion when needed.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Encourage an eval before adoption. Track token and latency improvements alongside task quality, tool selection, and retention of important facts.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End with a clear non-requirement. The future Day 3 lab can succeed without compaction. Learners should adopt it only when they own in-memory history and have measurements.
• GROUNDING SOURCE: https://learn.microsoft.com/en-us/agent-framework/concepts/agents/conversations/compaction?tabs=python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15 MIN · EXPERIMENTAL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— Context Compaction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self-managed in-memory history without changing service-managed conversations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compact at all?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Long conversations eventually exceed model limits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Larger prompts consume more input tokens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More input tokens can slow each response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Trade-off</a:t>
            </a:r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Less history can also remove facts the agent needed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7955280" cy="3520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Compaction operates on a flat list of Message objects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Messages are annotated with lightweight group metadata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Strategies mutate those annotations in place to mark groups as excluded before the message list is projected to the model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a strategy</a:t>
            </a:r>
            <a:endParaRPr lang="en-US" sz="28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1389647"/>
                <a:gridCol w="1188720"/>
                <a:gridCol w="2024915"/>
                <a:gridCol w="1188720"/>
                <a:gridCol w="2620478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Aggressiveness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Preserves context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Requires LLM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for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ToolResultCompactionStrategy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 — collapses tool results into summary messages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Reclaiming space from verbose tool output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SelectiveToolCallCompactionStrategy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Low–Medium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fully excludes old tool-call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Removing tool history when results are no longer needed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SummarizationStrategy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 — replaces history with a summary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conversations where context matters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SlidingWindowStrategy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drops oldest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Hard group-count limits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TruncationStrategy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— drops oldest groups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Emergency message- or token-budget backstops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TokenBudgetComposedStrategy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Configurable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 on child strategies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Layered compaction with a token-budget goal and multiple fallbacks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https://learn.microsoft.com/en-us/agent-framework/concepts/agents/conversations/compaction?tabs=python&amp;pivots=programming-language-python#choosing-a-strategy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Applies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Self-managed message history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history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process sends the full message list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effect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with store=true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conversations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Strategy ladder (least destructive to most)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48640" y="1078992"/>
            <a:ext cx="7955280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11704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Collapse tool results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ToolResultCompactionStrategy</a:t>
            </a:r>
            <a:endParaRPr lang="en-US" sz="1120" dirty="0"/>
          </a:p>
        </p:txBody>
      </p:sp>
      <p:sp>
        <p:nvSpPr>
          <p:cNvPr id="7" name="Shape 5"/>
          <p:cNvSpPr/>
          <p:nvPr/>
        </p:nvSpPr>
        <p:spPr>
          <a:xfrm>
            <a:off x="713232" y="1664208"/>
            <a:ext cx="7626096" cy="530352"/>
          </a:xfrm>
          <a:prstGeom prst="roundRect">
            <a:avLst/>
          </a:prstGeom>
          <a:solidFill>
            <a:srgbClr val="CADCFC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50392" y="1755648"/>
            <a:ext cx="73517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Exclude selected calls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SelectiveToolCallCompactionStrategy</a:t>
            </a:r>
            <a:endParaRPr lang="en-US" sz="1120" dirty="0"/>
          </a:p>
        </p:txBody>
      </p:sp>
      <p:sp>
        <p:nvSpPr>
          <p:cNvPr id="9" name="Shape 7"/>
          <p:cNvSpPr/>
          <p:nvPr/>
        </p:nvSpPr>
        <p:spPr>
          <a:xfrm>
            <a:off x="877824" y="2249424"/>
            <a:ext cx="7296912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14984" y="2340864"/>
            <a:ext cx="7022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Summarize history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SummarizationStrategy uses a model</a:t>
            </a:r>
            <a:endParaRPr lang="en-US" sz="1120" dirty="0"/>
          </a:p>
        </p:txBody>
      </p:sp>
      <p:sp>
        <p:nvSpPr>
          <p:cNvPr id="11" name="Shape 9"/>
          <p:cNvSpPr/>
          <p:nvPr/>
        </p:nvSpPr>
        <p:spPr>
          <a:xfrm>
            <a:off x="1042416" y="2834640"/>
            <a:ext cx="6967728" cy="530352"/>
          </a:xfrm>
          <a:prstGeom prst="roundRect">
            <a:avLst/>
          </a:prstGeom>
          <a:solidFill>
            <a:srgbClr val="F3F4F6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79576" y="2926080"/>
            <a:ext cx="66934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Keep a recent window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SlidingWindowStrategy</a:t>
            </a:r>
            <a:endParaRPr lang="en-US" sz="1120" dirty="0"/>
          </a:p>
        </p:txBody>
      </p:sp>
      <p:sp>
        <p:nvSpPr>
          <p:cNvPr id="13" name="Shape 11"/>
          <p:cNvSpPr/>
          <p:nvPr/>
        </p:nvSpPr>
        <p:spPr>
          <a:xfrm>
            <a:off x="1207008" y="3419856"/>
            <a:ext cx="6638544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344168" y="3511296"/>
            <a:ext cx="63642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Hard backstop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TruncationStrategy</a:t>
            </a:r>
            <a:endParaRPr lang="en-US" sz="1120" dirty="0"/>
          </a:p>
        </p:txBody>
      </p:sp>
      <p:sp>
        <p:nvSpPr>
          <p:cNvPr id="15" name="Shape 13"/>
          <p:cNvSpPr/>
          <p:nvPr/>
        </p:nvSpPr>
        <p:spPr>
          <a:xfrm>
            <a:off x="1371600" y="4005072"/>
            <a:ext cx="6309360" cy="530352"/>
          </a:xfrm>
          <a:prstGeom prst="roundRect">
            <a:avLst/>
          </a:prstGeom>
          <a:solidFill>
            <a:srgbClr val="FBE8DD"/>
          </a:solidFill>
          <a:ln w="762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508760" y="4096512"/>
            <a:ext cx="6035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Compose a budget</a:t>
            </a:r>
            <a:pPr indent="0" marL="0">
              <a:buNone/>
            </a:pPr>
            <a:r>
              <a:rPr lang="en-US" sz="112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—  TokenBudgetComposedStrategy</a:t>
            </a:r>
            <a:endParaRPr lang="en-US" sz="112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Grounded Python: keep recent groups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719072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SlidingWindowStrategy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i="1" dirty="0">
                <a:solidFill>
                  <a:srgbClr val="6666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EXPERIMENTAL: keep the newest 20 non-system groups.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 = SlidingWindowStrategy(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keep_last_groups=20,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SlidingWindowStrategy pruning old messages, live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long local message list, print the group count, apply the previous slide's exact SlidingWindowStrategy(keep_last_groups=20), and print the group count again — the EXPERIMENTAL ladder's gentlest rung, proven on real data with no model call required.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demos/day3/module-3-demo-1-sliding-window.md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https://github.com/microsoft/agent-framework/blob/main/python/samples/02-agents/compaction/basics.py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Compose by token budget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2064" y="1197864"/>
            <a:ext cx="381304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" y="1564005"/>
            <a:ext cx="3813048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Reclaim verbose tool-result space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72584" y="1078992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18888" y="1197864"/>
            <a:ext cx="381304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818888" y="1564005"/>
            <a:ext cx="3813048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Preserve decisions with an extra model call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65760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12064" y="3054096"/>
            <a:ext cx="381304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12064" y="3420237"/>
            <a:ext cx="3813048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most recent groups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672584" y="2935224"/>
            <a:ext cx="4105656" cy="1655064"/>
          </a:xfrm>
          <a:prstGeom prst="roundRect">
            <a:avLst>
              <a:gd name="adj" fmla="val 3315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18888" y="3054096"/>
            <a:ext cx="3813048" cy="31127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4818888" y="3420237"/>
            <a:ext cx="3813048" cy="107861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oldest groups until the token target is met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 what compaction changes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2206552"/>
                <a:gridCol w="6205928"/>
              </a:tblGrid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Measure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Before / after question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 tokens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strategy reach the intended budget?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Latency and cost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the reduction materially help?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 answers or tool choices regress?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 retention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user decisions and constraints preserved?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5867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integrity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Are tool call/result groups still atomic?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3 · EXPERIMENTAL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compaction only for self-managed in-memory history.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expect it to affect Foundry Agents, stored Responses, or Copilot Studio.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 gentle, preserve atomic groups, and keep a hard backstop.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evaluate quality as well as tokens, cost, and latency.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 not make this experimental feature a core lab requirement.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https://learn.microsoft.com/en-us/agent-framework/concepts/agents/conversations/compaction?tabs=python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EXPERIMENTAL — Context Compaction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2026-09-02T15:33:06Z</dcterms:created>
  <dcterms:modified xsi:type="dcterms:W3CDTF">2026-09-02T15:33:06Z</dcterms:modified>
</cp:coreProperties>
</file>