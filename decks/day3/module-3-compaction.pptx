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experimental twice: once in the title and once verbally. This is an awareness module, not a required lab dependency. Python compaction APIs can change.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Compaction targets three pressures. It is not a quality improvement by default; every reduction can discard useful context, so measure outcomes.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Compaction targets three pressures. It is not a quality improvement by default; every reduction can discard useful context, so measure outcomes.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doc's own "Choosing a strategy" table, verbatim, for the Python pivot. Six named strategies, ordered here as the doc lists them (not gentlest-to-harshest — that ordering is the earlier ladder slide's own framing). Walk aggressiveness low to high: ToolResult and SelectiveToolCall only touch tool chatter; Summarization costs a model call but preserves meaning; SlidingWindow and Truncation drop oldest groups outright; TokenBudgetComposedStrategy composes several of the above behind one token-budget goal.
• GROUNDING SOURCE: https://learn.microsoft.com/en-us/agent-framework/concepts/agents/conversations/compaction?tabs=python&amp;pivots=programming-language-python#choosing-a-strategy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boundary is critical. Compaction mutates the local message list before it reaches the model. It has no effect where the service owns conversation context.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Move from gentlest to most destructive. Python documents the named strategies shown here. SelectiveToolCall and ToolResult target tool chatter; Summarization uses another model call; SlidingWindow and Truncation discard old groups.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snippet is intentionally small and matches the documented constructor. System messages are preserved by default. The count is non-system message groups, not user turns.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compaction/basics.py as-is, no API key needed.
• GROUNDING SOURCE: https://github.com/microsoft/agent-framework/blob/main/python/samples/02-agents/compaction/basics.py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Explain ordered degradation. TokenBudgetComposedStrategy runs children in order, can stop once the budget is met, and falls back to oldest-first exclusion when needed.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Encourage an eval before adoption. Track token and latency improvements alongside task quality, tool selection, and retention of important facts.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End with a clear non-requirement. The future Day 3 lab can succeed without compaction. Learners should adopt it only when they own in-memory history and have measurements.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15 MIN · EXPERIMENTAL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— Context Compaction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self-managed in-memory history without changing service-managed conversations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compact at all?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Long conversations eventually exceed model limits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Larger prompts consume more input tokens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More input tokens can slow each response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Less history can also remove facts the agent needed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Compaction operates on a flat list of Message objects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are annotated with lightweight group metadata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 mutate those annotations in place to mark groups as excluded before the message list is projected to the model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strategy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Aggressiveness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Preserves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LLM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ToolResultCompactionStrategy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collapses tool results into summary messages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Reclaiming space from verbose tool output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SelectiveToolCallCompactionStrategy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Low–Medium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fully excludes old tool-call groups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Removing tool history when results are no longer needed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SummarizationStrategy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replaces history with a summary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conversations where context matters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SlidingWindowStrategy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drops oldest groups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group-count limits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TruncationStrategy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drops oldest groups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Emergency message- or token-budget backstops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TokenBudgetComposedStrategy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child strategies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Layered compaction with a token-budget goal and multiple fallbacks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https://learn.microsoft.com/en-us/agent-framework/concepts/agents/conversations/compaction?tabs=python&amp;pivots=programming-language-python#choosing-a-strategy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Self-managed message history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history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process sends the full message list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effect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with store=true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conversations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Strategy ladder (least destructive to most)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078992"/>
            <a:ext cx="7955280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704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Collapse tool results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ToolResultCompactionStrategy</a:t>
            </a:r>
            <a:endParaRPr lang="en-US" sz="1120" dirty="0"/>
          </a:p>
        </p:txBody>
      </p:sp>
      <p:sp>
        <p:nvSpPr>
          <p:cNvPr id="7" name="Shape 5"/>
          <p:cNvSpPr/>
          <p:nvPr/>
        </p:nvSpPr>
        <p:spPr>
          <a:xfrm>
            <a:off x="713232" y="1664208"/>
            <a:ext cx="7626096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755648"/>
            <a:ext cx="7351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Exclude selected calls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SelectiveToolCallCompactionStrategy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877824" y="2249424"/>
            <a:ext cx="7296912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14984" y="2340864"/>
            <a:ext cx="7022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Summarize history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SummarizationStrategy uses a model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1042416" y="2834640"/>
            <a:ext cx="6967728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9576" y="2926080"/>
            <a:ext cx="6693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Keep a recent window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SlidingWindowStrategy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1207008" y="3419856"/>
            <a:ext cx="6638544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44168" y="3511296"/>
            <a:ext cx="636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Hard backstop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TruncationStrategy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1371600" y="4005072"/>
            <a:ext cx="6309360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08760" y="409651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Compose a budget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TokenBudgetComposedStrategy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Python: keep recent groups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SlidingWindowStrategy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EXPERIMENTAL: keep the newest 20 non-system groups.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= SlidingWindowStrategy(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keep_last_groups=20,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SlidingWindowStrategy pruning old messages,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long local message list, print the group count, apply the previous slide's exact SlidingWindowStrategy(keep_last_groups=20), and print the group count again — the EXPERIMENTAL ladder's gentlest rung, proven on real data with no model call required.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demos/day3/module-3-demo-1-sliding-window.md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https://github.com/microsoft/agent-framework/blob/main/python/samples/02-agents/compaction/basics.py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by token budget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Reclaim verbose tool-result space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decisions with an extra model call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most recent groups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oldest groups until the token target is met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what compaction changes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420624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/ after 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strategy reach the intended budget?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and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reduction materially help?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answers or tool choices regress?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 retention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user decisions and constraints preserved?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integrity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tool call/result groups still atomic?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compaction only for self-managed in-memory history.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expect it to affect Foundry Agents, stored Responses, or Copilot Studio.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 gentle, preserve atomic groups, and keep a hard backstop.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evaluate quality as well as tokens, cost, and latency.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make this experimental feature a core lab requirement.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EXPERIMENTAL — Context Compaction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2026-08-29T18:47:06Z</dcterms:created>
  <dcterms:modified xsi:type="dcterms:W3CDTF">2026-08-29T18:47:06Z</dcterms:modified>
</cp:coreProperties>
</file>