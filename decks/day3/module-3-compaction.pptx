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 experimental twice: once in the title and once verbally. This is an awareness module, not a required lab dependency. Python compaction APIs can change.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Compaction targets three pressures. It is not a quality improvement by default; every reduction can discard useful context, so measure outcomes.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boundary is critical. Compaction mutates the local message list before it reaches the model. It has no effect where the service owns conversation context.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Move from gentlest to most destructive. Python documents the named strategies shown here. SelectiveToolCall and ToolResult target tool chatter; Summarization uses another model call; SlidingWindow and Truncation discard old groups.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snippet is intentionally small and matches the documented constructor. System messages are preserved by default. The count is non-system message groups, not user turns.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Runs compaction/basics.py as-is, no API key needed.
• GROUNDING SOURCE: https://github.com/microsoft/agent-framework/blob/main/python/samples/02-agents/compaction/basics.py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Explain ordered degradation. TokenBudgetComposedStrategy runs children in order, can stop once the budget is met, and falls back to oldest-first exclusion when needed.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Encourage an eval before adoption. Track token and latency improvements alongside task quality, tool selection, and retention of important facts.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End with a clear non-requirement. The future Day 3 lab can succeed without compaction. Learners should adopt it only when they own in-memory history and have measurements.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15 MIN · EXPERIMENTAL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— Context Compaction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self-managed in-memory history without changing service-managed conversations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compact at all?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window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conversations eventually exceed model limits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prompts consume more input tokens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input tokens can slow each response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history can also remove facts the agent needed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Applicability is deliberately narrow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Self-managed message history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history agents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process sends the full message list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effect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API with store=true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 conversations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strategy ladder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078992"/>
            <a:ext cx="7955280" cy="530352"/>
          </a:xfrm>
          <a:prstGeom prst="roundRect">
            <a:avLst/>
          </a:prstGeom>
          <a:solidFill>
            <a:srgbClr val="CADCFC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17043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Collapse tool results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ToolResultCompactionStrategy</a:t>
            </a:r>
            <a:endParaRPr lang="en-US" sz="1120" dirty="0"/>
          </a:p>
        </p:txBody>
      </p:sp>
      <p:sp>
        <p:nvSpPr>
          <p:cNvPr id="7" name="Shape 5"/>
          <p:cNvSpPr/>
          <p:nvPr/>
        </p:nvSpPr>
        <p:spPr>
          <a:xfrm>
            <a:off x="713232" y="1664208"/>
            <a:ext cx="7626096" cy="530352"/>
          </a:xfrm>
          <a:prstGeom prst="roundRect">
            <a:avLst/>
          </a:prstGeom>
          <a:solidFill>
            <a:srgbClr val="CADCFC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0392" y="1755648"/>
            <a:ext cx="7351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Exclude selected calls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SelectiveToolCallCompactionStrategy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877824" y="2249424"/>
            <a:ext cx="7296912" cy="530352"/>
          </a:xfrm>
          <a:prstGeom prst="roundRect">
            <a:avLst/>
          </a:prstGeom>
          <a:solidFill>
            <a:srgbClr val="F3F4F6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14984" y="2340864"/>
            <a:ext cx="7022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Summarize history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SummarizationStrategy uses a model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1042416" y="2834640"/>
            <a:ext cx="6967728" cy="530352"/>
          </a:xfrm>
          <a:prstGeom prst="roundRect">
            <a:avLst/>
          </a:prstGeom>
          <a:solidFill>
            <a:srgbClr val="F3F4F6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79576" y="2926080"/>
            <a:ext cx="6693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Keep a recent window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SlidingWindowStrategy</a:t>
            </a:r>
            <a:endParaRPr lang="en-US" sz="1120" dirty="0"/>
          </a:p>
        </p:txBody>
      </p:sp>
      <p:sp>
        <p:nvSpPr>
          <p:cNvPr id="13" name="Shape 11"/>
          <p:cNvSpPr/>
          <p:nvPr/>
        </p:nvSpPr>
        <p:spPr>
          <a:xfrm>
            <a:off x="1207008" y="3419856"/>
            <a:ext cx="6638544" cy="530352"/>
          </a:xfrm>
          <a:prstGeom prst="roundRect">
            <a:avLst/>
          </a:prstGeom>
          <a:solidFill>
            <a:srgbClr val="FBE8DD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44168" y="3511296"/>
            <a:ext cx="6364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Hard backstop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TruncationStrategy</a:t>
            </a:r>
            <a:endParaRPr lang="en-US" sz="1120" dirty="0"/>
          </a:p>
        </p:txBody>
      </p:sp>
      <p:sp>
        <p:nvSpPr>
          <p:cNvPr id="15" name="Shape 13"/>
          <p:cNvSpPr/>
          <p:nvPr/>
        </p:nvSpPr>
        <p:spPr>
          <a:xfrm>
            <a:off x="1371600" y="4005072"/>
            <a:ext cx="6309360" cy="530352"/>
          </a:xfrm>
          <a:prstGeom prst="roundRect">
            <a:avLst/>
          </a:prstGeom>
          <a:solidFill>
            <a:srgbClr val="FBE8DD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508760" y="4096512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Compose a budget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TokenBudgetComposedStrategy</a:t>
            </a:r>
            <a:endParaRPr lang="en-US" sz="112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Python: keep recent groups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71907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SlidingWindowStrategy
</a:t>
            </a:r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EXPERIMENTAL: keep the newest 20 non-system groups.</a:t>
            </a:r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 = SlidingWindowStrategy(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keep_last_groups=20,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SlidingWindowStrategy pruning old messages, live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long local message list, print the group count, apply the previous slide's exact SlidingWindowStrategy(keep_last_groups=20), and print the group count again — the EXPERIMENTAL ladder's gentlest rung, proven on real data with no model call required.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demos/day3/module-3-demo-1-sliding-window.md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https://github.com/microsoft/agent-framework/blob/main/python/samples/02-agents/compaction/basics.py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by token budget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Reclaim verbose tool-result space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 decisions with an extra model call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most recent groups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 oldest groups until the token target is met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what compaction changes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4206240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 / after question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 tokens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strategy reach the intended budget?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 and cost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reduction materially help?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quality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answers or tool choices regress?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 retention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 user decisions and constraints preserved?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integrity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 tool call/result groups still atomic?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compaction only for self-managed in-memory history.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not expect it to affect Foundry Agents, stored Responses, or Copilot Studio.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 gentle, preserve atomic groups, and keep a hard backstop.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evaluate quality as well as tokens, cost, and latency.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CADCFC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not make this experimental feature a core lab requirement.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EXPERIMENTAL — Context Compaction</dc:title>
  <dc:subject>Day 3 — Single-Agent Runtime + MCP</dc:subject>
  <dc:creator>Building AI Apps and Agents Workshop</dc:creator>
  <cp:lastModifiedBy>Building AI Apps and Agents Workshop</cp:lastModifiedBy>
  <cp:revision>1</cp:revision>
  <dcterms:created xsi:type="dcterms:W3CDTF">2026-08-25T20:34:55Z</dcterms:created>
  <dcterms:modified xsi:type="dcterms:W3CDTF">2026-08-25T20:34:55Z</dcterms:modified>
</cp:coreProperties>
</file>