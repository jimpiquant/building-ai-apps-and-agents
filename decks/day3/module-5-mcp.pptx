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MCP standardizes how an application discovers and invokes tools exposed by a server. Keep the focus on the MAF client boundary, not undocumented wire-level protocol details.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MAF MCP tool is the client. It connects, discovers server tools, converts them into agent-callable functions, invokes selected tools, and returns typed results to the agent loop.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three documented Python classes. WebSocket support requires the mcp[ws] optional package. Transport choice follows the server; it is not an application preference you can swap unilaterally.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only commands and packages you have reviewed and pinned. The official pattern uses an async context manager so the local process and connection are closed.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documented FoundryChatClient sample uses MCPStreamableHTTPTool for a remote endpoint. Do not put tokens in slide code or source control; use a provider that acquires or refreshes credentials.
• GROUNDING SOURCE: https://learn.microsoft.com/en-us/agent-framework/agents/tools/local-mcp-tools?tabs=python
• GROUNDING SOURCE: https://learn.microsoft.com/en-us/python/api/agent-framework-core/agent_framework.mcpstreamablehttptool?view=agent-framework-python-latest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During a tool call, header_provider receives function_invocation_kwargs. Ambient requests such as initialization, discovery, and pings receive an empty dictionary. Therefore connection-time auth cannot depend only on a per-run value.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allowed_tools is a documented MCP constructor option. Progressive exposure is a separate experimental Python function-loop feature, not an MCP transport feature. Use it only if you need staged discovery and accept its experimental status.
• GROUNDING SOURCE: https://learn.microsoft.com/en-us/python/api/agent-framework-core/agent_framework.mcpstreamablehttptool?view=agent-framework-python-latest
• GROUNDING SOURCE: https://learn.microsoft.com/en-us/agent-framework/agents/tools/controlling-tool-availability?tabs=python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approval_mode can require approval for all tools, waive it for all tools, or apply a per-tool mapping on the MCP tool. A run that needs approval returns a user-input request; the application displays the name and arguments and resumes with the decision.
• GROUNDING SOURCE: https://learn.microsoft.com/en-us/python/api/agent-framework-core/agent_framework.mcpstreamablehttptool?view=agent-framework-python-latest
• GROUNDING SOURCE: https://learn.microsoft.com/en-us/agent-framework/agents/tools/tool-approval?tabs=python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Treat remote tool descriptions, annotations, and results as untrusted input. Review the operator, data sharing, retention, costs, and permissions. Prefer first-party hosted servers over proxies when available.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Async context managers are not cosmetic. They close transports, sessions, and local child processes even when an exception occurs. Nest credential, MCP tool, and agent lifecycles deliberately.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Choose remote when a trusted service hosts and updates the endpoint. Choose local when the server is local-only or the client cannot complete remote authentication. Local means you own package and process security.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Transition to the official Azure DevOps remote server. It is a strong example of remote-first hosting, Entra authentication, server-side filtering, and distinct read/write tools.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 · 30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with Agent Framework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and invoke external tools through a controlled client boundary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client/server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MCP tool opens the configured transport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loads tools exposed by the server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chooses from the allowed tool schemas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calls the server with validated arguments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uses the returned content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transport that matches the server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MAF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when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MCPStdioTool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child process over stdin/stdout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launch and trust a local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MCPStreamableHTTPTool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HTTP with streamable responses/SSE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hosted endpoint exposes MCP over HTTP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MCPWebsocketTool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WebSocket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server explicitly provides a WebSocket endpoint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stdio is a child-process boundary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with MCPStdioTool(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name="calculator",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command="uvx",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args=["mcp-server-calculator"],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mcp: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"Calculate the total.",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tools=mcp,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HTTP belongs behind explicit auth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with MCPStreamableHTTPTool(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name="docs",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url="https://learn.microsoft.com/api/mcp",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allowed_tools=["microsoft_docs_search"],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mcp: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"Find the current guidance.",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tools=mcp,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header_provider has two call shapes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 request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function_invocation_kwargs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derive request-scoped headers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secrets outside model-visible arguments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request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{}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initialization, discovery, and pings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must still acquire required connection auth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the model's tool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allowed_tools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an explicit MCP allow-list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names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collisions by selecting or wrapping distinct tool names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exposure — EXPERIMENTAL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tools for the next loop iteration only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tool changes re-arm on each new agent run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https://learn.microsoft.com/en-us/python/api/agent-framework-core/agent_framework.mcpstreamablehttptool?view=agent-framework-python-latest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approval_mode creates a human boundary</a:t>
            </a:r>
            <a:endParaRPr lang="en-US" sz="2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Appropriate 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always_require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exposed MCP tool needs approval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or high-risk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never_require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proceed without approval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Trusted, low-risk read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Per-tool mapping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rules by tool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automatically; review writes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https://learn.microsoft.com/en-us/python/api/agent-framework-core/agent_framework.mcpstreamablehttptool?view=agent-framework-python-latest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broader than authentication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server operator and package provenance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identity scopes and allowed_tools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tool metadata and results as untrusted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selected tool, arguments, approval, result status, and caller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close the lifecycle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 credential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0" name="Shape 8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785616" y="1335024"/>
            <a:ext cx="19751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MCP tool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5" name="Shape 13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675120" y="1335024"/>
            <a:ext cx="19751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agent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96112" y="3163824"/>
            <a:ext cx="19751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and handle approvals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4" name="Shape 22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785616" y="3163824"/>
            <a:ext cx="19751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contexts in reverse order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or remote?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 local stdio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 remote HTTP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hosts it?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process or workstation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Trusted service provider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pin and manage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 manages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environment / server mechanism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Headers or service identity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remote endpoint required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 must be reachable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burden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let the server transport determine the MAF MCP class.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constrain discovery with an explicit allow-list.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design header_provider for both tool-call and ambient requests.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require approval for risky operations and inspect arguments.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CADCFC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async context managers to clean up every connection.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 with Agent Framework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2026-08-23T16:55:07Z</dcterms:created>
  <dcterms:modified xsi:type="dcterms:W3CDTF">2026-08-23T16:55:07Z</dcterms:modified>
</cp:coreProperties>
</file>