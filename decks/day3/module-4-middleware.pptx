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Position middleware as code-level interception around agent, tool, and model calls. It complements prompts; it is not a prompt substitute.
• GROUNDING SOURCE: https://learn.microsoft.com/en-us/agent-framework/concepts/agents/middleware/?tabs=python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frequency model drives both correctness and cost. Agent middleware runs once around a run. Function middleware runs for every invoked tool. Chat middleware runs for every model request, including tool-loop follow-ups.
• GROUNDING SOURCE: https://learn.microsoft.com/en-us/agent-framework/concepts/agents/middleware/?tabs=python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Agent-level controls are persistent and outermost. Run-level middleware is request-specific and sits inside agent-level middleware. Use run scope for diagnostics or policy variations that truly belong to one request.
• GROUNDING SOURCE: https://learn.microsoft.com/en-us/agent-framework/concepts/agents/middleware/agent-vs-run-scope?tabs=python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Read the documented order left to right and then back out. With A1, A2 and R1, R2: A1 enters first and exits last. The innermost component is the agent execution.
• GROUNDING SOURCE: https://learn.microsoft.com/en-us/agent-framework/concepts/agents/middleware/?tabs=python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Runs agent_and_run_level_middleware.py as-is.
• GROUNDING SOURCE: https://github.com/microsoft/agent-framework/blob/main/python/samples/02-agents/middleware/agent_and_run_level_middleware.py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Use metadata for request-scoped coordination such as a correlation ID or start timestamp. Choose collision-resistant keys and do not put secrets or durable session state there.
• GROUNDING SOURCE: https://learn.microsoft.com/en-us/agent-framework/concepts/agents/middleware/shared-state?tabs=python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shared context is mutated directly; call_next takes no context argument. A try/finally ensures timing is emitted when downstream execution fails.
• GROUNDING SOURCE: https://learn.microsoft.com/en-us/agent-framework/concepts/agents/middleware/defining-middleware?tabs=python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safe termination contract has two actions: set context.result to the response you want returned, then raise MiddlewareTermination. Do not simply return and assume the run is terminated.
• GROUNDING SOURCE: https://learn.microsoft.com/en-us/agent-framework/concepts/agents/middleware/termination?tabs=python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Keep this conceptual rather than inventing policy logic. The exact AgentResponse construction is in the official sample; the invariant is context.result before MiddlewareTermination if the caller should receive a custom response.
• GROUNDING SOURCE: https://learn.microsoft.com/en-us/agent-framework/concepts/agents/middleware/termination?tabs=python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Runs atr_validation_middleware.py (FunctionMiddleware + MiddlewareTermination, real deny-list fallback with no extra install required).
• GROUNDING SOURCE: https://github.com/microsoft/agent-framework/blob/main/python/samples/02-agents/middleware/atr_validation_middleware.py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 middleware should either recover deliberately or re-raise. Avoid swallowing exceptions and returning accidental success. Log sanitized context, preserve cancellation, and keep retry scope narrow.
• GROUNDING SOURCE: https://learn.microsoft.com/en-us/agent-framework/concepts/agents/middleware/exception-handling?tabs=python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Make the risk explicit: retrying a write tool can duplicate side effects. Limit attempts, retry only classified transient failures, honor cancellation, and use idempotency where the backend supports it.
• GROUNDING SOURCE: https://learn.microsoft.com/en-us/agent-framework/concepts/agents/middleware/exception-handling?tabs=python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Use built-in observability for standard traces, metrics, and spans. Write middleware when you need application-specific policy or transformation. Do not recreate OpenTelemetry plumbing unless you have a concrete gap.
• GROUNDING SOURCE: https://learn.microsoft.com/en-us/agent-framework/agents/observability?tabs=python
• GROUNDING SOURCE: https://learn.microsoft.com/en-us/agent-framework/concepts/agents/middleware/?tabs=python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Chat middleware is the easiest place to accidentally multiply work because it runs per model call. Put cheap rejects outside expensive work. Keep middleware focused so ordering remains auditable.
• GROUNDING SOURCE: https://learn.microsoft.com/en-us/agent-framework/concepts/agents/middleware/?tabs=python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Clearly separate this experimental awareness item from normal middleware. Agent Hooks provide a standardized fail-closed governance boundary spanning agent, chat, and function stages, including streaming and persistence coordination. Do not make Hooks part of the core lab.
• GROUNDING SOURCE: https://learn.microsoft.com/en-us/agent-framework/agents/agent-hooks?tabs=python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which middleware type would validate Azure DevOps write arguments. The answer is function middleware, with an agent-level policy deciding whether writes are enabled for the run.
• GROUNDING SOURCE: https://learn.microsoft.com/en-us/agent-framework/concepts/agents/middleware/?tabs=python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&amp; Robust Agents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cross-cutting controls without burying them in tools or prompts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layers fire at different frequencies</a:t>
            </a:r>
            <a:endParaRPr lang="en-US" sz="2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804160"/>
                <a:gridCol w="2804160"/>
                <a:gridCol w="28041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Intercepts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frequency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middleware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 agent 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Once per 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 middleware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function/tool invocation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Once per invoked tool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middleware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Request to the model client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model call; often several per 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agent-level or run-level scope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Agent-level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once on the Agent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to every run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baseline security, telemetry, and policy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Run-level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to one agent.run(...)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only to that invocation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targeted diagnostics or request policy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https://learn.microsoft.com/en-us/agent-framework/concepts/agents/middleware/agent-vs-run-scope?tabs=python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executes like an onion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path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enters, then A2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 enters, then R2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executes at the center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path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 exits, then R1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 exits, then A1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outermost layer finishes last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onion, printed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official agent_and_run_level_middleware.py sample live: printed enter/exit lines match the previous slide's onion diagram exactly — agent-level middleware outermost, run-level middleware inside it, the agent execution at the center.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demos/day3/module-4-demo-1-onion-order.md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https://github.com/microsoft/agent-framework/blob/main/python/samples/02-agents/middleware/agent_and_run_level_middleware.py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 through context.metadata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Outer middleware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correlation ID and start time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72584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18888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middleware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18888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or enrich shared metadata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Tool/model interceptors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2064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trace context and decisions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72584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8888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Outer unwind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18888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results and emit one summary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https://learn.microsoft.com/en-us/agent-framework/concepts/agents/middleware/shared-state?tabs=python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 and timing: the smallest useful pattern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560320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timing(context, call_next):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started = perf_counter()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context.metadata[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"trace_id"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 = new_trace_id()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call_next()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finally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record_duration(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perf_counter() - started,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context.metadata[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"trace_id"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)</a:t>
            </a:r>
            <a:endParaRPr lang="en-US" sz="128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https://learn.microsoft.com/en-us/agent-framework/concepts/agents/middleware/defining-middleware?tabs=python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can short-circuit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request, identity, quota, or policy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313432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2532888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261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264261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63240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679192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Await call_next() when the request is permitted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480560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4700016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09744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4809744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230368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result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846320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a controlled AgentResponse when blocked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647688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3" name="Shape 21"/>
          <p:cNvSpPr/>
          <p:nvPr/>
        </p:nvSpPr>
        <p:spPr>
          <a:xfrm>
            <a:off x="6867144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7687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697687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397496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13448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MiddlewareTermination ends the pipeline deliberately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https://learn.microsoft.com/en-us/agent-framework/concepts/agents/middleware/termination?tabs=python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Termination has an explicit result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929384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blocked(context.messages):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context.result = AgentResponse(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messages=[Message(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"assistant"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[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 can't process this request."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])]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raise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MiddlewareTermination()
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call_next()</a:t>
            </a:r>
            <a:endParaRPr lang="en-US" sz="128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https://learn.microsoft.com/en-us/agent-framework/concepts/agents/middleware/termination?tabs=python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blocks a request, live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official atr_validation_middleware.py sample live: a benign query passes through normally, then a query matching a deny-list rule is blocked before the tool executes — context.result set, MiddlewareTermination raised, exactly as the previous slide's code shows.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demos/day3/module-4-demo-2-guardrail-termination.md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https://github.com/microsoft/agent-framework/blob/main/python/samples/02-agents/middleware/atr_validation_middleware.py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exceptions where you can add value</a:t>
            </a:r>
            <a:endParaRPr lang="en-US" sz="2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804160"/>
                <a:gridCol w="2804160"/>
                <a:gridCol w="28041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Invalid tool arguments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 or normalize before execution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Transient model/service error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or agent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Bounded retry if the operation is safe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violation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or function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Controlled result + termination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Unknown exception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Nearest useful layer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Record, clean up, re-raise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https://learn.microsoft.com/en-us/agent-framework/concepts/agents/middleware/exception-handling?tabs=python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must be bounded and idempotent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only known transient failures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72584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18888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safety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18888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or idempotent operation?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off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2064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 with a fixed maximum attempt count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72584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8888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18888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the last failure; never loop forever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https://learn.microsoft.com/en-us/agent-framework/concepts/agents/middleware/exception-handling?tabs=python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OTel is not custom middleware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observability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OpenTelemetry integration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Agent/model/tool spans and metrics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for baseline telemetry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middleware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policy and validation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transformation or short-circuit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only what standard instrumentation does not provide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https://learn.microsoft.com/en-us/agent-framework/agents/observability?tabs=python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Ordering and performance trade-offs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Outermost first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and cheap rejection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72584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18888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Per-call cost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18888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and function middleware can run many times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 risk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2064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which layer changes messages, options, or results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72584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8888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18888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 streaming behavior; do not buffer unless required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awareness: Agent Hooks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middleware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interception and composition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App-defined ordering and behavior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pattern for this workshop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Hooks — EXPERIMENTAL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Standardized fail-closed governance boundary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 agent, chat, and function stages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Awareness only; verify current API before adoption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https://learn.microsoft.com/en-us/agent-framework/agents/agent-hooks?tabs=python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place controls at agent, function, or chat frequency intentionally.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agent-level scope for baselines and run-level scope for one request.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reason about onion order before you register middleware.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set context.result and raise MiddlewareTermination to short-circuit.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CADCFC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keep retries bounded, classified, and safe for side effects.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https://learn.microsoft.com/en-us/agent-framework/concepts/agents/middleware/?tabs=python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Middleware &amp; Robust Agents</dc:title>
  <dc:subject>Day 3 — Single-Agent Runtime + MCP</dc:subject>
  <dc:creator>Building AI Apps and Agents Workshop</dc:creator>
  <cp:lastModifiedBy>Building AI Apps and Agents Workshop</cp:lastModifiedBy>
  <cp:revision>1</cp:revision>
  <dcterms:created xsi:type="dcterms:W3CDTF">2026-08-25T20:34:55Z</dcterms:created>
  <dcterms:modified xsi:type="dcterms:W3CDTF">2026-08-25T20:34:55Z</dcterms:modified>
</cp:coreProperties>
</file>