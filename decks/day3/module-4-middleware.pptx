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Position middleware as code-level interception around agent, tool, and model calls. It complements prompts; it is not a prompt substitute.
• GROUNDING SOURCE: https://learn.microsoft.com/en-us/agent-framework/concepts/agents/middleware/?tabs=python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Mechanism for cross-cutting concerns. Agent-level middleware wraps run-level middleware.
• GROUNDING SOURCE: https://learn.microsoft.com/en-us/agent-framework/concepts/agents/middleware/?tabs=python&amp;pivots=programming-language-python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frequency model drives both correctness and cost. Agent middleware runs once around a run. Function middleware runs for every invoked tool. Chat middleware runs for every model request, including tool-loop follow-ups.
• GROUNDING SOURCE: https://learn.microsoft.com/en-us/agent-framework/concepts/agents/middleware/?tabs=python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Agent-level controls are persistent and outermost. Run-level middleware is request-specific and sits inside agent-level middleware. Use run scope for diagnostics or policy variations that truly belong to one request.
• GROUNDING SOURCE: https://learn.microsoft.com/en-us/agent-framework/concepts/agents/middleware/agent-vs-run-scope?tabs=python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Agent-level controls are persistent and outermost. Run-level middleware is request-specific and sits inside agent-level middleware. Use run scope for diagnostics or policy variations that truly belong to one request.
• GROUNDING SOURCE: https://learn.microsoft.com/en-us/agent-framework/concepts/agents/middleware/agent-vs-run-scope?tabs=python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Read the documented order left to right and then back out. With A1, A2 and R1, R2: A1 enters first and exits last. The innermost component is the agent execution.
• GROUNDING SOURCE: https://learn.microsoft.com/en-us/agent-framework/concepts/agents/middleware/?tabs=python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Placeholder marker slide — the runbook has full narration, setup, and fallback plan. Runs agent_and_run_level_middleware.py as-is.
• GROUNDING SOURCE: https://github.com/microsoft/agent-framework/blob/main/python/samples/02-agents/middleware/agent_and_run_level_middleware.py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Use metadata for request-scoped coordination such as a correlation ID or start timestamp. Choose collision-resistant keys and do not put secrets or durable session state there.
• GROUNDING SOURCE: https://learn.microsoft.com/en-us/agent-framework/concepts/agents/middleware/shared-state?tabs=python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shared context is mutated directly; call_next takes no context argument. A try/finally ensures timing is emitted when downstream execution fails.
• GROUNDING SOURCE: https://learn.microsoft.com/en-us/agent-framework/concepts/agents/middleware/defining-middleware?tabs=python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safe termination contract has two actions: set context.result to the response you want returned, then raise MiddlewareTermination. Do not simply return and assume the run is terminated.
• GROUNDING SOURCE: https://learn.microsoft.com/en-us/agent-framework/concepts/agents/middleware/termination?tabs=python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Keep this conceptual rather than inventing policy logic. The exact AgentResponse construction is in the official sample; the invariant is context.result before MiddlewareTermination if the caller should receive a custom response.
• GROUNDING SOURCE: https://learn.microsoft.com/en-us/agent-framework/concepts/agents/middleware/termination?tabs=python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Placeholder marker slide — the runbook has full narration, setup, and fallback plan. Runs atr_validation_middleware.py (FunctionMiddleware + MiddlewareTermination, real deny-list fallback with no extra install required).
• GROUNDING SOURCE: https://github.com/microsoft/agent-framework/blob/main/python/samples/02-agents/middleware/atr_validation_middleware.py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 middleware should either recover deliberately or re-raise. Avoid swallowing exceptions and returning accidental success. Log sanitized context, preserve cancellation, and keep retry scope narrow.
• GROUNDING SOURCE: https://learn.microsoft.com/en-us/agent-framework/concepts/agents/middleware/exception-handling?tabs=python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Make the risk explicit: retrying a write tool can duplicate side effects. Limit attempts, retry only classified transient failures, honor cancellation, and use idempotency where the backend supports it.
• GROUNDING SOURCE: https://learn.microsoft.com/en-us/agent-framework/concepts/agents/middleware/exception-handling?tabs=python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Use built-in observability for standard traces, metrics, and spans. Write middleware when you need application-specific policy or transformation. Do not recreate OpenTelemetry plumbing unless you have a concrete gap.
• GROUNDING SOURCE: https://learn.microsoft.com/en-us/agent-framework/agents/observability?tabs=python
• GROUNDING SOURCE: https://learn.microsoft.com/en-us/agent-framework/concepts/agents/middleware/?tabs=python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Chat middleware is the easiest place to accidentally multiply work because it runs per model call. Put cheap rejects outside expensive work. Keep middleware focused so ordering remains auditable.
• GROUNDING SOURCE: https://learn.microsoft.com/en-us/agent-framework/concepts/agents/middleware/?tabs=python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Clearly separate this experimental awareness item from normal middleware. Agent Hooks provide a standardized fail-closed governance boundary spanning agent, chat, and function stages, including streaming and persistence coordination. Do not make Hooks part of the core lab.
• GROUNDING SOURCE: https://learn.microsoft.com/en-us/agent-framework/agents/agent-hooks?tabs=python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attendees which middleware type would validate Azure DevOps write arguments. The answer is function middleware, with an agent-level policy deciding whether writes are enabled for the run.
• GROUNDING SOURCE: https://learn.microsoft.com/en-us/agent-framework/concepts/agents/middleware/?tabs=python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 · 35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&amp; Robust Agents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cross-cutting controls without burying them in tools or prompts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7955280" cy="2204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implements cross-cutting concerns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valication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of results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your core 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3411093"/>
            <a:ext cx="8412480" cy="1298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middleware of the same type are registered, they form a chain where each calls the call_next() callback to continue processing.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call_next() does not take the context as an argument; middleware mutates the shared context object directly and then awaits call_next(). The call_next callback continues the middleware chain or executes the agent if it's the last middleware.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https://learn.microsoft.com/en-us/agent-framework/concepts/agents/middleware/?tabs=python&amp;pivots=programming-language-python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Middleware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middleware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agent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(tool) middleware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function/tool invocation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invoked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middleware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the model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model call; often several per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338193"/>
            <a:ext cx="8412480" cy="370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types support both function-based and class-based implementations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Middleware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middleware intercepts and modifies agent run execution</a:t>
            </a:r>
            <a:endParaRPr lang="en-US" sz="1600" dirty="0"/>
          </a:p>
          <a:p>
            <a:pPr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AgentContext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 middleware wraps run-level middleware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Function/chat middleware follows the same wrapping principle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https://learn.microsoft.com/en-us/agent-framework/concepts/agents/middleware/agent-vs-run-scope?tabs=python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Run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once on the Agent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every run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baseline security, telemetry, and policy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Run-level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to one agent.run(...)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only to that invocation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targeted diagnostics or per-request customization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https://learn.microsoft.com/en-us/agent-framework/concepts/agents/middleware/agent-vs-run-scope?tabs=python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executes like an onion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enters, then A2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enters, then R2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at the center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exits, then R1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exits, then A1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outermost layer finishes last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onion, printed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official agent_and_run_level_middleware.py sample live: printed enter/exit lines match the previous slide's onion diagram exactly — agent-level middleware outermost, run-level middleware inside it, the agent execution at the center.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demos/day3/module-4-demo-1-onion-order.md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https://github.com/microsoft/agent-framework/blob/main/python/samples/02-agents/middleware/agent_and_run_level_middleware.py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through context.metadata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9786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middleware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" y="1581912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correlation ID and start time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72584" y="1078992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19786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middleware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18888" y="1581912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 enrich shared metadata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305409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Tool/model interceptors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" y="3438144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trace context and decisions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72584" y="2935224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305409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unwind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18888" y="3438144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results and emit one summary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https://learn.microsoft.com/en-us/agent-framework/concepts/agents/middleware/shared-state?tabs=python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and timing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560320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timing(context, call_next):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started = perf_counter()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context.metadata[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"trace_id"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new_trace_id()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call_next()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record_duration(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perf_counter() - started,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context.metadata[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"trace_id"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4338193"/>
            <a:ext cx="8412480" cy="370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 the middleware when creating your agent: middleware=[(add your middleware here)]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https://learn.microsoft.com/en-us/agent-framework/concepts/agents/middleware/defining-middleware?tabs=python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can short-circuit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request, identity, quota, or policy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13432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2532888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64261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79192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call_next() when the request is permitted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0016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9744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result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 controlled AgentResponse when blocked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47688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7144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7687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97687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97496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13448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MiddlewareTermination ends the pipeline deliberately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131818"/>
            <a:ext cx="8412480" cy="57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middleware stops execution by setting context.result when needed and raising MiddlewareTermination, or by short-circuiting the chain without calling call_next()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https://learn.microsoft.com/en-us/agent-framework/concepts/agents/middleware/termination?tabs=python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has an explicit result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929384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blocked(context.messages):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context.result = AgentResponse(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messages=[Message(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"assistant"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[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can't process this request."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])]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MiddlewareTermination()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call_next()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https://learn.microsoft.com/en-us/agent-framework/concepts/agents/middleware/termination?tabs=python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blocks a request, live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official atr_validation_middleware.py sample live: a benign query passes through normally, then a query matching a deny-list rule is blocked before the tool executes — context.result set, MiddlewareTermination raised, exactly as the previous slide's code shows.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demos/day3/module-4-demo-2-guardrail-termination.md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https://github.com/microsoft/agent-framework/blob/main/python/samples/02-agents/middleware/atr_validation_middleware.py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exceptions where you can add value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tool arguments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or normalize before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Transient model/service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or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retry if the operation is 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violation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or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result + termination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useful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Record, clean up, re-raise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https://learn.microsoft.com/en-us/agent-framework/concepts/agents/middleware/exception-handling?tabs=python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must be bounded and idempotent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9786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" y="1581912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only known transient failures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72584" y="1078992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19786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safety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18888" y="1581912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 idempotent operation?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305409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" y="3438144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with a fixed maximum attempt count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72584" y="2935224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305409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18888" y="3438144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last failure; never loop forever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https://learn.microsoft.com/en-us/agent-framework/concepts/agents/middleware/exception-handling?tabs=python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OTel is not custom middleware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observability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OpenTelemetry integration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Agent/model/tool spans and metrics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for baseline telemetry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middleware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policy and validation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transformation or short-circuit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only what standard instrumentation does not provide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https://learn.microsoft.com/en-us/agent-framework/agents/observability?tabs=python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and performance trade-offs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Outermost first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Authentication and cheap rejection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cost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Chat and function middleware can run many times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risk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Document which layer changes messages, options, or results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Preserve streaming behavior; do not buffer unless required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Experimental: Agent Hooks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middleware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interception and composition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specific ordering and behavior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pattern for this workshop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Hooks — EXPERIMENTAL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standard governance and runtime controls at well-defined points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Agent Hooks Specification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plane, not telemetry plane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return a verdit that can optionally be enforced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https://learn.microsoft.com/en-us/agent-framework/agents/agent-hooks?tabs=python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place controls at agent, function, or chat frequency intentionally.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agent-level scope for baselines and run-level scope for one request.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reason about onion order before you register middleware.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context.result and raise MiddlewareTermination to short-circuit.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8587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862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" y="38404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retries bounded, classified, and safe for side effects.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https://learn.microsoft.com/en-us/agent-framework/concepts/agents/middleware/?tabs=python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Middleware &amp; Robust Agents</dc:title>
  <dc:subject>Day 3 — Single-Agent Runtime + MCP</dc:subject>
  <dc:creator>Building AI Apps and Agents Workshop</dc:creator>
  <cp:lastModifiedBy>Building AI Apps and Agents Workshop</cp:lastModifiedBy>
  <cp:revision>1</cp:revision>
  <dcterms:created xsi:type="dcterms:W3CDTF">2026-08-29T18:47:06Z</dcterms:created>
  <dcterms:modified xsi:type="dcterms:W3CDTF">2026-08-29T18:47:06Z</dcterms:modified>
</cp:coreProperties>
</file>