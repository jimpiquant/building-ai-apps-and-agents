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Mechanism for cross-cutting concerns. Agent-level middleware wraps run-level middleware.
• GROUNDING SOURCE: https://learn.microsoft.com/en-us/agent-framework/concepts/agents/middleware/?tabs=python&amp;pivots=programming-language-python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agent_and_run_level_middleware.py as-is.
• GROUNDING SOURCE: https://github.com/microsoft/agent-framework/blob/main/python/samples/02-agents/middleware/agent_and_run_level_middleware.py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atr_validation_middleware.py (FunctionMiddleware + MiddlewareTermination, real deny-list fallback with no extra install required).
• GROUNDING SOURCE: https://github.com/microsoft/agent-framework/blob/main/python/samples/02-agents/middleware/atr_validation_middleware.py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204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implements cross-cutting concerns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validation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of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from your core logic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3411093"/>
            <a:ext cx="8412480" cy="12980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middleware of the same type are registered, they form a chain where each calls the call_next() callback to continue processing.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call_next() does not take the context as an argument; middleware mutates the shared context object directly and then awaits call_next(). The call_next callback continues the middleware chain or executes the agent if it's the last middleware.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https://learn.microsoft.com/en-us/agent-framework/concepts/agents/middleware/?tabs=python&amp;pivots=programming-language-python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 of Middleware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51876"/>
                <a:gridCol w="2532790"/>
                <a:gridCol w="352781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(tool)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types support both function-based and class-based implementations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 intercepts and modifies agent run execution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AgentContext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 middleware wraps run-level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Function/chat middleware follows the same wrapping principle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Run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per-request customization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onion, printed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agent_and_run_level_middleware.py sample live: printed enter/exit lines match the previous slide's onion diagram exactly — agent-level middleware outermost, run-level middleware inside it, the agent execution at the center.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demos/day3/module-4-demo-1-onion-order.md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https://github.com/microsoft/agent-framework/blob/main/python/samples/02-agents/middleware/agent_and_run_level_middleware.py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 example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the middleware when creating your agent: middleware=[(add your middleware here)]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Python, middleware stops execution by setting context.result when needed and raising MiddlewareTermination, or by short-circuiting the chain without calling call_next()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can't process this request."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MiddlewareTermination()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blocks a request,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atr_validation_middleware.py sample live: a benign query passes through normally, then a query matching a deny-list rule is blocked before the tool executes — context.result set, MiddlewareTermination raised, exactly as the previous slide's code shows.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demos/day3/module-4-demo-2-guardrail-termination.md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https://github.com/microsoft/agent-framework/blob/main/python/samples/02-agents/middleware/atr_validation_middleware.py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1933903"/>
                <a:gridCol w="3674417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Authentication and cheap rejection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Chat and function middleware can run many times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Document which layer changes messages, options, or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Preserve streaming behavior; do not buffer unless required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specific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standard governance and runtime controls at well-defined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Agent Hooks Specification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plane, not telemetry plane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return a verdict that can optionally be enforced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2026-09-01T16:40:46Z</dcterms:created>
  <dcterms:modified xsi:type="dcterms:W3CDTF">2026-09-01T16:40:46Z</dcterms:modified>
</cp:coreProperties>
</file>