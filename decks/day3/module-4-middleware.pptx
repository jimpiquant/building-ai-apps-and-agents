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 fire at different frequencies</a:t>
            </a:r>
            <a:endParaRPr lang="en-US" sz="2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agent-level or run-level scope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request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timing: the smallest useful pattern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context.metadata["trace_id"]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await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finally: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context.metadata["trace_id"],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messages=[Message("assistant", ["I can't process this request."])]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MiddlewareTermination()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cheap rejection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function middleware can run many times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which layer changes messages, options, or results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streaming behavior; do not buffer unless required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awareness: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App-defined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fail-closed governance boundary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agent, chat, and function stages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only; verify current API before adoption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2026-08-23T16:55:07Z</dcterms:created>
  <dcterms:modified xsi:type="dcterms:W3CDTF">2026-08-23T16:55:07Z</dcterms:modified>
</cp:coreProperties>
</file>