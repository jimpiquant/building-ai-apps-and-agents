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Final Day 2 module — kickoff for the ~2-hour lab
• 20 min target; 12 slides ≈ 24 min at 2 min/slide — slight over, coverage &gt; trim per policy
• Purely orientation: what/where/how, not new concepts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lab as an EXTENSION of Day 1 — not a from-scratch build
• Four capabilities to add
• Mock backends now, real MCP tomorrow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parts map to today's modules
• Part A = knowledge (Modules 1-3)
• Part B = tools (Modules 4-6)
• Part C = combining (see the lab's Part C guide)
• ~2 hours with breaks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A = Knowledge layer
• Five concrete steps
• 'Two the docs cannot answer' — teaches the refusal path
• Explicit DoD numbers — attendees know when to move 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B = Actions layer
• Six concrete steps
• Isolation testing before wiring — Module 6 discipline
• Golden set has TWO 'none' entries — model must know when NOT to call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C = Combining
• Uses the instruction template pre-wired in part_c_combined.py
• Three query types cover the three interesting composition cases
• Trace order is what's validated — not just the final answer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Layout walk-through
• Same structure as Day 1 lab for continuity
• Bold on what attendees author vs. what's provided
• Point out the .env.example line — reuses Day 1 endpoint format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Prereqs all from Day 1 — no new setup
• Fresh MSDN sub with Foundry project
• If Day 1 didn't work, don't push forward — pair with a helper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Explicit non-goals prevent scope creep
• Each non-goal has a home in a later day
• This is HOW we finish in 2 hours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expectations — iteration is expected
• Attendees should feel PERMISSION to iterate, not stress about first-try correctness
• The MUSCLE is the deliverable, not the perfect 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Support structure — Slack + 2 TAs
• Four pre-baked common issues
• 15 min stuck rule — flag it
• Don't lose an hour to something we've already documented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Five-bullet handoff
• 'Definition of done, not perfection' — reset expectations
• Close with 'let's build' — energizing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Day 3 preview — carries the pattern forward
• Mocks → real MCP
• Reassure: today's work is not throwaway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 · 20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assistant with ticket triage + evaluation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Day 1 docs assistant into a support triage agent that: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product questions from documentation (Day 1 baseline)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a support ticket when the docs don't cover it (Module 6)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up the status of an existing ticket (Module 6)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measured with a retrieval eval and a tool-use eval (Module 3)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0233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Python. Mock function tools — Day 3 swaps to a real Azure DevOps MCP.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parts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572000"/>
                <a:gridCol w="1463040"/>
                <a:gridCol w="14630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a Foundry IQ knowledge source; run retrieval 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 create_ticket + lookup_status; add tool-use 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 knowledge + tools; iterate on instructions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9776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lab time budget: ~2 hours (with breaks).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Knowledge grounding + retrieval 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move the Day 1 assistant from 'prompt-only' to 'grounded in docs.'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Foundry IQ knowledge source from a small docs corpus (provided)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it to your Day 1 agent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three questions the docs answer + two the docs cannot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Retrieval and Groundedness evaluators from Module 3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baseline scores in evals/part_a_baseline.json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done: Retrieval score &gt;= 0.7 on the answerable set; Groundedness &gt;= 0.8.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Author function tools + tool-use 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add real actions to the assistant.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create_ticket(title, body, priority) — mock backend, Pydantic schema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lookup_status(ticket_id) — mock backend, async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pytest tests for both tools in isolation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tools to the agent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evals/tools_golden_set.jsonl — 6 queries: 2 create, 2 lookup, 2 none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tool-use eval; iterate on descriptions until you pass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done: 6/6 tool selections match tools_golden_set.jsonl.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Combine knowledge + tools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the agent picks the right order.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Part A knowledge source AND the Part B tools to one agent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instructions using the template in part_c_combined.py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three combined queries to combined_golden_set.jsonl: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Retrieve-then-act (docs → ticket)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Act-then-retrieve (lookup → policy explanation)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Docs-only (no tool call)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on instructions until all three pass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done: all three combined queries produce the expected trace order.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starter repo layout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3657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labs/day2/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    # you're here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data/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docs/                     # mock product docs (10 files)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python/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pyproject.toml            # uv-managed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.env.example              # FOUNDRY_PROJECT_ENDPOINT, etc.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agent.py                  # start here — Day 1 baseline copy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tools.py                  # your create_ticket + lookup_status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mock_backend.py           # in-memory ticket store (provided)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tests/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test_tools.py             # your isolation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test_golden_set.py        # your eval runner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evals/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retrieval_eval.py         # provided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tools_golden_set.jsonl    # you'll author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combined_golden_set.jsonl # you'll author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starting: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complete and working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installed (from Day 1)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in .env (from Day 1)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model: gpt-5.6-luna (from Day 1)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MSDN subscription with Foundry project — same as Day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204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uv sync in labs/day2/python/ then cp .env.example .env.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Day 1 isn't fully working, we'll pair you with a helper before proceeding.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WON'T do today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out of scope for Day 2 lab: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Azure DevOps integration → Day 3 (MCP)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→ Day 4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instrumentation / OTel → Day 5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Approval-mode UX → mentioned in Module 6, not implemented today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implementation → Python only per workshop policy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scope tight means Parts A-C actually finish in ~2 hours.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is the point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NOT pass every eval on the first try. That's designed in.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to: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920240"/>
            <a:ext cx="8412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a tool description at least once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the four-line instructions in Part C at least twice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model pick the wrong tool and fix it via description tightening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isn't to write it right the first time — the goal is to build the eval → iterate → re-eval muscle. That's the day-in day-out workflow.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during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pod: dedicated Slack channel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TAs on call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issues pre-baked into the troubleshooting table: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2697480"/>
            <a:ext cx="8412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endpoint format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 knowledge source ingestion delay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 when descriptions overlap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vs. environment precedence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early. If you're 15 min stuck on something not in the troubleshooting table, flag it.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 before you start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parts, ~2 hours, Python only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is explicit in every part — chase it, not perfection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tools now, real MCP tomorrow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is the point — build the eval-loop muscle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early if stuck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40233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build. See you at the debrief.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 after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 (Day 3): we swap mocks for real integrations.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create_ticket becomes a real Azure DevOps MCP call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lookup_status becomes a real Azure DevOps MCP query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conceptual pattern you built today — different backend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MCP tool authoring on top of Day 2's function tool authoring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build today carries forward.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2026-08-21T12:06:32Z</dcterms:created>
  <dcterms:modified xsi:type="dcterms:W3CDTF">2026-08-21T12:06:32Z</dcterms:modified>
</cp:coreProperties>
</file>