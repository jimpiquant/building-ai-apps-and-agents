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(see the lab's Part C guide)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the instruction template pre-wired in part_c_combined.py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template in part_c_combined.py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gpt-5.6-luna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