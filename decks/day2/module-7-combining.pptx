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Day 2 synthesis module
• 25 min target; 13 slides ≈ 26 min at 2 min/slide — right at target
• Bridges Modules 1-3 (Knowledge) with Modules 4-6 (Actions)
• Sets up Part C of the lab (combined flows)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families synthesized here
• Real agents rarely use just one
• Set expectation: this module is about the INTERACTION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orders — memorize the names
• Retrieve-then-act = docs shape the action
• Act-then-retrieve = state grounds the explanation
• Instructions are the steering wheel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Concrete example — login 500 error
• Retrieval provides classification info
• Tool call is BETTER because retrieval ran first
• The italic instruction cue is what steers this order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Reverse order — tool call FIRST
• Retrieval grounds the EXPLANATION, not the action
• Common for user-specific questions
• Instruction cue is different from the previous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ways to expose knowledge — both look like 'knowledge' to the model
• Operational trade-off is what you're picking
• Hosted IQ = fastest to production
• Custom retrieval tool = when you need control (filters, hybrid, tenant scoping)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four-line template attendees will use in Part C
• Each line covers a distinct policy
• Default source, state-first, retrieve-before-act, refusal
• Cheap to write, catches 80% of naive-composition bugs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Failure mode #1 of 3
• Common when defaults are missing
• Trace inspection is the tell
• Day 5 goes deep on trace shape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Failure mode #2 of 3
• Fix ORDER matters — knowledge description first, tool description second
• Tightening descriptions is cheaper than restructuring the agent
• Golden set entry is the guardrail against regression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Failure mode #3 of 3
• Most common failure in the wild
• Defaults + constraints is the fix
• 80% impact on latency complaints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Cost/latency is where combined flows earn or lose their keep
• Naive prompts = 2x LLM calls, 2x retrieval, 2x tool calls
• Well-steered = minimum needed
• p95 latency is where users notice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Approval gate ORDER matters in combined flows
• Retrieval before gate, tool call after gate
• Retrieval is safe (no side effects)
• Actions get the gate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Reinforce Day 1 framing with combined-lens sharpening
• Composition order = the key differentiator
• Publix likely mixes both — call this out
• Not either/or; use both for what each is good 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Six-bullet recap
• Emphasize: order matters, instructions steer, failure modes are fixable via descriptions
• Bridge to Module 8 — lab kickoff
• Time check — Modules 1-7 = ~220 min against 240 budget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Knowledge + Tools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that brings Day 2 together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learned two families of capabilities: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(Modules 1-3): Foundry IQ, custom RAG on AI Search, retrieval eval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(Modules 4-6): the tools layer, Toolbox, authoring custom function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agents use both. This module: how they interact — and how they fail when combined naively.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composition orders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that touches both knowledge and tools follows one of two orders: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108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Retrieve-then-act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context first, then call a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that depend on facts (policies, entitlements, docs)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Act-then-retrieve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 tool to fetch state, then reason over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User-specific state (my orders, my tickets, my quota)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workflows are one or the other. Some are both, in sequence.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instructions steer which order it picks.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Retrieve-then-act (the docs-assistant pattern)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3774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"My login keeps failing with a 500 — can you file a ticket?"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Model retrieves: "Login troubleshooting" doc chunk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Model reads: doc says "500 errors mean auth service is down"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Model calls: create_ticket(title="Auth service 500",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priority="high",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body="Confirmed via login troubleshooting doc")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shapes the tool call. The ticket is better because retrieval ran first.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cue: "Before creating tickets, consult the documentation to classify the problem accurately."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Act-then-retrieve (the lookup-first pattern)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"Why is my order still processing?"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Model calls: lookup_order_status(order_id from ctx)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Tool returns: {status: "held", reason: "payment_review"}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Model retrieves: "Payment review" policy doc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Model answers: grounded explanation of what "payment_review" means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provides the fact; retrieval provides the explanation.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cue: "For account-specific questions, look up the current state first, then explain using policy documentation."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retrieval as a tool vs. hosted knowledge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expose knowledge to an MAF agent: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knowledge (Foundry IQ)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Attached at agent 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retrieval, no custom logic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as a function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 wraps your AI Search / custom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scoring, filtering, hybrid, per-tenant scoping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start with hosted IQ; drop to a custom retrieval tool when you need control IQ doesn't give you.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patterns for combining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Well-written instructions tell the model which order to prefer: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support assistant.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product questions, use the documentation knowledge source.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account-specific questions (orders, tickets, entitlements),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up the current state with the lookup_* tools BEFORE explaining.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creating tickets, first check documentation for the correct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category, then call create_ticket with that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don't find an answer in documentation and no tool applies,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"I don't have that information."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 carry the whole policy: default source, state-first, retrieve-before-act, refusal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1 — Tool called before retrieval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agent creates a ticket without checking docs, ticket has wrong category or priority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instructions don't say 'check docs first'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explicit ordering to instructions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set: add a query that requires retrieve-then-act; assert doc chunk appears BEFORE tool call in trace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23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model retrieved  ← should exist BEFORE step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model called create_ticket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2 — Retrieval used when a tool should have been called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user asks 'What's my order status?' → agent quotes a general policy doc instead of calling lookup_order_status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tool description is too narrow OR knowledge source description is too broad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(in order of preference):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knowledge source description: "General product documentation. Does NOT contain account-specific state."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tool description with triggers: "Use whenever the user references their own orders, tickets, or account."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golden-set entry that fails until (1) and (2) are correct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3 — Both fire, model gets confused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agent retrieves AND calls a tool for a simple question, produces a rambling combined answer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instructions don't set a default source. Model tries everything.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set a default and constrain: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8412480" cy="10972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source: documentation.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call a tool when the user references their own account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asks you to perform an action.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defaults are cheap and prevent 80% of 'why is this so slow?' complaints.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latency implications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has a different cost/latency profile: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LLM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tool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Retrieve-then-act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Act-then-retrieve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(retrieve + act + retrieve)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(reasoning between)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→ tries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to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to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to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prompts hit the last row. Well-steered prompts hit rows 1-2.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row can easily double p95 time-to-first-token.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in combined flows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Module 4: approval_mode='always_require' prompts before a tool call.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combined flow, the gate falls AFTER retrieval but BEFORE the tool call: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1554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Retrieve docs → (no gate)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Model formulates create_ticket call → GATE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User approves → tool executes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Model summarizes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point: put gates on the ACTION, not the retrieval. Retrieval is safe by default; actions have side effects.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vs. Foundry Agent Service — combined lens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knowledge + tools sharpens the Day 1 framing: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3035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Agent Service (Prompt agents)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retrieval + hosted tools cover your needs; you want the portal +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MAF in-process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retrieval, custom tools, or fine-grained control over composition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 will mix both — a Prompt agent for the docs-Q&amp;A path, an MAF agent for the ticket-triage path.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orders: retrieve-then-act and act-then-retrieve. Pick per workflow.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steer order. Four lines is often enough.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modes: tool-before-retrieval, retrieval-when-tool-expected, both-fire. All fix with description tightening.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default source. Prevents naive 'try everything' behavior.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go on the action, not on retrieval.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for custom composition; Prompt agents when hosted defaults fit.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Day 2 lab kickoff. You'll build the docs-assistant with ticket triage + evaluation.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2026-08-15T19:48:52Z</dcterms:created>
  <dcterms:modified xsi:type="dcterms:W3CDTF">2026-08-15T19:48:52Z</dcterms:modified>
</cp:coreProperties>
</file>