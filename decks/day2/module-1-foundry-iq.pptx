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Open Day 2 — Knowledge and Actions in depth
• Module 1 = Knowledge layer of the five-layer stack
• 35 min live; light on code, heavy on architecture + trade-offs
• Attendees should leave with a clear picture of what IQ is and when to reach for it
• Custom RAG (Module 2) is the counterweight — don't teach it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Reground attendees in the Day 1 five-layer stack
• Module 1 = Layer 4 Knowledge; Module 2 = Layer 4 continued (custom RAG)
• Modules 4–7 tackle Layer 3 Actions (function tools, Toolbox)
• The italicized line is the whole module's frame — say it out loud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One-line pitch: managed RAG-as-a-service tuned for agents
• Emphasize 'you never write the retrieval code' — this is the developer benefit
• Second key point: reusable — one knowledge base, many agents
• Under the hood is AI Search, so investments in AI Search knowledge transfer
• Preview status: some IQ features are still in preview; check the note in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Three-part vocabulary attendees must nail:
•   Knowledge source = one connection (many)
•   Knowledge base = the thing an agent connects to (one)
•   Agentic retrieval = the engine (behind the scenes)
• Agents point at ONE knowledge base; that KB spans many sources
• Common confusion: attendees try to attach multiple KBs to one agent — you attach one KB with multiple sources instead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column: content is ingested into AI Search up front, queried locally
• Right column: content stays in the source system, retrieved at query time
• Preview labels move — verify current status before delivering
• Fabric Data Agent and Work IQ let you mix IQs (Foundry + Fabric + Work) via IQ
• MCP server as a knowledge source is preview — different from MCP tools (Day 3)
• Call out the ranking pipeline is unified — attendees think of these as one result set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row — ~5 sec per row
• The trade-off attendees should internalize: cost/latency (indexed) vs. freshness/simplicity (remote)
• Indexed also means you pay to keep an AI Search index warm
• Remote means every query hits the source — could rate-limit or bill per call
• The rule of thumb line is the takeaway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pitch — attendees compare to their own hand-rolled RAG mentally
• Four steps: plan, execute, rank, return
• LLM planning is optional (minimal effort skips it) — next slide covers this
• Parallel execution is a real perf win over serial retrieve-then-rerank
• The 'pipeline you get for free' framing lands the value prop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Effort is per query — not fixed at agent level
• Simple lookups use minimal; complex multi-hop uses medium
• Attendees will overreach and use medium for everything — remind them of cost/latency
• Preview label on low/medium — check current status
• Real-world pattern: A/B test minimal vs. low on your actual query mix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enterprise-hardening pitch
• Hand-rolling per-user permission filtering on top of AI Search is a lot of work
• IQ does it at query time — caller's Entra identity flows through
• Sensitivity labels: preview; verify status before promising it in a design
• Ask attendees: 'anyone hit this problem before?' — usually a few nods from architects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= today; right = Module 2 territory
• Two-way street: real systems often use IQ for most content + custom RAG for one specialty index
• Ask attendees which side their planned scenarios fall on — many will straddle
• Set up Module 2 by ending on 'if your case is on the right side, Module 2 covers it'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Reassure — 'you don't write retrieval code in your agent'
• For Prompt agent / Hosted agent, the KB is wired in the agent's config in Foundry
• For Path C (your own code), you either use the KB REST API directly or the AI Search SDK
• Lab today wires a KB to attendees' Day 1 Prompt agent
• Don't dwell on the C# equivalent here — just mention it exists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Day 1's Portal-for-learning / CLI-for-production framing
• Verify the exact CLI/REST surface before delivering — this space moves fast
• Lab uses the Python SDK (azure-search-documents) for creation
• Portal is still valid for exploration and debugging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Awareness-only slide — attendees have probably heard 'Fabric IQ' and 'Work IQ' too
• The nice pitch: all three are addressable via Foundry IQ knowledge sources
• Not teaching Fabric IQ or Work IQ today — just placing them on the map
• If attendees ask 'what about Copilot Studio agents' — those can consume a Foundry IQ KB too (per Learn)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Pause here for questions — these are the traps attendees will hit in the lab and in production
• The description trap is subtle — encourage writing descriptions like tool docstrings (Day 1 Module 3)
• The permission trap is the design-time trap — decide up front, hard to retrofit
• The citation trap is why Module 3 (eval) exists — evaluate groundedness, not just answer 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Ask attendees to name the three building blocks out loud
• Bridge to Module 2 (Custom RAG) — 'IQ isn't always the answer'
• Time check — should be about 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and grounding for your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or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Modules 4–7 today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← this module and Module 2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answers: how does my agent know things beyond the model's training data?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IQ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managed knowledge and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scattered enterprise content into permission-aware, reusable knowledge bases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Azure AI Search under the hood — but you never write the retrieval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 can be shared by many agents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learn.microsoft.com/azure/foundry/agents/concepts/what-is-foundry-iq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building blocks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 to one data store — blob container, SharePoint site, existing AI Search index, Fabric data agent, the web…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Top-level resource an agent connects to. Wraps one or more knowledge sources plus retrieval parameters.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retrieval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that runs multi-query pipelines across all sources in a knowledge base and returns unified, ranked results.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connects to one knowledge base. That knowledge base can span many knowledge sources.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knowledge sources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 (wrap an existing one)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SQL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 (preview)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(Bing) — public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Data Agent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Ontology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IQ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(preview)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flow through the same ranking pipeline. You mix indexed and remote in one knowledge base.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— trade-offs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3200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location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 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Stays in source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latency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(local)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(round-trip)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indexer schedule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 pipeline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 a connection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Docs, blob, structured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data, collab surfaces, third-party APIs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+ queries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query against source platform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index anything you query hundreds of times per day; go remote for the rest.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retrieval — what happens on a query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— an LLM (optional) decomposes the question into sub-queries and picks which sources to hit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— sub-queries run in parallel (keyword, vector, or hybrid per source)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— unified reranker scores results across 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— top results plus source citations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more than 'vector search + LLM.' It's a small pipeline you get for free.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 how much LLM planning happens per query.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— no LLM planning. Fast, cheap. One direct query. GA.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LLM plans the sub-queries and picks sources. Preview.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— LLM plans plus iterates for deeper results. Preview.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7947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effort = better answers on complex questions, higher latency and cost. Choose per query, not per agent.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verify status in Learn before wiring into production paths.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sync — indexed sources pull access control lists from the source (SharePoint, OneLake) into the index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labels — Microsoft Purview labels flow through blob / OneLake / 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Query-time enforcement — retrieval runs under the caller's Entra identity; only content the user is authorized to see comes back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base, different answers per user — no per-tenant infrastructure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biggest reason to prefer Foundry IQ over hand-rolling RAG on AI Search for enterprise content.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IQ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custom RAG (Module 2)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in a supported source (SharePoint, OneLake, blob, web, Fabric…)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managed indexing, chunking, embeddings, refresh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without writing it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control IQ doesn't yet give you (custom re-rankers, unusual chunk sizes, novel embeddings)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invested in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SLA below what IQ's pipeline delivers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knowledge bases in MAF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MAF app, the knowledge base is just another dependency — no retrieval code in your agent: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instructions="Answer with citations from the docs knowledge base.",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knowledge_base_id wired via Foundry project configuration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/ Hosted agents: KB attached in agent config. Path C: call the knowledge-base REST API or AI Search SDK.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IaC-first: create from code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operating norm as Day 1 — resource creation lives in code, not the portal.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CLI — az search knowledge-source create ... (verify current command surface)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— PUT https://&lt;search&gt;.search.windows.net/knowledgeSources/&lt;name&gt;?api-version=2026-04-01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SDK — azure-search-documents client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— fine for exploration; not the workshop path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do the SDK path in today's lab.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IQ workloads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is one of three managed IQ layers.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  <a:gridCol w="3383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this workshop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knowledge — SharePoint, OneLake, blob, web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←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 — OneLake, Power BI, ontologies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(Fabric Data Agent, 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M365 collaboration signals — Teams, meetings, 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knowledge base can reference all three. Not required for the workshop.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knowledge source description — LLM uses it to pick sources at low/medium effort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retrieval effort for the workload — medium on latency-sensitive UX; minimal on multi-hop questions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permission model — building on blob without ACL sync, discovering per-user filtering is required later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mismatch — default chunking on structured docs that need semantic chunking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citations — you skip verifying the model actually cites the retrieval, hallucinations sneak back in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= managed knowledge for agents. Knowledge sources, knowledge bases, agentic retrieval — three pieces.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is your first design choice. Index hot content, go remote for live data.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 at query time is the enterprise pitch. Hard to build; hard to skip.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 trades latency for quality per-query.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from code, not the portal.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 — for the cases where IQ isn't the right answer yet.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2026-08-10T21:49:39Z</dcterms:created>
  <dcterms:modified xsi:type="dcterms:W3CDTF">2026-08-10T21:49:39Z</dcterms:modified>
</cp:coreProperties>
</file>