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Planning only happens with an LLM attached to the KB at Low or Medium effort — next slide covers when to pick each level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big message: Low is the default, but Minimal is often better for agent-consumed IQ
• Attendees will assume higher effort = better. Push back — the agent LLM does the reasoning at Minimal, you pay less and get lower latency
• Query planning requires an LLM attached to the knowledge base at the KB level (not per-request)
• Answer synthesis is separate from planning — you can have planning on and still return extractive data to feed the agent
• Iterative retry is Medium-only, capped at one retry, uses a semantic classifier to decide if a retry is warranted
• Source-per-KB limit is now 10 on all tiers in the current preview API (earlier preview versions capped Low at 3 and Medium at 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Today's lab uses the portal deliberately (blob-backed KB is faster to set up in the portal than in code, and RBAC is the same either way)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at Low or Medium effort, an LLM decomposes the question into sub-queries and picks which sources to hit. At Minimal, this step is skipped and the raw query goes straight to every source.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— pick the level per question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828800"/>
                <a:gridCol w="146304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synthesis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pick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single-shot search, all sources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extractive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Predictable, low latency, low cost. Often the right answer for agent-consumed IQ — your agent's own model does the reasoning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(default)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one planning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(5K tokens)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of latency and depth. Good starting point for most labs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planning plus one iterative retry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(10K tokens)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multi-hop questions where recall matters. Select regions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7947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 knowledge sources per KB on all tiers (2026-05-01-preview).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160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preview in the Foundry and Azure portals; parts of agentic retrieval are GA on the 2026-04-01 REST API.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learn.microsoft.com/azure/search/agentic-retrieval-how-to-set-retrieval-reasoning-effort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learning, IaC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production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use it for today's lab so we don't spend the workshop on IaC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lab uses the portal for the KB setup so you can focus on retrieval quality and agent behavior. Real production paths belong in IaC — that's the norm we set on Day 1.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you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2026-08-20T23:43:05Z</dcterms:created>
  <dcterms:modified xsi:type="dcterms:W3CDTF">2026-08-20T23:43:05Z</dcterms:modified>
</cp:coreProperties>
</file>