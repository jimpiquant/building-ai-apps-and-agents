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Open Day 2 — Knowledge and Actions in depth
• Module 1 = Knowledge layer of the five-layer stack
• 35 min live; light on code, heavy on architecture + trade-offs
• Attendees should leave with a clear picture of what IQ is and when to reach for it
• Custom RAG (Module 2) is the counterweight — don't teach it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Reground attendees in the Day 1 five-layer stack
• Module 1 = Layer 4 Knowledge; Module 2 = Layer 4 continued (custom RAG)
• Modules 4–7 tackle Layer 3 Actions (function tools, Toolbox)
• The italicized line is the whole module's frame — say it out loud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One-line pitch: managed RAG-as-a-service tuned for agents
• Emphasize 'you never write the retrieval code' — this is the developer benefit
• Second key point: reusable — one knowledge base, many agents
• Under the hood is AI Search, so investments in AI Search knowledge transfer
• Preview status: some IQ features are still in preview; check the note in Learn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Three-part vocabulary attendees must nail:
•   Knowledge source = one connection (many)
•   Knowledge base = the thing an agent connects to (one)
•   Agentic retrieval = the engine (behind the scenes)
• Agents point at ONE knowledge base; that KB spans many sources
• Common confusion: attendees try to attach multiple KBs to one agent — you attach one KB with multiple sources instead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DEMO 1.1 · ~4 min
• Storage account + contoso-docs blob container + 10 docs already uploaded before the module
• Foundry portal at the project, Build → Knowledge already open
• Step 1 (~60s): Knowledge → +Create a knowledge base → name it contoso-docs → paste the KB description → Add sources → +Azure Blob Storage → point at the container → System-assigned MI → text-embedding-3-small → Create
• Speaker note: 'That description matters — the model uses it later to decide when to reach for this source.'
• Step 2 (~90s, portal spinner): while ingestion runs, talk through what just happened — chunking + embeddings + index all delegated to Foundry, replacing what used to be an AI Search Index pipeline you'd wire up by hand
• Step 3 (~45s): attach the KB to your Day 1 docs-assistant agent; open Playground; ask 'how do I generate an API key?'; point at the grounded answer + citation
• Fallback: dry-run screenshots of every portal step + a successful grounded answer
• Payoff line: 'IQ is three objects — source, base, agent. In the lab you'll do the same three things, but from the portal following the setup guide, not from code.'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Left column: content is ingested into AI Search up front, queried locally
• Right column: content stays in the source system, retrieved at query time
• Preview labels move — verify current status before delivering
• Fabric Data Agent and Work IQ let you mix IQs (Foundry + Fabric + Work) via IQ
• MCP server as a knowledge source is preview — different from MCP tools (Day 3)
• Call out the ranking pipeline is unified — attendees think of these as one result 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each row — ~5 sec per row
• The trade-off attendees should internalize: cost/latency (indexed) vs. freshness/simplicity (remote)
• Indexed also means you pay to keep an AI Search index warm
• Remote means every query hits the source — could rate-limit or bill per call
• The rule of thumb line is the takeaway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pitch — attendees compare to their own hand-rolled RAG mentally
• Four steps: plan, execute, rank, return
• Planning only happens with an LLM attached to the KB at Low or Medium effort — next slide covers when to pick each level
• Parallel execution is a real perf win over serial retrieve-then-rerank
• The 'pipeline you get for free' framing lands the value prop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big message: Low is the default, but Minimal is often better for agent-consumed IQ
• Attendees will assume higher effort = better. Push back — the agent LLM does the reasoning at Minimal, you pay less and get lower latency
• Query planning requires an LLM attached to the knowledge base at the KB level (not per-request)
• Answer synthesis is separate from planning — you can have planning on and still return extractive data to feed the agent
• Iterative retry is Medium-only, capped at one retry, uses a semantic classifier to decide if a retry is warranted
• Source-per-KB limit is now 10 on all tiers in the current preview API (earlier preview versions capped Low at 3 and Medium at 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DEMO 1.2 · ~5 min
• PREREQ: contoso-docs-kb has an LLM attached and reasoning effort ≥ Low (not the workshop default of Minimal — temporarily crank it up for the demo)
• Two tabs open: (1) Foundry Playground with docs-assistant, (2) Azure AI Search portal → your Search service → Agentic retrieval → your KB → chat box
• Warm both pipelines with a throw-away query at least an hour before
• Step 1 (~45s, Tab 1): ask the multi-hop question about payment_review + billing impact + pro plan rate limits; agent answers with citations
• Step 2 (~30s, Tab 1): open the trace — point at the single MCP tool_call for the knowledge_base; 'from the agent's view IQ is opaque'
• Step 3 (~2 min, Tab 2): paste the same question; click the debug icon on the response; walk the activity log entry-by-entry — read each azureBlobArguments.search aloud (three planned sub-queries)
• Step 4 (~30s): single-hop contrast question in the same box — one azureBlob entry; planner adapted
• Fallback: dry-run screenshots of both activity logs (multi-hop 3-subquery + single-hop 1-subquery)
• Payoff line: 'Foundry summary vs. AI Search mechanism — same call, two levels of detail.'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enterprise-hardening pitch
• Hand-rolling per-user permission filtering on top of AI Search is a lot of work
• IQ does it at query time — caller's Entra identity flows through
• Sensitivity labels: preview; verify status before promising it in a design
• Ask attendees: 'anyone hit this problem before?' — usually a few nods from architects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Left = today; right = Module 2 territory
• Two-way street: real systems often use IQ for most content + custom RAG for one specialty index
• Ask attendees which side their planned scenarios fall on — many will straddle
• Set up Module 2 by ending on 'if your case is on the right side, Module 2 covers it'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Reassure — 'you don't write retrieval code in your agent'
• For Prompt agent / Hosted agent, the KB is wired in the agent's config in Foundry
• For Path C (your own code), you either use the KB REST API directly or the AI Search SDK
• Lab today wires a KB to attendees' Day 1 Prompt agent
• Don't dwell on the C# equivalent here — just mention it exists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Reinforce Day 1's Portal-for-learning / CLI-for-production framing
• Verify the exact CLI/REST surface before delivering — this space moves fast
• Today's lab uses the portal deliberately (blob-backed KB is faster to set up in the portal than in code, and RBAC is the same either way)
• Portal is still valid for exploration and debugging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Awareness-only slide — attendees have probably heard 'Fabric IQ' and 'Work IQ' too
• The nice pitch: all three are addressable via Foundry IQ knowledge sources
• Not teaching Fabric IQ or Work IQ today — just placing them on the map
• If attendees ask 'what about Copilot Studio agents' — those can consume a Foundry IQ KB too (per Learn)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Pause here for questions — these are the traps attendees will hit in the lab and in production
• The description trap is subtle — encourage writing descriptions like tool docstrings (Day 1 Module 3)
• The permission trap is the design-time trap — decide up front, hard to retrofit
• The citation trap is why Module 3 (eval) exists — evaluate groundedness, not just answer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Quick recap — five bullets
• Ask attendees to name the three building blocks out loud
• Bridge to Module 2 (Custom RAG) — 'IQ isn't always the answer'
• Time check — should be about 35 min 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 · 35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 Deep Dive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and grounding for your agents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in the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your Foundry-deployed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 Prompt agent, Hosted agent, or your own code + Responses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— Modules 4–7 today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← this module and Module 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— Day 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answers: how does my agent know things beyond the model's training data?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Foundry IQ 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 knowledge and grounding layer of Foundry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scattered enterprise content into permission-aware, reusable knowledge bases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Azure AI Search under the hood — but you never write the retrieval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knowledge base can be shared by many agents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learn.microsoft.com/azure/foundry/agents/concepts/what-is-foundry-iq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building blocks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to one data store — blob container, SharePoint site, existing AI Search index, Fabric data agent, the web…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Top-level resource an agent connects to. Wraps one or more knowledge sources plus retrieval parameters.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that runs multi-query pipelines across all sources in a knowledge base and returns unified, ranked results.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connects to one knowledge base. That knowledge base can span many knowledge sources.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an IQ knowledge source, portal-first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portal walkthrough: create a Foundry IQ knowledge base backed by a pre-uploaded blob container, then attach it to a docs-assistant agent. Same three objects the slide just described — knowledge source, knowledge base, agent that consumes them — but click-through instead of code. Sets attendees up for the portal setup they'll do themselves in the lab.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demos/day2/module-1-demo-1-iq-attach-portal.md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knowledge sources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091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 (wrap an existing one)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(preview)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SharePoint (preview)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(preview)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(Bing) — public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SharePoint (preview)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Data Agent (preview)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Ontology (preview)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IQ (preview)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(preview)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flow through the same ranking pipeline. You mix indexed and remote in one knowledge base.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vs. remote — trade-offs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AI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in source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(local)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(round-trip)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indexer 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Indexer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a connection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Docs, blob, structured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data, collab surfaces, third-party APIs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+ 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query against source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index anything you query hundreds of times per day; go remote for the rest.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retrieval — what happens on a query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at Low or Medium effort, an LLM decomposes the question into sub-queries and picks which sources to hit. At Minimal, this step is skipped and the raw query goes straight to every source.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— sub-queries run in parallel (keyword, vector, or hybrid per source)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— unified reranker scores results across sources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— top results plus source citations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more than 'vector search + LLM.' It's a small pipeline you get for free.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reasoning effort — pick the level per question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463040"/>
                <a:gridCol w="3931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synthesis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pick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single-shot search, all 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extractive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Predictable, low latency, low cost. Often the right answer for agent-consumed IQ — your agent's own model does the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one planning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(5K 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of latency and depth. Good starting point for most labs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planning plus one iterative retry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(10K 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multi-hop questions where recall matters. Select regions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7947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knowledge sources per KB on all tiers (2026-05-01-preview).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preview in the Foundry and Azure portals; parts of agentic retrieval are GA on the 2026-04-01 REST API.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learn.microsoft.com/azure/search/agentic-retrieval-how-to-set-retrieval-reasoning-effort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planning in slow motion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between two portals to see the same retrieval two ways. Foundry Playground: ask a multi-hop question, open the trace — one MCP tool_call is all you see. Azure AI Search chat playground for the same KB: same question, hit the debug icon on the response, and the activity log JSON shows modelQueryPlanning, three azureBlob sub-queries (with their planner-generated search strings), agenticReasoning, and modelAnswerSynthesis. Foundry gives you the summary; AI Search gives you the mechanism.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demos/day2/module-1-demo-2-query-planning-trace.md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Permission-aware retrieval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sync — indexed sources pull access control lists from the source (SharePoint, OneLake) into the index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labels — Microsoft Purview labels flow through blob / OneLake / indexed SharePoint (preview)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Query-time enforcement — retrieval runs under the caller's Entra identity; only content the user is authorized to see comes back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knowledge base, different answers per user — no per-tenant infrastructure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biggest reason to prefer Foundry IQ over hand-rolling RAG on AI Search for enterprise content.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Foundry IQ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IQ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091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custom RAG (Module 2)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 a supported source (SharePoint, OneLake, blob, web, Fabric…)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will share the knowledge base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permission-aware answers per caller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managed indexing, chunking, embeddings, refresh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the agentic retrieval pipeline without writing 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control IQ doesn't yet give you (custom re-rankers, unusual chunk sizes, novel embeddings)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source isn't a supported connector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invested in an AI Search index with heavy customization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SLA below what IQ's pipeline delivers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knowledge bases in MAF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MAF app, the knowledge base is just another dependency — no retrieval code in your agent: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24688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8138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 import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agent_framework.foundry import FoundryChatClient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AzureCliCredential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client=FoundryChatClient(credential=AzureCliCredential()),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name="DocsAssistant",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instructions="Answer with citations from the docs knowledge base.",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knowledge_base_id wired via Foundry project configuration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Hosted agents: KB attached in agent config. Path C: call the knowledge-base REST API or AI Search SDK.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for learning, IaC for production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operating norm as Day 1 — production resource creation lives in code, not the portal.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 — az search knowledge-source create ... (verify current command surface)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— PUT https://&lt;search&gt;.search.windows.net/knowledgeSources/&lt;name&gt;?api-version=2026-04-01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 — azure-search-documents client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— fine for exploration; use it for today's lab so we don't spend the workshop on IaC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 uses the portal for the KB setup so you can focus on retrieval quality and agent behavior. Real production paths belong in IaC — that's the norm we set on Day 1.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IQ workloads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 is one of three managed IQ layers.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  <a:gridCol w="33832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workshop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knowledge — SharePoint, OneLake, blob, 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— OneLake, Power BI, ontologies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as a remote knowledge source (Fabric Data Agent, preview)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M365 collaboration signals — Teams, meetings,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as a remote knowledge source (preview)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base can reference all three. Not required for the workshop.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knowledge source description — LLM uses it to pick sources at low/medium effort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retrieval effort for the workload — medium on latency-sensitive UX; minimal on multi-hop questions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 model — building on blob without ACL sync, discovering per-user filtering is required later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mismatch — default chunking on structured docs that need semantic chunking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citations — you skip verifying the model actually cites the retrieval, hallucinations sneak back in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 = managed knowledge for agents. Knowledge sources, knowledge bases, agentic retrieval — three pieces.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vs. remote is your first design choice. Index hot content, go remote for live data.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Permission-aware retrieval at query time is the enterprise pitch. Hard to build; hard to skip.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reasoning effort trades latency for quality per-query.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from code, not the portal.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RAG on AI Search — for the cases where IQ isn't the right answer yet.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2026-08-21T12:06:32Z</dcterms:created>
  <dcterms:modified xsi:type="dcterms:W3CDTF">2026-08-21T12:06:32Z</dcterms:modified>
</cp:coreProperties>
</file>