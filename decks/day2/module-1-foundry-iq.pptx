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1.1 · ~4 min
• Storage account + contoso-docs blob container + 10 docs already uploaded before the module
• Foundry portal at the project, Build → Knowledge already open
• Step 1 (~60s): Knowledge → +Create a knowledge base → name it contoso-docs → paste the KB description → Add sources → +Azure Blob Storage → point at the container → System-assigned MI → text-embedding-3-small → Create
• Speaker note: 'That description matters — the model uses it later to decide when to reach for this source.'
• Step 2 (~90s, portal spinner): while ingestion runs, talk through what just happened — chunking + embeddings + index all delegated to Foundry, replacing what used to be an AI Search Index pipeline you'd wire up by hand
• Step 3 (~45s): attach the KB to your Day 1 docs-assistant agent; open Playground; ask 'how do I generate an API key?'; point at the grounded answer + citation
• Fallback: dry-run screenshots of every portal step + a successful grounded answer
• Payoff line: 'IQ is three objects — source, base, agent. In the lab you'll do the same three things, but from the portal following the setup guide, not from code.'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Planning only happens with an LLM attached to the KB at Low or Medium effort — next slide covers when to pick each level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big message: Low is the default, but Minimal is often better for agent-consumed IQ
• Attendees will assume higher effort = better. Push back — the agent LLM does the reasoning at Minimal, you pay less and get lower latency
• Query planning requires an LLM attached to the knowledge base at the KB level (not per-request)
• Answer synthesis is separate from planning — you can have planning on and still return extractive data to feed the agent
• Iterative retry is Medium-only, capped at one retry, uses a semantic classifier to decide if a retry is warranted
• Source-per-KB limit is now 10 on all tiers in the current preview API (earlier preview versions capped Low at 3 and Medium at 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1.2 · ~5 min
• PREREQ: contoso-docs-kb has an LLM attached and reasoning effort ≥ Low (not the workshop default of Minimal — temporarily crank it up for the demo)
• Two tabs open: (1) Foundry Playground with docs-assistant, (2) Azure AI Search portal → your Search service → Agentic retrieval → your KB → chat box
• Warm both pipelines with a throw-away query at least an hour before
• Step 1 (~45s, Tab 1): ask the multi-hop question about payment_review + billing impact + pro plan rate limits; agent answers with citations
• Step 2 (~30s, Tab 1): open the trace — point at the single MCP tool_call for the knowledge_base; 'from the agent's view IQ is opaque'
• Step 3 (~2 min, Tab 2): paste the same question; click the debug icon on the response; walk the activity log entry-by-entry — read each azureBlobArguments.search aloud (three planned sub-queries)
• Step 4 (~30s): single-hop contrast question in the same box — one azureBlob entry; planner adapted
• Fallback: dry-run screenshots of both activity logs (multi-hop 3-subquery + single-hop 1-subquery)
• Payoff line: 'Foundry summary vs. AI Search mechanism — same call, two levels of detail.'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Today's lab uses the portal deliberately (blob-backed KB is faster to set up in the portal than in code, and RBAC is the same either way)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 IQ knowledge source, portal-first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walkthrough: create a Foundry IQ knowledge base backed by a pre-uploaded blob container, then attach it to a docs-assistant agent. Same three objects the slide just described — knowledge source, knowledge base, agent that consumes them — but click-through instead of code. Sets attendees up for the portal setup they'll do themselves in the lab.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demos/day2/module-1-demo-1-iq-attach-portal.md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at Low or Medium effort, an LLM decomposes the question into sub-queries and picks which sources to hit. At Minimal, this step is skipped and the raw query goes straight to every source.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— pick the level per question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146304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synthesis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pick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single-shot search, all sources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extractive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Predictable, low latency, low cost. Often the right answer for agent-consumed IQ — your agent's own model does the reasoning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(default)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one planning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(5K tokens)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of latency and depth. Good starting point for most labs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planning plus one iterative retry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(10K tokens)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multi-hop questions where recall matters. Select regions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7947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 knowledge sources per KB on all tiers (2026-05-01-preview).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160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preview in the Foundry and Azure portals; parts of agentic retrieval are GA on the 2026-04-01 REST API.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learn.microsoft.com/azure/search/agentic-retrieval-how-to-set-retrieval-reasoning-effort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planning in slow motion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between two portals to see the same retrieval two ways. Foundry Playground: ask a multi-hop question, open the trace — one MCP tool_call is all you see. Azure AI Search chat playground for the same KB: same question, hit the debug icon on the response, and the activity log JSON shows modelQueryPlanning, three azureBlob sub-queries (with their planner-generated search strings), agenticReasoning, and modelAnswerSynthesis. Foundry gives you the summary; AI Search gives you the mechanism.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demos/day2/module-1-demo-2-query-planning-trace.md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learning, IaC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production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use it for today's lab so we don't spend the workshop on IaC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lab uses the portal for the KB setup so you can focus on retrieval quality and agent behavior. Real production paths belong in IaC — that's the norm we set on Day 1.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you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2026-08-21T11:23:40Z</dcterms:created>
  <dcterms:modified xsi:type="dcterms:W3CDTF">2026-08-21T11:23:40Z</dcterms:modified>
</cp:coreProperties>
</file>