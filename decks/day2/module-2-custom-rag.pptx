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Second knowledge module — the counterweight to Module 1
• 40 min — the longest module of Day 2
• Frame as complementary to IQ, not competitive
• Attendees should leave able to pick IQ vs. classic RAG per scenario
• This module is code-heavier than Module 1 — one code slide each for query and MAF tool wiring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frame — IQ is usually right; sometimes it isn't
• Four bullets = the diagnostic criteria for 'not IQ'
• Emphasize: this is the same platform (AI Search) either way
• The choice is IQ's managed surface vs. classic RAG's direct surface
• Not either-or — real systems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R-A-G — retrieve, augment, generate
• Attendees should recognize this from any RAG article they've read
• Contrast: IQ's pipeline plans + parallelizes for you (Module 1 slide on agentic retrieval)
• Classic RAG's win = simpler, faster, fewer failure modes
• Classic RAG's loss = you build it and eval it yourself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five challenges as Module 1 — you're showing the second solution to the same problems
• Walk each row briefly (~10 sec)
• For attendees who've built RAG before: this table is 'the answers you already know'
• For attendees who haven't: this is the 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paths in — indexers, skillsets, push API
• Indexers + skillsets = the batteries-included path
• Skills include OCR, image analysis, text-split, embedding gen, custom Azure Function skills
• Push API when your source isn't supported or you have a heavy custom pipeline already
• For most workshop scenarios: indexer + integrated vectorization skill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modes = three tools. Hybrid combines the first two.
• Keyword is not obsolete — exact-match queries (product SKUs, IDs) still crush keyword
• Vector without keyword can miss exact matches
• Hybrid gets you the best of both — this is the Learn default
• The lab uses hybrid + semantic ranker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method call does hybrid + semantic ranker
• search_text = keyword lane; vector_queries = vector lane
• RRF is the merge algorithm — no LLM involved yet
• Semantic ranker (query_type=SEMANTIC) rescores the merged top 50
• This is the pipeline attendees will hand-roll in Part C of the lab — 20 lines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single highest-leverage feature in classic RAG
• Learned model — Microsoft trains + updates it
• Semantic captions = the actual sentence that answered — great for citations
• Semantic answers = extractive answer text when the passage is a Q&amp;A style match
• Attendees often skip it thinking they'll save cost — the quality lift is huge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it out loud: chunking is the biggest quality lever
• Attendees will get stuck tuning prompts when the fix is bigger chunks / smaller chunks / better boundaries
• 500 + 100 overlap is the safe starting point
• Semantic chunking (respecting section boundaries) is the next tuning step
• Module 3 shows how to measure whether your chunking is working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embedding models most attendees will pick between
• text-embedding-3-small = the sensible default
• text-embedding-3-large is a 2x storage cost — earn it with eval
• Integrated vectorization = AI Search calls the embedding model for you at index and query time
• Match dimensions rule = the #1 trap on this slide. Different dim = broken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MAF integration is trivial — wrap the search call in a @tool
• Agent decides when to call it (based on the docstring)
• Docstring is your control surface — good docstring = agent calls it correctly
• Format results with citations — attendees do this in the lab
• Same @tool decorator we teach in Module 6 — one primitive, two uses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Classic RAG can do permission-aware retrieval — but you build the ACL sync
• Store tags on each doc (user IDs, group IDs)
• Filter query with the caller's identity — AI Search does the intersection
• The unglamorous part: sync those tags when SharePoint/OneLake ACLs change
• This is why IQ's managed ACL sync is a big deal for enterprise content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Mirror of Module 1's decision framework
• Left column = the classic RAG signal set
• Right column = the IQ signal set (Module 1)
• Real systems mix — say it explicitly
• Ask: 'anyone see themselves needing both?' — expect nods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four repos cover most of what attendees will need to look at
• azure-search-openai-demo is the biggest — full azd-deployable chat app
• azure-search-classic-rag is the fastest way to see classic RAG in your language
• azure-search-vector-samples for edge cases (multimodal, custom analyzers)
• rag-time is more tutorial-flavored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Same shape as Module 1's traps slide — five bullets, ~40 sec each
• Mismatched embedding models is the sneakiest — no error, just bad results
• The 'evaluate retrieval separately' bullet sets up Module 3
• The 'no filter-based security' bullet reinforces the classic RAG trade-off vs. IQ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Emphasize: hybrid + semantic ranker is the recipe worth memorizing
• Bridge to Module 3: 'you can't tune what you don't measure'
• Time check — Modules 1+2 combined should be about 75 min in (halfway to lunch or first break)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 · 40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Foundry IQ isn't the right answer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introduced Foundry IQ — the managed knowledge layer. It's the right answer most of the time.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it isn't. This module covers the tools you reach for when it isn't: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control over indexing, chunking, or ranking that IQ doesn't yet expose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already deep into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have latency SLAs below what IQ's pipeline delivers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platform under the hood — Azure AI Search. Different surface.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RAG pattern — recap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orchestrates three steps: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— send a query to AI Search, get back the top-K passages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Augment — inject those passages into the prompt for your LLM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— LLM produces an answer grounded on what you retrieved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52044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Simple. Fast. Fewer moving parts than agentic retrieval. You own the query pipeline end-to-end.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 hides steps 1 and 2 behind agentic retrieval; classic RAG puts you in the driver's seat.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RAG challenges — and how AI Search addresses them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4572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Challenge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Search answer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understanding — users' words rarely match your docs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search + semantic ranker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Multi-source data — content is scattered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Indexers pull from 10+ sources; skills pipeline preprocesses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constraints — LLM context isn't infinite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Chunking + top-K + scoring profiles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time — users expect seconds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Millisecond queries; single-shot; you control retries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— private content stays private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Document-level trimming, filter-based ACLs, private endpoints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 solved these with IQ's LLM-driven pipeline. Classic RAG solves them with your own orchestration.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pipeline — indexers and skillsets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Indexers — pull content from Azure Blob, OneLake, SharePoint, Cosmos, SQL, and other sources on a schedule; keep the index 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Skillsets — apply transformations during indexing: OCR, image analysis, text splitting, embedding generation,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API — when you'd rather pre-process content yourself and just load it in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519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prefer indexers + skillsets when your source is a supported connector. Push API for full control.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query modes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383280"/>
                <a:gridCol w="329184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 (full text)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Inverted index, BM25, exact-term matching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content, exact-match, shared vocabulary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Similarity over embeddings — matches concepts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Conversational or vague queries, cross-language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in one query — merged and reranked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always. Best recall.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recommendation for classic RAG: hybrid search + semantic ranker. Every Learn reference lands there.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— how it actually works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search_client.search(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search_text="How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vector_queries=[VectorizableTextQuery(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text="How do I set up a Prompt agent?",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k_nearest_neighbors=5,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fields="contentVector",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query_type=QueryType.SEMANTIC,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semantic_configuration_name="default",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top=10,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40690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two lanes — keyword search on search_text; vector search on the same string embedded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Reciprocal Rank Fusion (RRF) merges the two result lists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rescores the top 50 by learned relevance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top-K to your app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ranker — the quiet weapon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query understanding from 'keyword lookup' into 'did this passage actually answer the question?'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8308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Rescores your top 50 results using a learned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captions — the sentence(s) that best answer the query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semantic answers — extractive answer text, when the passage has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API call — set query_type="semantic" and pick a semantic configuration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Cost: pennies per query at typical volumes. Quality lift: usually 15–30% higher answer relevance. Almost always on.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lever for retrieval quality.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41732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Fixed-size (e.g., 500 tokens)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Simple, predictable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Cuts across semantic boundaries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 (paragraph, section)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Chunks respect 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Uneven sizes; needs document 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 window with overlap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 across chunks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 content; more storage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(per-record)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Perfect for tabular / DB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for unstructured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fixed-size 500-token chunks with 100-token overlap. Tune from there based on your eval scores (Module 3).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text-embedding-3-small — most workshop scenarios; cheap, fast, 1536-dim, good multilingual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text-embedding-3-large — better recall on hard queries; 3072-dim; more storage/compute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vectorization in AI Search — pipe raw text through indexers; the service embeds it for you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query-time embedding to index-time embedding (same model, same dimensions)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today? text-embedding-3-small with integrated vectorization: 90% of the way with 10% of the code.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in your MAF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the search call into an MAF tool. The agent decides when to retrieve; your tool does the work.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7432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Agent, 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azure.search.documents import SearchClient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search_docs(query: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"""Search the docs index for content that answers a technical question.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whenever the user asks something specific about Foundry, MAF, or agents.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Returns the top passages with citations."""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results = search_client.search(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search_text=query,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vector_queries=[VectorizableTextQuery(text=query, k_nearest_neighbors=5, fields="contentVector")],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query_type="semantic",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semantic_configuration_name="default",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top=5,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format_results_with_citations(results)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Agent(client=..., instructions="Cite sources from search_docs.", tools=[search_docs])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docstring is the LLM's guide for when to call it. Day 1 Module 3 lesson pays off here.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— document-level trimming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user/group tags on each document at ingestion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the caller's identity or group memberships as a filter at query time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Search returns only documents the caller is authorized to see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query, different results per user — the classic RAG equivalent of IQ's permission model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vs. IQ: you build the ACL sync pipeline yourself. IQ syncs from SharePoint / OneLake for you.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choose classic RAG over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GA features only — no preview surface for prod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orchestration or heavily-tuned index to preserve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Fine-grained control over pipeline, ranking, filtering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tight latency budget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IQ doesn't yet connect to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is a supported IQ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 without building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for free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either-or in real systems — often IQ for most content, classic RAG for a specialty index.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repos to steal from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azure-search-openai-demo — reference RAG chat app; agentic-retrieval-updated; ~15-min deploy via azd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azure-search-classic-rag — classic RAG quickstarts in REST, Python, .NET, Java, JS, 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azure-search-vector-samples — vector-search patterns beyond the basics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microsoft/rag-time — classic RAG time-journey scenarios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 are the source of truth for working code; Learn docs for concepts. Both apply.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Skipping the semantic ranker — 'it costs money' is a bad reason at typical volumes. Turn it on.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chunk size — 100-token chunks lose context; 4000-token chunks blow past LLM context. 500 is safe.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Mismatched embedding models — index with -small, query with -large. Vector queries return garbage. Match dimensions.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evaluating retrieval separately — end-to-end tests can't tell retrieval bugs from generation bugs. Module 3 fixes this.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filter-based security — ships without ACLs, retrofit is painful.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RAG = you own the query pipeline. Same platform as IQ (Azure AI Search); different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recipe: hybrid search + semantic ranker. Rarely wrong.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size is the biggest quality lever. Start at 500 tokens; tune with 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 retrieval into a tool so the agent decides when to search; tool docstring is your control surface.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IQ and classic RAG in real systems.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retrieval — how you actually know if your knowledge layer works.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2026-08-21T11:23:40Z</dcterms:created>
  <dcterms:modified xsi:type="dcterms:W3CDTF">2026-08-21T11:23:40Z</dcterms:modified>
</cp:coreProperties>
</file>