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Third Actions-layer module — this is CRAFT depth
• 35 min target; 17 slides ≈ 34 min at 2 min/slide — comfortable
• Module 4 was framing; this is 'author tools well'
• Python-only for labs; C# equivalents referenced in Module 4
• Directly precedes Part B of the lab — attendees code this immediately after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Frame the module as CRAFT — quality of authoring
• Bridge from Module 5 (managed tools) to authoring your own
• Set expectation: hands-on lab immediately after this module
• Python is the primary language for hands-on today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 patterns — each has a sweet spot
• Bare function = simplest; encourage it as the default
• @tool when you need explicit control (name, approval)
• @tool(schema=...) when you need Pydantic-level validation
• Class when tools share state (DB clients, feature flags)
• Next four slides drill into each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Simplest possible tool — just pass a function
• Three sources of metadata: docstring, Field, type hints
• No decorator ceremony required
• 80% of tools should look like this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@tool = explicit control
• Common reasons: rename tool, add approval_mode, use explicit schema later
• Same tool body — just adds the decorator wrapper
• Attendees should reach for this when bare function isn't enough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Pydantic BaseModel gives you enum, min/max, format validation
• Literal['low','med','high'] becomes a schema enum
• Model can't pass invalid arg values
• This is where the schema really becomes a contract
• The create_ticket example carries into the Part B lab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Class-based = shared state without a global
• self._client is invisible to the model
• Pass bound methods to tools=[...]
• Great for injecting DB clients, feature flags, cached auth tokens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Async = free — the framework handles the await
• For I/O-bound tools, async prevents blocking the whole agent
• Same @tool decorator works on async functions
• Simple rule: I/O = async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Recap from Module 4 — Reinforce the ctx pattern
• Model-visible args vs. framework-injected ctx
• kwargs come from function_invocation_kwargs at run time
• Attendees will use this in Part B for per-user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Return shape is often overlooked
• Four common patterns — str, dict, Pydantic, custom
• Pydantic gives you the same type-safety on returns as on inputs
• Common mistake: return a raw JSON string when a dict would work better
• The italic line is the design rule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error contracts — same as Module 4
• Show all three in one place so attendees see them as alternatives
• String = human-readable, model may incorporate
• Dict = structured, model may route or retry
• Raise = MAF surfaces exception message
• Rule: errors as data when the model should recover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Four-sentence template — memorize it
• Same discipline as Day 1 Module 3 (prompt engineering)
• 'When NOT' is the differentiator when tools overlap
• Bad docstrings = wrong tool calls in production
• Attendees will iterate their docstrings in the Part B eval 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Testing = discipline attendees often skip for tools
• Standard pytest — nothing special
• Two test types: happy path + validation
• Pydantic schema validation is a free layer of testing
• This is the fastest feedback loop for tool authors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Extend Module 3's eval pattern to tool selection
• Three columns: query, expected_tool (or null), expected_args
• 'null' = 'model should NOT call a tool'
• Catches regressions when descriptions drift
• Day 4 goes deeper on workflow-level eval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Agents-as-tools = a preview of Day 4
• Useful for domain specialists (weather agent, docs agent, ops agent)
• The wrapping agent sees a normal tool signature
• Under the hood: main agent calls sub-agent's .run() as the tool body
• Day 4 goes deep on multi-agent orchestration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 deeper traps — beyond Module 4's design-level traps
• These are authoring-level issues
• 'Return None' is subtle but hits attendees hard
• Async I/O rule earns its own bullet
• Field descriptions on parameters catch new authors regularly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B is the hands-on for this module
• Five steps — code, test, wire, eval, iterate
• Mock function tool now; real MCP tool on Day 3
• Attendees should be primed for the lab — this is a clear hand-off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Six-bullet recap
• Emphasize: authoring pattern choice, four-part docstring, isolation testing
• Bridge to Module 7 — Day 2 lab kickoff
• Time check — Modules 1+2+3+4+5+6 = ~195 min in against 240 budget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 · 35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Custom Function Tools in MAF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Craft, testing, and patterns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doing now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covered WHY function calling works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covered NOT writing tools (Toolbox)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is where you WRITE tools well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2461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+ the lab: from 'I can pass a function to tools=[...]' to 'I can author, test, and ship a production function tool.'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Python (labs are Python-only). C# equivalents referenced from Module 4.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ways to author a function tool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reach for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Simplest case — no decorator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@tool decorator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name, description, approval_mode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@tool(schema=...)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Pydantic or JSON schema — enums, constraints, complex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Class-based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tools that share state (client handles, config, cached data)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functions are fine for most cases. Reach for @tool when you need control, classes when you need shared state.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— Bare function (the default)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path. Any Python function becomes a tool.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23774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Annotated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Field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location: Annotated[str, Field(description="The location to get the weather for.")],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"""Get the weather for a given location."""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f"The weather in {location} is cloudy with a high of 15°C."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Agent(client=..., instructions="...", tools=[get_weather])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→ description; Field(description=...) → parameter description; type hints → schema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simple tools with straightforward params, no runtime context, no approval gate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— @tool decorator (when you need control)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56032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 import tool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name="weather_tool",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description="Retrieves weather information for any location",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approval_mode="never_require",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location: Annotated[str, Field(description="The location to get the weather for.")],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f"The weather in {location} is cloudy with a high of 15°C."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name differs from the Python function name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belongs in the decorator (not a docstring)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approval_mode (never_require / always_require)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add schema=... later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— Explicit schemas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 inputs, define the schema as a Pydantic model: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28346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TicketInput(BaseModel):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Annotated[str, Field(description="Short ticket title")]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Annotated[str, Field(description="Full description of the problem")]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Annotated[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Literal["low", "med", "high"],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Field(description="Ticket priority"),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 = "med"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name="create_ticket",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description="Create a support ticket. Use when the user reports a problem needing a human engineer.",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schema=TicketInput,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approval_mode="always_require",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create_ticket(title: str, body: str, priority: str = "med")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ticket_id = ticket_system.create(title, body, priority)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f"Created ticket {ticket_id}"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Literal['low','med','high'] becomes a schema enum. Model can't pass invalid priorities.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— Class-based tools (shared state)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several tools share a client, cache, or configuration: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301752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TicketTools: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api_client: TicketAPIClient) -&gt; None: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self._client = api_client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create_ticket(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title: Annotated[str, "Short ticket title"],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body: Annotated[str, "Full description"],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"""Create a support ticket."""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self._client.create(title, body)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lookup_status(self, ticket_id: Annotated[str, "The ticket ID"])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"""Look up the status of a ticket by ID."""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self._client.get_status(ticket_id)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tools_instance = TicketTools(api_client=my_client)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Agent(client=..., tools=[tools_instance.create_ticket, tools_instance.lookup_status])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attributes (self._client) are hidden from the model. Bound methods are what the agent sees.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is a first-class citizen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tools can be async def: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lookup_status(ticket_id: str)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"""Look up the status of a ticket by ID."""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 aiohttp.ClientSession() as session: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async with session.get(f"{API_BASE}/tickets/{ticket_id}") as 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 = await r.json()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f"Ticket {ticket_id}: {data['status']}"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awaits your async tool — same schema surface, same invocation 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your tool does I/O (HTTP, DB, disk), make it async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context (recap from Module 4)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per-call runtime values, add ctx: FunctionInvocationContext: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27432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8138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@tool(approval_mode="never_require")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get_user_orders(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limit: Annotated[int, Field(description="Max number of orders")],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ctx: FunctionInvocationContext,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"""Get the current user's recent orders."""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user_id = ctx.kwargs["user_id"]   # supplied by caller, not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orders = orders_service.list(user_id, limit=limit)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json.dumps(orders)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agent.run(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"What are my recent orders?",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function_invocation_kwargs={"user_id": "user_123"},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 is hidden from the model. Use for tenancy, session, logging correlation IDs.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 — what the model sees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types matter more than you might realize: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474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model sees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text results, error 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 /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JSON-serialized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data the model reasons 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via .model_dump_json()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Typed, validated 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Serialized via MAF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you 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the tool returns structured data the model will act on, prefer Pydantic. If it's just an outcome, str is fine.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return shape = model can't parse the result = wrong follow-up action.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contracts (recap from Module 4)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3832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Return an error string — model can incorporate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lookup_status(ticket_id: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ticket_system.get_status(ticket_id)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NotFound: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f"Ticket {ticket_id} not found. Verify the ID and try again."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Return a structured error — model can route or retry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lookup_status(ticket_id: str)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{"status": ticket_system.get_status(ticket_id)}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NotFound: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{"error": "not_found", "message": "Verify the ticket ID"}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Raise an exception — MAF surfaces the exception 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lookup_status(ticket_id: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ticket_system.get_status(ticket_id)   # raises if not found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per tool. Prefer 'error as data' when you want the model to recover.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as prompt — the four-part template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this in Module 4. Here's the discipline for authoring: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23774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create_ticket(title: str, body: str, priority: str)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"""Create a support ticket for a problem that needs a human engineer.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this when the user reports a problem you cannot answer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documentation. Do NOT use for general questions.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 must be one of: low, med, high. Default med.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 the created ticket ID.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one line describing the action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call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call it — the disambiguation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— return shape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 in isolation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 is just a Python function. Test it like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tests/test_create_ticket.py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labs.day2.tools import create_ticket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test_create_ticket_returns_id():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create_ticket(title="Login fails", body="500 on POST /login", priority="high")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result.startswith("Created ticket 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test_create_ticket_invalid_priority_raises():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pytest.raises(ValidationError):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create_ticket(title="X", body="Y", priority="urgent")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tool WITHOUT an agent — faster feedback, no LLM calls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schema and logic bugs before they get to the model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args BEFORE your function body runs — the second test catches this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testing — the tool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 eval Day 2 Module 3 for retrieval. Same shape for tool use: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8288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tools_golden_set.jsonl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{"query": "My login is failing with a 500", "expected_tool": "create_ticket",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"expected_args": {"priority": "high"}}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{"query": "What are your business hours?", "expected_tool": null}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{"query": "Look up ticket 12345", "expected_tool": "lookup_status",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"expected_args": {"ticket_id": "12345"}}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 against each query. Verify: which tool (or none), what args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regressions when you change a description or add a competing tool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4's evaluation anchor extends this pattern to full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— using one agent as another's tool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supports wrapping an agent as a tool. Useful for domain sub-agents: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Sub-agent: focused on weather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weather_agent = Agent(client=..., instructions="You answer weather questions.", tools=[get_weather])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 agent uses the weather sub-agent as a 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main_agent = 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client=...,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instructions="You answer questions in French. Use the weather agent for weather questions.",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tools=[weather_agent.as_tool(name="ask_weather", description="Ask the weather sub-agent")],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sub-agent's name and description become the tool signature. This is a preview of Day 4's multi-agent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traps (deeper than Module 4)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style + description in decorator — mismatch. One or the other, not both differing.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params without defaults — model doesn't know what to pass; add a default.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None — no signal for the model. Return "" or "OK" explicitly.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I/O in a sync tool — blocks the agent. Use async def for I/O.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validation — Pydantic schema is your first line of defense against invalid args.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type hints are enough — write Field(description=...) for parameters; the model reads it.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 in Part B of the lab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 2 lab has three parts. Part B is a Module 6 hands-on: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mock function tools: create_ticket and lookup_status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in isolation before wiring to an agent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them into the Day 1 docs-assistant agent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small tool-use eval (which tool did the model pick?)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descriptions until the model picks correctly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swaps the mock ticket tool for a real Azure DevOps MCP server — same conceptual pattern, real backend.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authoring patterns: bare function, @tool, @tool(schema=...), class-based. Pick the smallest that fits.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is first-class. If your tool does I/O, make it async def.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is a prompt. Four-part template: what, when, when-NOT, return shape.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tools in isolation with pytest. Add a tool-use golden set for the agent-level check.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shape matters — prefer Pydantic for structured returns.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as data when the model should recover.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lab kickoff — the docs-assistant with ticket triage + evaluation.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2026-08-21T12:15:34Z</dcterms:created>
  <dcterms:modified xsi:type="dcterms:W3CDTF">2026-08-21T12:15:34Z</dcterms:modified>
</cp:coreProperties>
</file>