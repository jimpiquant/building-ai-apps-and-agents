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synthesis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most attendees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 — the module that brings Day 2 together.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