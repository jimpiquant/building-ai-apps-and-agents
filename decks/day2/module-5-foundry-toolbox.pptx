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5.1 · ~5 min
• Toolbox already published in your project — do NOT create live
• .env at demo folder: FOUNDRY_PROJECT_ENDPOINT, FOUNDRY_MODEL, FOUNDRY_TOOLBOX_ENDPOINT
• Step 1 (~30s): show it exists — 'azd ai toolbox show &lt;name&gt;' OR portal → Toolboxes; point at the MCP endpoint URL
• Step 2 (~90s): open main.py; walk the three blocks — auth (get_bearer_token_provider on ai.azure.com/.default), MCP tool (MCPStreamableHTTPTool with header_provider), agent (tools=[toolbox_tool])
• Step 3 (~2 min): 'uv run python main.py &lt;question&gt;'; watch it call the tool; read the answer aloud
• Optional (~30s): show tool_call span in the trace if App Insights is connected
• Fallback: dry-run screenshots (endpoint, code pattern, successful answer, trace)
• Payoff line: 'Toolbox is auth + one MCPStreamableHTTPTool + the same tools=[] list — value is in what you DIDN'T write.'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a hosted toolbox from your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MAF agent hitting a pre-published Foundry toolbox over MCP. Show the toolbox exists (portal or CLI), walk the ~15-line consumer pattern — DefaultAzureCredential + get_bearer_token_provider fed into MCPStreamableHTTPTool(header_provider=…), then tools=[toolbox_tool] on the agent. Run once with a question that exercises a tool. Point at the trace: MAF calls the tool exactly like a local function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demos/day2/module-5-demo-1-attach-toolbox.md · Sample: demos/day2/module-5-demo-1-attach-toolbox/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you'll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