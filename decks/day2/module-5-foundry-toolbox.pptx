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Actions-layer module
• 25 min target — 2-min/slide check suggests this may run long (~30–34 min)
• Coverage over trim per Jim's direction
• Attendees leave able to author + attach a toolbox to an agent
• Bridge: Module 4 covered function-calling; this covers the FIRST tool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Actions modules
• Three tool origins — Toolbox is the first
• The italic line = the pitch in one sentence
• Contrast with Module 6 (custom code) coming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bullets = the essentials
• Project-scoped — you have one Foundry project = one toolbox catalog
• MCP-based — sets up the connection to Day 3's MCP module
• Versioned — same discipline as Prompt agents (Day 1 Module 6)
• Multiple agents consume one toolbox = key reuse benefit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categories — walk them quickly
• MCP tool = key extensibility point (Day 3 connection)
• Toolbox search = the 'too many tools' solution
• Enterprise tools (SharePoint, Fabric) require project connections
• Verify current catalog vs. Learn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Six-question comparison table
• The last row (governance) is the enterprise pitch
• Function tools = flexibility; toolbox = platform-managed auth + reuse
• Attendees will need both in real systems — not either/or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5.1 · ~5 min
• Toolbox already published in your project — do NOT create live
• .env at demo folder: FOUNDRY_PROJECT_ENDPOINT, FOUNDRY_MODEL, FOUNDRY_TOOLBOX_ENDPOINT
• Step 1 (~30s): show it exists — 'azd ai toolbox show &lt;name&gt;' OR portal → Toolboxes; point at the MCP endpoint URL
• Step 2 (~90s): open main.py; walk the three blocks — auth (get_bearer_token_provider on ai.azure.com/.default), MCP tool (MCPStreamableHTTPTool with header_provider), agent (tools=[toolbox_tool])
• Step 3 (~2 min): 'uv run python main.py &lt;question&gt;'; watch it call the tool; read the answer aloud
• Optional (~30s): show tool_call span in the trace if App Insights is connected
• Fallback: dry-run screenshots (endpoint, code pattern, successful answer, trace)
• Payoff line: 'Toolbox is auth + one MCPStreamableHTTPTool + the same tools=[] list — value is in what you DIDN'T write.'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Seven parts — the toolbox spec
• Connections are separate objects — YAML references by name
• Skills are Foundry-specific — MCP-packaged expertise
• RAI policy at toolbox level = central content-safety enforcement
• Versioning is first-class — same discipline as Prompt 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paths — portal for learning, azd for production (Day 1's operating norm)
• Two-step flow: connections first, THEN toolbox
• This split is intentional — YAML is checkable into source; credentials aren't
• azd ai is the same CLI attendees used for Day 1 Part B (Hosted agent deploy)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tools attached — no custom code, no credentials in file
• web_search + code_interpreter are Microsoft-managed
• toolbox_search is the intent-based router — helps when many tools
• First version becomes default automatically
• The azd command is what attendees run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Two-step pattern: connection, then tool that references it
• Managed identity = the toolbox has its own Entra identity
• No API keys in YAML, no keys checked into source
• This is the Day 1 IaC-first operating norm 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of Day 3 — this is one way to attach MCP servers
• Day 3's approach: direct MAF wiring (no toolbox)
• Both work; toolbox route gives you governance and reuse
• require_approval='never' for safe tools; 'always' for anything with side effects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endpoints — same information
• Consumer = default version = production path
• Developer = version-pinned = testing path
• Rule: agents point at consumer, humans test at developer
• Promote new toolbox version = live update for all agents on the consumer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line — tools=[toolbox] — attaches everything
• Under the hood: MCP handshake, tool schemas fetched, wired to function calling
• Attendees do this in the lab — very few lines of code
• Point back to Module 4 — same contract, different origin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Prompt / Hosted agents: toolbox lives in configuration
• Agent code that connects to the Prompt agent doesn't change
• Portal, SDK, YAML — three ways to attach
• Powerful pattern: update toolbox, all agents get new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Governance = the enterprise pitch
• Four benefits: RBAC, audit, RAI, catalog
• The italic line is the CIO-worthy framing
• For attendees who work in regulated environments — this is why they'd choose Toolbox over function 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Four-step workflow — attendees will run this in production
• Test at developer endpoint, promote to default
• No agent redeploy — the consumer endpoint always serves default
• Same publish discipline as Prompt agents (Day 1 Module 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Decision framework — left vs. right
• Function tools = flexibility, quick prototyping
• Toolbox = shared, governed, enterprise-integrated
• The bottom line = mix. Sets up Module 6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prior modules
• The credentials-in-YAML trap is the biggest — attendees WILL try to shortcut
• Endpoint confusion catches everyone once
• 'Cost' bullet is real — Bing has per-call pricing
• RAI policy is the governance win most attendees skip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Bridge to Module 6 — the hands-on tool authoring
• Time check — Modules 1+2+3+4+5 = ~160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in Practice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tools you attach without writing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the function-calling contract — same for every tool.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(this one) — Toolbox tools — Microsoft-managed catalog of tools you attach without writing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Custom function tools you author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is where you say: 'I need my agent to search the web. I don't need to build a web-search tool.'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Toolbox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project-scoped resource — one toolbox per set of tools you want to reuse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— same MCP protocol as Day 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— publish v1, iterate to v2, consumers pin (or use the default)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Microsoft (or your organization) — you don't own the runtime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toolbox can contain many tools. Multiple agents can consume the same toolbox.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available in the catalog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search (Bing), Bing Custom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interpreter (sandboxed Python)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Search, File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SharePoint, Microsoft Fabric, WorkIQ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MCP server (local or remote), Skills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search (intent-based routing)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worth extra attention: MCP tools (attach any MCP server) and Toolbox search (LLM-driven routing).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toolbox, and not just tools=[...] on the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attach to a specific agent. Toolboxes are reusable across agents.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is the code?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Foundry /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runs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or the MCP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to internal systems?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connections +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across agents?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toolbox, many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your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First-class in Foundry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catalog, RBAC, rai_config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and platform auth. Function tools win on flexibility.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a hosted toolbox from your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MAF agent hitting a pre-published Foundry toolbox over MCP. Show the toolbox exists (portal or CLI), walk the ~15-line consumer pattern — DefaultAzureCredential + get_bearer_token_provider fed into MCPStreamableHTTPTool(header_provider=…), then tools=[toolbox_tool] on the agent. Run once with a question that exercises a tool. Point at the trace: MAF calls the tool exactly like a local function tool.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demos/day2/module-5-demo-1-attach-toolbox.md · Sample: demos/day2/module-5-demo-1-attach-toolbox/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is a project resource with: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identifier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— human-readable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a list of tool entries (each with its own 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project connections the toolbox references (AI Search, MCP server, Bing…)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Foundry skills packaged as MCP resources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— optional RAI policy applied at the toolbox level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— the whole thing is versioned; one version is the default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'publish version, consumers pin' pattern as Prompt agents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authoring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 UI in the Foundry portal for exploration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(workshop path)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ai CLI or SDK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flow: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the connections (one per credential record)</a:t>
            </a:r>
            <a:endParaRPr lang="en-US" sz="1200" dirty="0"/>
          </a:p>
          <a:p>
            <a:pPr lvl="2" marL="10287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Create the toolbox from a YAML file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references connections by name. Credentials never live in YAML — they live in connections.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toolbox YAML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my-toolbox.yaml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Docs assistant helper toolbox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web_search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web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code_interpreter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container: { type: auto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code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toolbox_search   # intent-based routing over the tools above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project set $PROJECT_ENDPOINT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toolbox create my-toolbox --from-file ./my-toolbox.yaml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tool that needs a connection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that reach external systems, register a connection first: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188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ai connection create my-search-conn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--kind cognitive-search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--target https://&lt;search&gt;.search.windows.net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--auth-type project-managed-identity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reference by name in the toolbox YAML: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6324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azure_ai_search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search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azure_ai_search: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indexes: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project_connection_id: my-search-conn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index_name: docs-index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 means the toolbox authenticates as itself — no long-lived keys.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an MCP server as a Toolbox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 server (public URL or your own) can be a toolbox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6459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type: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server_label: myserver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server_url: https://your-mcp-server.example.com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require_approval: never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project_connection_id: my-mcp-conn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flows through the connection — keys, OAuth, Entra tokens all supported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MCP protocol as Day 3 — Toolbox is one way to wire an MCP server 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wires the Azure DevOps MCP server directly (not through Toolbox) — same protocol, different attachment.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 toolbox — the two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toolbox exposes two MCP endpoints: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26517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default version. Agents connect here.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{project}/toolboxes/{name}/versions/{v}/mcp?api-version=v1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Version-pinned. For testing before promoting.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agents use the consumer endpoint. Promote new versions without redeploying the agent.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an agent (MAF, Python)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agent_framework.foundry.toolbox import FoundryToolbox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toolbox = FoundryToolbox(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name="my-toolbox",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instructions="Use the toolbox tools to answer questions and cite sources.",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tools=[toolbox],   # ← one line to attach all toolbox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behaves as a tool collection. All its tools become available via the Module 4 function-calling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Attaching a toolbox to a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Prompt agents, the toolbox is attached in the agent configuration, not from code: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Portal: Agents → your agent → Tools → Add Toolbox → select → save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SDK: pass toolbox reference in PromptAgentDefinition(..., toolbox=...)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YAML: reference the toolbox in the agent's declarative definition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agent code (FoundryAgent(agent_name=..., agent_version=...)) stays the same. All Prompt-agent version consumers automatically get the new tools.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Hosted agents — configuration, not code.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you get from toolbox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toolboxes are a first-class Foundry resource: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who can create, update, and consume a toolbox is Entra-controlled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toolbox versions and consumption tracked centrally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 policy — apply a Responsible AI policy at the toolbox level (policies.rai_config)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catalog — one place to see every managed tool in the project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answer to: 'how do we stop developers from wiring random tools into production agents?'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workflow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workflow you'll use: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v1 → automatically the default → agents consume via the consumer endpoint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v2 (add a tool, tighten a description, swap an MCP connection)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against the developer endpoint (/versions/2/mcp) before promotion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v2 to default when validated → agents pick it up on their next call, no code change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promote step is the 'ship' moment. Same discipline as Prompt agent versioning from Day 1.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build a function tool instead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 tool (Module 6)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doesn't fit any Toolbox catalog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Toolbox model can't express (per-user filtering, session state)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fast — don't want to publish a toolbox yet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talks to something inside your app's process (in-memory cache, local model)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is a shared capability across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central governance, RBAC, and audit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a supported enterprise system (SharePoint, Fabric, Bing, AI Search, MCP)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versioning as a first-class concern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both. Real agents often have tools=[my_function_tool, my_toolbox].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in the YAML — don't. Use connections. YAML is checked into source.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vs. developer endpoint confusion — agents = consumer; test = developer.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testing before promoting — v2 is default the moment you promote. Test /versions/2/mcp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in one toolbox — ≤10 per agent applies. Use toolbox_search when &gt;10.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toolbox tools are free — some have per-call costs (Bing, code interpreter). Budget.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RAI policy — toolbox is the right place to enforce content safety centrally. Use it.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= a curated catalog of managed tools you attach without writing.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tools are exposed over MCP — same protocol as Day 3.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authoring: connections first, then a YAML that references them by name.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endpoints: consumer (default version) and developer (version-pinned).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wins on reuse, governance, platform-managed auth. Function tools win on flexibility.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both — real agents often have custom + toolbox tools together.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your own function tools in MAF — hands-on.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2026-08-21T12:06:32Z</dcterms:created>
  <dcterms:modified xsi:type="dcterms:W3CDTF">2026-08-21T12:06:32Z</dcterms:modified>
</cp:coreProperties>
</file>