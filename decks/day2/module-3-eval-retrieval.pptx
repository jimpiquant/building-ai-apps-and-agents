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Shortest module of Day 2 — 25 min
• Bridges the Knowledge modules (1–2) into the Actions modules (4–7)
• Sets up the eval habit that runs through Day 3, Day 4 anchor, Day 5 production
• Focus attendees on where to start: Retrieval (process) + Groundedness (system) — both zero-setup
• Don't over-teach — Day 4 is the anchor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line: 'evaluate retrieval separately'
• Two failure modes attendees will recognize — usually a few laughs
• The italicized line is the key insight — say it out loud
• Set expectation that Day 4 goes deeper on eval; today is the starter
• Don't dwell — get to the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modes = two questions
• Process = 'did retrieval get the right chunks?'
• System = 'did the agent answer correctly?'
• Both matter; today teaches one of each
• Ground truth (labeled correct answers) is optional for most 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evaluators — sorted lightest to heaviest ground-truth requirement
• Top four need no ground truth — LLM judges based on context
• Bottom two need ground truth (labeled correct answers or relevance judgments)
• Ground truth is expensive to produce — earn the investment
• Verify preview status before delivery — this space moves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two evaluators the lab focuses on
• Neither needs ground truth — LLM judges based on the context
• Retrieval scores the retrieval; Groundedness scores the generation
• Together = complete diagnostic
• 1–5 scale, default pass threshold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3.1 · ~4 min
• Two transcripts pre-staged in the demo folder: part_a_grounded_transcript.jsonl + part_a_baseline_transcript.jsonl
• .env at demo folder: AZURE_OPENAI_ENDPOINT + EVALUATION_MODEL
• Split terminal, both panes in the demo folder
• Step 1 (~30s): head + jq the first row of each transcript; point at context_length ~27000 vs 0
• Step 2 (~45s, left pane): 'uv run python retrieval_eval.py part_a_grounded_transcript.jsonl' → read scores aloud, slot into a Grounded / Baseline matrix
• Step 3 (~30s, right pane): 'uv run python retrieval_eval.py part_a_baseline_transcript.jsonl' → refusal message appears instantly, non-zero exit; pause for the beat
• Step 4 (~60s): reframe — eval isn't 'your agent is bad,' it's 'you have no retrieved context to evaluate.' Grounded numbers ARE real, baseline REFUSED to score
• Fallback: dry-run screenshots (both terminal outputs, saved result.json)
• Payoff line: 'Eval is a signal about your architecture, not just a scoring tool.'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Precision vs. recall — attendees know these terms already
• Groundedness = 'nothing extra'; Completeness = 'nothing missing'
• You want high on both — but they trade off
• High-groundedness low-completeness = safe but useless
• Low-groundedness high-completeness = comprehensive but hallucinating
• Response Completeness needs ground truth — earn the investment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tuning evaluator — not for today's lab
• Attendees will use it when they're serious about retrieval quality
• Requires labeled data — someone graded 'this doc is a 4/5 for this query'
• NDCG is the classic search-quality metric
• Parameter sweep = run with vector/keyword/hybrid, top_k=5/10/20, chunk 500/1000, compare NDCG
• Introduce the concept, don't require it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the shape — attendees will copy this into the lab
• Every evaluator has: type, name, evaluator_name, initialization_parameters, data_mapping
• The {{item.field}} syntax refers to fields on your JSONL test dataset (next slide)
• deployment_name = the model that judges (usually a smaller one than production)
• Attendees don't need to memorize the JSON — pattern-match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JSONL — one JSON object per line
• Fields match the data_mapping from the previous slide
• 10–15 items = the useful floor
• Smaller than most attendees expect — don't overinvest before you know the eval works
• The dataset is a living artifact — grow it as production surfaces failures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matter — score, label, reason, metric
• Most attendees only look at score — that's a mistake
• The reason field is the debugging surface
• Read the reasons on failures — that tells you what to fix
• Threshold defaults to 3 — you can override per evaluator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slide's job: install the iteration habit
• Same five-step loop as Day 1 Module 3 (prompt engineering)
• The 'change one thing' rule is the discipline
• Attendees will resist — 'but I have three ideas' — insist
• The habit lands again Day 4 (multi-agent) and Day 5 (production)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Honesty slide — don't oversell the judge
• Judge bias is real — same eval, different model, different scores
• Judge cost — pin the judge model to something cheap; don't use GPT-5.4 to judge GPT-5.4-mini output
• Drift is a real problem — pin your judge version
• The reason field cross-check is the antidote to blind trust in scores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pattern as Modules 1 and 2 — a full slide of traps
• Six bullets, ~15 sec each
• The 'ignoring reason' bullet is worth reinforcing
• The 'judge = production' bullet is subtle — worth a beat
• Attendees who nail these six traps will do 80% of eval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Continuity slide — attendees see where eval reappears
• Day 4 is the anchor — most eval depth lands there
• Day 5 pushes into production eval (drift, red-teaming)
• Capstone requires a golden set + eval score
• The through-line: eval is a workshop-wide theme, not a Day 5 topic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Retrieval + Groundedness as the two starter evaluators
• Bridge to Module 4 — 'we've covered Knowledge; now Actions'
• Time check — Modules 1+2+3 combined = ~100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if your knowledge layer actually works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evaluate retrieval separately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skip this step you'll do one of two things: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an agent that seems to work — until it doesn't, and they can't tell why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prompts forever, when the real problem was chunking or embeddings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failures and generation failures look identical from the outside. Evaluate separately, fix separately.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anchors evaluation for full workflows. Today's module gets the habit started.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evaluation modes for RAG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23774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evaluates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 truth 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retrieval step itself — did we get relevant chunks?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evaluator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end-to-end response — did the agent answer correctly?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38328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eval finds the retrieval-side bug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 confirms the whole thing works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do a small dose of each in today's lab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Foundry evaluator catalog for RAG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4297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ground truth?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context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is grounded in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Groundedness Pro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Content Safety service, 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LLM judges if response addresses 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Completeness (preview)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expected answer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needs query-relevance labels (qrels)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top four. Add ground truth when you're ready to invest in labels.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 — Retrieval and Groundedness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zero-setup RAG evaluators — one process, one system. Neither needs ground truth.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(process)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554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(system)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'Are the chunks we pulled actually relevant to the question?'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011680"/>
            <a:ext cx="4069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query, response, retrieved context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1–5 score (pass ≥ 3), plus reasoning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'Did the response stay in the context, or did the model fabricate?'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" y="4160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two isolate retrieval-side vs. generation-side failure.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two agents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static transcripts — grounded (docs-assistant WITH IQ attached) and baseline (no knowledge source) — scored side-by-side with retrieval_eval.py. Grounded run clears the Retrieval ≥ 3.5 and Groundedness ≥ 4.0 thresholds. Baseline run refuses to score at all — the eval script hard-fails on empty context. That refusal is a real production signal.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demos/day2/module-3-demo-1-score-two-agents.md · Files: demos/day2/module-3-demo-1-score-two-agents/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vs. Response Completeness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of the same coin: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= precision. Did the response contain anything not in the context? (Fabrication check.)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= recall. Did the response leave anything out that the ground truth expected? (Coverage check.)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high-groundedness, low-completeness response is accurate but partial. A low-groundedness, high-completeness response is comprehensive but making things up. Track both.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Completeness needs ground truth — invest when you have a benchmark corpus.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Retrieval — the deep debug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retrieval quality is the bottleneck, this is your parameter-sweep evaluator.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query-relevance labels (qrels) and the ranked retrieval output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NDCG, XDCG, Fidelity, Max Relevance, Holes at various k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answer: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use vector, keyword, or hybrid?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right top_k?</a:t>
            </a:r>
            <a:endParaRPr lang="en-US" sz="12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500-token chunking better than 1000?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labeled data — a person judged which docs are relevant for each query. Worth it when tuning matters.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an evaluator (Python SDK)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testing_criteria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"builtin.groundedness",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"context": "{{item.context}}",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"response": "{{item.response}}",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"azure_ai_evaluator",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"evaluator_name": "builtin.retrieval",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"initialization_parameters": {"deployment_name": model_deployment},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"data_mapping": {"query": "{{item.query}}", "context": "{{item.context}}"},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shape for each evaluator. The data_mapping tells the evaluator where to find fields on your test dataset.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dataset — smaller than you think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JSONL file, one line per test case: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"How do I set up a Prompt agent?",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"A Prompt agent is authored in the Foundry portal or SDK...",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"You create a Prompt agent by..."}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{"query": "What models does Foundry support?",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"context": "Foundry hosts models from Azure OpenAI, Anthropic, Meta...",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"response": "Foundry supports multiple models including..."}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10–15 examples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signal to catch obvious regressions; small enough to actually maintain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examples over time as you find failure modes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"azure_ai_evaluator",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"metric": "groundedness",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"score": 4,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"label": "pass",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"reason": "The response is well-grounded without fabricating content.",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"threshold": 3,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"passed":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7033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— 1–5 numeric (or true/false for Pro)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passed — pass or fail against the threshold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— the LLM judge's explanation (read this when things fail)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— which evaluator produced this row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field is where debugging happens. Read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Day 1's prompt-engineering loop: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 eval dataset (10–15 items)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+ Groundedness against your current pipeline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 — retrieval bug or generation bug?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(chunk size, top_k, prompt, model)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Rerun. Compare scores.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 at a time. Three changes at once = you learned nothing about what worked.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discipline shows up Day 4 for multi-agent workflow eval.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caveats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an LLM to judge an LLM. Some caveats: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bias — the judge model has preferences. Same prompt, different judges = different scores.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cost — every eval item is an extra LLM call. Budget accordingly.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drift — model updates can shift baseline scores. Version-pin your judge.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as a check, not truth — cross-check with the reason field and spot-check the actual failures.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online eval and drift more deeply. Today: know the judge isn't infallible.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end-to-end only — a bad answer might be retrieval OR generation; can't tell without process eval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small — 3 items = coin flip; 10–15 is the useful floor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 too large — every eval run costs LLM calls; 50 hand-labeled &gt; 5,000 unlabeled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three things at once — you learn nothing about what worked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reason field — score tells you if it failed; reason tells you why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model = production model — conflict of interest; use a different (usually smaller) judge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eval shows up the rest of the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(single-agent depth) — evaluator patterns extend to tool-use correctness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(multi-agent anchor) — trajectory eval, cost-per-successful-outcome, regression harness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(production) — online eval, drift detection, red-teaming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required elements include a golden set + eval scores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 that starts today runs through the whole week.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retrieval separately or you can't tell retrieval bugs from generation bugs.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evaluators: start with Retrieval (process) + Groundedness (system) — both zero-setup.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(precision) + Response Completeness (recall) — track both when you have ground truth.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sets beat big untested claims — 10–15 hand-labeled items is the floor.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then rerun — same iteration loop as prompt engineering.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— how agents do things beyond talking.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2026-08-21T12:06:32Z</dcterms:created>
  <dcterms:modified xsi:type="dcterms:W3CDTF">2026-08-21T12:06:32Z</dcterms:modified>
</cp:coreProperties>
</file>