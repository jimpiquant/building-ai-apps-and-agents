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Shortest module of Day 2 — 25 min
• Bridges the Knowledge modules (1–2) into the Actions modules (4–7)
• Sets up the eval habit that runs through Day 3, Day 4 anchor, Day 5 production
• Focus attendees on the two must-know evaluators: Retrieval + Groundedness
• Don't over-teach — Day 4 is the anchor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Frame the whole module in one line: 'evaluate retrieval separately'
• Two failure modes attendees will recognize — usually a few laughs
• The italicized line is the key insight — say it out loud
• Set expectation that Day 4 goes deeper on eval; today is the starter
• Don't dwell — get to the evaluators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Two modes = two questions
• Process = 'did retrieval get the right chunks?'
• System = 'did the agent answer correctly?'
• Both matter; today teaches one of each
• Ground truth (labeled correct answers) is optional for most evaluators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Six evaluators — sorted lightest to heaviest ground-truth requirement
• Top four need no ground truth — LLM judges based on context
• Bottom two need ground truth (labeled correct answers or relevance judgments)
• Ground truth is expensive to produce — earn the investment
• Verify preview status before delivery — this space moves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These are the two evaluators the lab focuses on
• Neither needs ground truth — LLM judges based on the context
• Retrieval scores the retrieval; Groundedness scores the generation
• Together = complete diagnostic
• 1–5 scale, default pass threshold 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Precision vs. recall — attendees know these terms already
• Groundedness = 'nothing extra'; Completeness = 'nothing missing'
• You want high on both — but they trade off
• High-groundedness low-completeness = safe but useless
• Low-groundedness high-completeness = comprehensive but hallucinating
• Response Completeness needs ground truth — earn the investment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This is the tuning evaluator — not for today's lab
• Attendees will use it when they're serious about retrieval quality
• Requires labeled data — someone graded 'this doc is a 4/5 for this query'
• NDCG is the classic search-quality metric
• Parameter sweep = run with vector/keyword/hybrid, top_k=5/10/20, chunk 500/1000, compare NDCG
• Introduce the concept, don't require it in the lab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Show the shape — attendees will copy this into the lab
• Every evaluator has: type, name, evaluator_name, initialization_parameters, data_mapping
• The {{item.field}} syntax refers to fields on your JSONL test dataset (next slide)
• deployment_name = the model that judges (usually a smaller one than production)
• Attendees don't need to memorize the JSON — pattern-match it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JSONL — one JSON object per line
• Fields match the data_mapping from the previous slide
• 10–15 items = the useful floor
• Smaller than most attendees expect — don't overinvest before you know the eval works
• The dataset is a living artifact — grow it as production surfaces failures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Four fields matter — score, label, reason, metric
• Most attendees only look at score — that's a mistake
• The reason field is the debugging surface
• Read the reasons on failures — that tells you what to fix
• Threshold defaults to 3 — you can override per evaluator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This slide's job: install the iteration habit
• Same five-step loop as Day 1 Module 3 (prompt engineering)
• The 'change one thing' rule is the discipline
• Attendees will resist — 'but I have three ideas' — insist
• The habit lands again Day 4 (multi-agent) and Day 5 (production)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Honesty slide — don't oversell the judge
• Judge bias is real — same eval, different model, different scores
• Judge cost — pin the judge model to something cheap; don't use GPT-5.4 to judge GPT-5.4-mini output
• Drift is a real problem — pin your judge version
• The reason field cross-check is the antidote to blind trust in scores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Same pattern as Modules 1 and 2 — a full slide of traps
• Six bullets, ~15 sec each
• The 'ignoring reason' bullet is worth reinforcing
• The 'judge = production' bullet is subtle — worth a beat
• Attendees who nail these six traps will do 80% of eval right in production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Continuity slide — attendees see where eval reappears
• Day 4 is the anchor — most eval depth lands there
• Day 5 pushes into production eval (drift, red-teaming)
• Capstone requires a golden set + eval score
• The through-line: eval is a workshop-wide theme, not a Day 5 topic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Quick recap — five bullets
• Emphasize: Retrieval + Groundedness as the two starter evaluators
• Bridge to Module 4 — 'we've covered Knowledge; now Actions'
• Time check — Modules 1+2+3 combined = ~100 min 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MODULE 3 · 25 MIN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173736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Evaluating Retrieval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30175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if your knowledge layer actually works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AI Apps and Agents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Module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evaluate retrieval separately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skip this step you'll do one of two things: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554480"/>
            <a:ext cx="8412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an agent that seems to work — until it doesn't, and they can't tell why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prompts forever, when the real problem was chunking or embeddings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30175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failures and generation failures look identical from the outside. Evaluate separately, fix separately.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42976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anchors evaluation for full workflows. Today's module gets the habit started.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Module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evaluation modes for RAG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84124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206240"/>
                <a:gridCol w="237744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evaluates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Ground truth required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 evaluation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retrieval step itself — did we get relevant chunks?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Depends on evaluator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evaluation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end-to-end response — did the agent answer correctly?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Sometimes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3383280"/>
            <a:ext cx="8412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eval finds the retrieval-side bug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eval confirms the whole thing works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do a small dose of each in today's lab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Module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Foundry evaluator catalog for RAG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84124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371600"/>
                <a:gridCol w="42976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ground truth?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LLM judges context relevance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Groundedness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LLM judges if response is grounded in context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Groundedness Pro (preview)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Content Safety service, boolean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Relevance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LLM judges if response addresses query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Response Completeness (preview)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needs expected answer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 Retrieval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needs query-relevance labels (qrels)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44805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the top four. Add ground truth when you're ready to invest in labels.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Module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must-know evaluators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today's lab and most real-world starting points: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55448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(process)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709160" y="155448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Groundedness (system)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65760" y="2011680"/>
            <a:ext cx="40690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query, retrieved context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1–5 score (pass ≥ 3), plus reasoning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Answers: 'Are the chunks we pulled actually relevant to the question?'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709160" y="2011680"/>
            <a:ext cx="40690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query, response, retrieved context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1–5 score (pass ≥ 3), plus reasoning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Answers: 'Did the response stay in the context, or did the model fabricate?'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65760" y="41605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these two isolate retrieval-side vs. generation-side failure.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Module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Groundedness vs. Response Completeness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sides of the same coin: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463040"/>
            <a:ext cx="84124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Groundedness = precision. Did the response contain anything not in the context? (Fabrication check.)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Completeness = recall. Did the response leave anything out that the ground truth expected? (Coverage check.)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329184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high-groundedness, low-completeness response is accurate but partial. A low-groundedness, high-completeness response is comprehensive but making things up. Track both.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43891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Completeness needs ground truth — invest when you have a benchmark corpus.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Module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Retrieval — the deep debug tool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retrieval quality is the bottleneck, this is your parameter-sweep evaluator.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600200"/>
            <a:ext cx="84124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query-relevance labels (qrels) and the ranked retrieval output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NDCG, XDCG, Fidelity, Max Relevance, Holes at various k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to answer:</a:t>
            </a:r>
            <a:endParaRPr lang="en-US" sz="1200" dirty="0"/>
          </a:p>
          <a:p>
            <a:pPr lvl="1" marL="6858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I use vector, keyword, or hybrid?</a:t>
            </a:r>
            <a:endParaRPr lang="en-US" sz="1200" dirty="0"/>
          </a:p>
          <a:p>
            <a:pPr lvl="1" marL="6858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right top_k?</a:t>
            </a:r>
            <a:endParaRPr lang="en-US" sz="1200" dirty="0"/>
          </a:p>
          <a:p>
            <a:pPr lvl="1" marL="6858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500-token chunking better than 1000?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43434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labeled data — a person judged which docs are relevant for each query. Worth it when tuning matters.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Module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Configuring an evaluator (Python SDK)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3291840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88720"/>
            <a:ext cx="8138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testing_criteria = [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"type": "azure_ai_evaluator",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"name": "groundedness",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"evaluator_name": "builtin.groundedness",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"initialization_parameters": {"deployment_name": model_deployment},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"data_mapping":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"context": "{{item.context}}",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"response": "{{item.response}}",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"type": "azure_ai_evaluator",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"name": "retrieval",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"evaluator_name": "builtin.retrieval",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"initialization_parameters": {"deployment_name": model_deployment},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"data_mapping": {"query": "{{item.query}}", "context": "{{item.context}}"},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44805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JSON shape for each evaluator. The data_mapping tells the evaluator where to find fields on your test dataset.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Module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 dataset — smaller than you think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JSONL file, one line per test case: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8412480" cy="2194560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00200"/>
            <a:ext cx="8138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{"query": "How do I set up a Prompt agent?",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"context": "A Prompt agent is authored in the Foundry portal or SDK...",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"response": "You create a Prompt agent by..."}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{"query": "What models does Foundry support?",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"context": "Foundry hosts models from Azure OpenAI, Anthropic, Meta...",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"response": "Foundry supports multiple models including..."}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379476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10–15 examples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Enough signal to catch obvious regressions; small enough to actually maintain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examples over time as you find failure modes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Module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output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2468880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88720"/>
            <a:ext cx="8138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"type": "azure_ai_evaluator",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"name": "Groundedness",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"metric": "groundedness",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"score": 4,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"label": "pass",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"reason": "The response is well-grounded without fabricating content.",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"threshold": 3,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"passed": true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370332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— 1–5 numeric (or true/false for Pro)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/ passed — pass or fail against the threshold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— the LLM judge's explanation (read this when things fail)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— which evaluator produced this row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reason field is where debugging happens. Read it.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Module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iteration loop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shape as Day 1's prompt-engineering loop: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8412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an eval dataset (10–15 items)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Retrieval + Groundedness against your current pipeline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failures — retrieval bug or generation bug?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one thing (chunk size, top_k, prompt, model)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Rerun. Compare scores.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38862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one thing at a time. Three changes at once = you learned nothing about what worked.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43434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discipline shows up Day 4 for multi-agent workflow eval.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Module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LLM-as-judge caveats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using an LLM to judge an LLM. Some caveats: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84124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bias — the judge model has preferences. Same prompt, different judges = different scores.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cost — every eval item is an extra LLM call. Budget accordingly.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drift — model updates can shift baseline scores. Version-pin your judge.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as a check, not truth — cross-check with the reason field and spot-check the actual failures.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43434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covers online eval and drift more deeply. Today: know the judge isn't infallible.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Module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traps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end-to-end only — a bad answer might be retrieval OR generation; can't tell without process eval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 too small — 3 items = coin flip; 10–15 is the useful floor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 too large — every eval run costs LLM calls; 50 hand-labeled &gt; 5,000 unlabeled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three things at once — you learn nothing about what worked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Ignoring the reason field — score tells you if it failed; reason tells you why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model = production model — conflict of interest; use a different (usually smaller) judge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Module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eval shows up the rest of the week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(single-agent depth) — evaluator patterns extend to tool-use correctness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(multi-agent anchor) — trajectory eval, cost-per-successful-outcome, regression harness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(production) — online eval, drift detection, red-teaming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— required elements include a golden set + eval scores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41605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habit that starts today runs through the whole week.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Module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retrieval separately or you can't tell retrieval bugs from generation bugs.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 evaluators: Retrieval + Groundedness are the two must-know starting points.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Groundedness (precision) + Response Completeness (recall) — track both when you have ground truth.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test sets beat big untested claims — 10–15 hand-labeled items is the floor.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one thing, then rerun — same iteration loop as prompt engineering.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4343400"/>
            <a:ext cx="8412480" cy="4572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4370832"/>
            <a:ext cx="8138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</a:t>
            </a:r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layer — how agents do things beyond talking.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Building AI Apps and Agents Workshop</dc:creator>
  <cp:lastModifiedBy>Building AI Apps and Agents Workshop</cp:lastModifiedBy>
  <cp:revision>1</cp:revision>
  <dcterms:created xsi:type="dcterms:W3CDTF">2026-08-10T21:49:39Z</dcterms:created>
  <dcterms:modified xsi:type="dcterms:W3CDTF">2026-08-10T21:49:39Z</dcterms:modified>
</cp:coreProperties>
</file>