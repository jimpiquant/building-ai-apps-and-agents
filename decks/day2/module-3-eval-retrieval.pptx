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the two must-know evaluators: Retrieval + Groundedness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vector/keyword/hybrid,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who skip this step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query-relevance labels (qrels)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must-know evaluators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today's lab and most real-world starting points: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response,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keyword,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Retrieval + Groundedness are the two must-know starting points.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2026-08-03T14:18:25Z</dcterms:created>
  <dcterms:modified xsi:type="dcterms:W3CDTF">2026-08-03T14:18:25Z</dcterms:modified>
</cp:coreProperties>
</file>