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where to start: Retrieval (process) + Groundedness (system) — both zero-setup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3.1 · ~4 min
• Two transcripts pre-staged in the demo folder: part_a_grounded_transcript.jsonl + part_a_baseline_transcript.jsonl
• .env at demo folder: AZURE_OPENAI_ENDPOINT + EVALUATION_MODEL
• Split terminal, both panes in the demo folder
• Step 1 (~30s): head + jq the first row of each transcript; point at context_length ~27000 vs 0
• Step 2 (~45s, left pane): 'uv run python retrieval_eval.py part_a_grounded_transcript.jsonl' → read scores aloud, slot into a Grounded / Baseline matrix
• Step 3 (~30s, right pane): 'uv run python retrieval_eval.py part_a_baseline_transcript.jsonl' → refusal message appears instantly, non-zero exit; pause for the beat
• Step 4 (~60s): reframe — eval isn't 'your agent is bad,' it's 'you have no retrieved context to evaluate.' Grounded numbers ARE real, baseline REFUSED to score
• Fallback: dry-run screenshots (both terminal outputs, saved result.json)
• Payoff line: 'Eval is a signal about your architecture, not just a scoring tool.'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vector/semantic/hybrid,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this step you'll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computes metrics from qrels labels (no LLM judge)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 — Retrieval and Groundedness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zero-setup RAG evaluators — one process, one system. Neither needs ground truth.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context (query optional; both improve scoring)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response required; context recommended; query optional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two agents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static transcripts — grounded (docs-assistant WITH IQ attached) and baseline (no knowledge source) — scored side-by-side with retrieval_eval.py. Grounded run clears the Retrieval ≥ 3.5 and Groundedness ≥ 4.0 thresholds. Baseline run refuses to score at all — the eval script hard-fails on empty context. That refusal is a real production signal.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demos/day2/module-3-demo-1-score-two-agents.md · Files: demos/day2/module-3-demo-1-score-two-agents/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semantic,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start with Retrieval (process) + Groundedness (system) — both zero-setup.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2026-08-21T12:15:34Z</dcterms:created>
  <dcterms:modified xsi:type="dcterms:W3CDTF">2026-08-21T12:15:34Z</dcterms:modified>
</cp:coreProperties>
</file>