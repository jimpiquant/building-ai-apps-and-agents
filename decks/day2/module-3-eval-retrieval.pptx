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the two must-know evaluators: Retrieval + Groundedness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vector/keyword/hybrid,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skip this step you'll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query-relevance labels (qrels)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must-know evaluators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today's lab and most real-world starting points: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response,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keyword,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Retrieval + Groundedness are the two must-know starting points.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