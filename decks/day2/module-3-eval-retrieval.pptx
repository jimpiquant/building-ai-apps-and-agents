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where to start: Retrieval (process) + Groundedness (system) — both zero-setup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— Retrieval and Groundedness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zero-setup RAG evaluators — one process, one system. Neither needs ground truth.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start with Retrieval (process) + Groundedness (system) — both zero-setup.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