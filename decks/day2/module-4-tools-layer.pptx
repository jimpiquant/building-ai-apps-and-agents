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Framing module for Actions layer
• 35 min — concepts and API surface, not lab code (that's Module 6)
• Attendees leave knowing HOW function calling works under the hood
• Bridge from Knowledge (Modules 1–3) to Actions (Modules 4–7)
• Some code slides but they're for understanding — Module 6 is the hands-on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Re-anchor in the five-layer stack
• Half of Day 2 (Modules 1–3) covered Knowledge
• Modules 4–7 now cover Actions
• The italic line — Actions vs Knowledge in one sentence
• Set expectation: Modules 4–7 build on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expectation — this is concepts, not lab code
• Attendees will see code snippets for understanding, not to type in
• Module 6 is where hands-on tool authoring happens
• The 4-module structure is deliberate — don't jump ahead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each arrow — 15 seconds per line
• Emphasize: 'the model never runs your code'
• This is the fundamental contract of function calling
• The model emits intent (tool_call); your process executes
• Second model call includes the tool result — that's how the final answer gets grounded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Reframe: the model is a decision-maker, not an executor
• Three things the model uses: description, param schema, return shape
• Attendees who nail this understand why 'schema is a prompt' matters
• The 'menu' metaphor — well-designed menu = right choices
• Set up the next few slides on schema anatomy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fields — name, description, params, return
• Description is the biggest lever — most attendees underinvest
• Parameter schemas can carry type hints, enums, min/max
• Return type shapes how the model uses the result
• Same as Day 1 Module 3's 'docstring quality = model tool-use quality'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Simplest possible tool — just a Python function passed to tools=
• Docstring becomes the description
• Annotated[type, Field(description=...)] becomes the parameter description
• Type hints define the schema
• No decorator needed for the simple case
• Preview Module 6 — this is what attendees will build later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For attendees who write C# — same primitives, different syntax
• [Description(...)] attribute on method and parameter
• AIFunctionFactory.Create wraps the method into an AIFunction
• Lab is Python-only — this slide is for lecture reference
• The model-facing contract is identical: same name, description, params, return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patterns: implicit (docstring) or explicit (@tool)
• Both coexist — pick per tool
• @tool gives you control over what the model sees
• Also unlocks approval_mode, explicit schemas, etc.
• Attendees will see both patterns in the 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Explicit schemas = maximum control
• Pydantic model or raw JSON schema dict — both work
• Use when you need constraints (enum, min/max, format) beyond type hints
• Also useful when generating tools programmatically at startup
• Most attendees start with implicit schemas — graduate to this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Pattern: model-facing args vs. framework-facing context
• ctx: FunctionInvocationContext — MAF fills this in
• The model never sees ctx in the schema
• Use for user_id, tenant, session, DB handles, feature flags
• Caller passes runtime values via function_invocation_kwargs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Four-part structure works for most tools
• 'When NOT to use' differentiates from overlapping tools
• Same discipline attendees learned Day 1 Module 3 (prompt engineering)
• Bad descriptions = wrong tool at wrong time
• The create_ticket example carries into today's Part B lab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Streaming isn't just for tokens — tool events stream too
• Three event types: tool_call_start, tool_call_result, text
• UX pattern: show 'checking your account…' while the tool runs
• Day 3 goes deeper on streaming (backpressure, cancellation, error events)
• Attendees see this fire in Module 6's lab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Errors matter — every tool WILL fail eventually
• Three options: string, structured error, exception
• The rule: 'errors as data' when the model should recover
• Raise exceptions only when nothing sensible can be done
• Day 3 covers full robust-agent patterns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Side effects = things you can't undo
• Three approval modes — pick per tool
• never_require for read-only tools
• always_require for anything that writes
• Default heuristic is smart but not psychic — override for risky tools
• Day 5 covers full production HITL patterns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tool origins, one contract
• Function tool — you wrote the code, runs in your process
• Toolbox tool — Microsoft (or whoever) wrote it, managed by Foundry
• MCP tool — any MCP server, local or remote
• The model doesn't care where the code lives — sees the same schema
• Attendees will see all three across today (function + Toolbox) and Day 3 (MCP)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Common attendee question — 'should search be a tool or a knowledge base?'
• Tool = 'agent may choose to call'
• Knowledge = 'retrieval always happens for grounding'
• Both together is the common production pattern
• Module 7 covers instruction patterns for combining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traps — same pattern as Modules 1–3
• The 'too many tools' bullet is worth pausing on — most attendees overload
• 'Side effects in read tools' is subtle — worth an example
• Silent exceptions was already covered in the error-contracts slide
• Attendees who avoid these six do 80% of tool design right in 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Six-bullet recap — the biggest concept load of Day 2
• Emphasize: 'schema is a prompt' — repeat it
• Bridge to Module 5 — 'sometimes you don't write the tool at all'
• Time check — Modules 1+2+3+4 combined = ~135 min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Layer Deep Dive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do things beyond talking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in the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1–3 covered Knowledge. Modules 4–7 cover Actions.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your Foundry-deployed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Prompt agent, Hosted agent, your own code + Responses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← Modules 4–7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— Modules 1–3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Day 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= how the agent DOES things. Retrieval = how it KNOWS things.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4's job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the framing module for Actions.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(this one) — what function calling is, tool schema, error contracts, streaming — the concepts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Foundry Toolbox (managed tools you attach)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authoring your own function tools in MAF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combining knowledge + tools (bringing it together)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Module 4 knowing HOW tool calling works under the hood. Module 6 turns that into code.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function-calling model in one picture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"What's the weather in Amsterdam?"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Agent calls model with: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 system prompt (instructions)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 user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 list of tool schemas [{name, description, params}, ...]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Model returns: tool_call(name="get_weather", args={"location": "Amsterdam"})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Agent invokes get_weather("Amsterdam") LOCALLY, gets: "cloudy, 15°C"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Agent calls model again with tool result appended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Model returns: "The weather in Amsterdam is cloudy with a high of 15°C."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your code. It emits INTENT — your process runs the code. This is the fundamental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 — the model as decision-maker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doesn't know how to check the weather. It knows: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weather tool (based on the tool description)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arguments to pass (based on the parameter schema and descriptions)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the result (based on the tool's return value and shape)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picking from a menu of tools you defined. Your tool schema IS the menu. Bad schema = bad picks.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anatomy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tool exposes four things to the model: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uses it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Referenced when calling — should be a clean identifier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primary 'when to call this'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Types, required/optional, per-param descriptions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comes back after the tool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carries more weight than most attendees realize. Modules 3 and 6 both come back to this.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MAF — the shortest possible tool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any function is a tool: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location: Annotated[str, Field(description="The location to get the weather for.")],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the weather for a given location."""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f"The weather in {location} is cloudy with a high of 15°C."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client=FoundryChatClient(credential=AzureCliCredential()),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instructions="You are a helpful weather assistant.",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tools=[get_weather],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description. Field(description=...) → parameter description. Type hints → schema.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goes deeper on authoring. Note the shape now.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MAF — the C# equivalent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syntax: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24688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[Description("Get the weather for a given location.")]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string GetWeather(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[Description("The location to get the weather for.")] string location)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$"The weather in {location} is cloudy with a high of 15°C.";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 agent = new AIProjectClient(new Uri(endpoint), new DefaultAzureCredential())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.AsAIAgent(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model: "gpt-5.4-mini",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instructions: "You are a helpful assistant",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tools: [AIFunctionFactory.Create(GetWeather)]);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description; AIFunctionFactory.Create wraps the method. Same primitives, same model-facing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@tool decorator — when you want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name, description, and other options via @tool: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18288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tool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@tool(name="weather_tool", description="Retrieves weather information for any location")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location: Annotated[str, Field(description="The location to get the weather for.")],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f"The weather in {location} is cloudy with a high of 15°C."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function's Python name isn't what you want the model to see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description in one place (not a docstring)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parameters like approval_mode (Day 5) or explicit schemas (next slide)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schemas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full control, pass a Pydantic model or a raw JSON schema: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WeatherInput(BaseModel):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location: Annotated[str, Field(description="The city name")]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unit: Annotated[str, Field(description="celsius or fahrenheit")] = "celsius"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@tool(name="get_weather", description="Get current weather.", schema=WeatherInput)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get_weather(location: str, unit: str = "celsius")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f"Weather in {location} is 22 degrees {unit}."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documented in one place (not spread across type hints)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tools programmatically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enum constraints, min/max, or validation type hints can't express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context — hidden from the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values shouldn't be model-visible: the calling user, session, DB handle.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3774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@tool(approval_mode="never_require")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location: Annotated[str, Field(description="The location to get the weather for.")],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ctx: FunctionInvocationContext,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 = ctx.kwargs.get("user_id", "unknown")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f"The weather in {location} is cloudy with a high of 15°C."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agent.run("What's the weather in Amsterdam?",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function_invocation_kwargs={"user_id": "user_123"})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is injected by the framework. Hidden from the schema the model sees. Use for logging, personalization, tenancy.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patterns that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a mini-prompt. Same discipline as Day 1 Module 3.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— one clear sentence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 — the condition that triggers this tool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it — differentiate from other 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descriptions — meaning, valid values, examples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747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create_ticket(title: str, body: str, priority: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"""Create a support ticket for a problem that needs a human engineer.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 the user reports a problem you cannot answer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documentation. Do NOT use for questions you can answer directly.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must be one of: low, med, high.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tool progress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long-running tools, don't block the user. MAF streams tool-call events alongside model tokens: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21031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event in agent.run("Look up my account status", stream=True):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event.type == "tool_call_start":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print(f"→ calling {event.tool_name}({event.args})")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event.type == "tool_call_result":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print(f"← {event.tool_name} returned")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event.text: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print(event.text, end="", flush=True)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call, tool result, tokens — all in one async stream. Day 3 covers streaming UX and cancellation.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contracts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will fail. What does it return?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describing the error — model can incorporate ('couldn't reach the service, try again')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object — model can retry with different args or route to a different tool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 exception — MAF surfaces it back to the model with the exception message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return errors as data when you want the model to recover. Raise when the failure is unrecoverable.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covers robust agents in depth — retries, timeouts, guardrails.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mode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tools with side effects (create ticket, send email, delete record), you don't always want the model to fire them autonomously.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@tool(approval_mode="always_require")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send_email(to: str, subject: str, body: str)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"""Send an email. Requires user approval before firing."""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never_require — safe / idempotent tools (read-only, no side effects)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always_require — every call needs human approval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— MAF's default: approve safe patterns, prompt on risky 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(Responsible AI) revisits this for production HITL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tools you'll encounter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Python or C# code, exposed to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Toolbox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tool in the Foundry catalog (Bing, code interpreter, SharePoint…)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tool exposed by an MCP server, local or remote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go through the same function-calling contract. Same schema shape. Same tool call → tool result flow.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Differences: who wrote the code, where it runs, who authenticates it.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tool-vs-knowledge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will build things where either could work: 'should I make this a tool call to search docs, or attach a knowledge base?'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when the retrieval is one option among many (agent decides)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when the retrieval should happen on every relevant query (retrieval is grounding, not action)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have both. Common pattern: knowledge base for background grounding + function tools for actions.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revisits this with instruction-design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tool descriptions — 'gets data' — model has no signal for when to 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tools — two tools with fuzzy descriptions; model picks wrong 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 — 30 tools registered; model gets confused. Rule: &lt;10 per agent.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in 'read' tools — check_status also logs, mutates, or bills. Keep side effects in write-tagged tools.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parameter descriptions — model guesses arg values. Bad guesses = bugs.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exceptions — tool raises, model doesn't know why. Return errors as data.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= the model picks tools from a menu you defined. Bad menu = bad picks.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is a prompt. Name, description, parameter descriptions all matter.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MAF, any Python function or C# method can be a tool — decorators and attributes give finer control.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context via ctx keeps sensitive values out of the model.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errors as data, not exceptions, when you want the model to recover.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(function, Toolbox, MCP) share the same contract — different origins, same shape.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— managed tools you attach without writing.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2026-08-03T14:18:25Z</dcterms:created>
  <dcterms:modified xsi:type="dcterms:W3CDTF">2026-08-03T14:18:25Z</dcterms:modified>
</cp:coreProperties>
</file>