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Module 7 covers instruction patterns for combining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 (bringing it together)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most attendees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"gpt-5.4-mini",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will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revisits this with instruction-design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