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Module 7 covers instruction patterns for combining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combining knowledge + tools (bringing it together)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most attendees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"gpt-5.4-mini",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will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revisits this with instruction-design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2026-08-03T14:31:44Z</dcterms:created>
  <dcterms:modified xsi:type="dcterms:W3CDTF">2026-08-03T14:31:44Z</dcterms:modified>
</cp:coreProperties>
</file>