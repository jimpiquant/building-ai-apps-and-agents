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Instruction and description quality is what steers the mix — the lab's Part C is where they iterate on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 Use clear instructions and tool descriptions to steer which fires when.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2026-08-20T23:43:05Z</dcterms:created>
  <dcterms:modified xsi:type="dcterms:W3CDTF">2026-08-20T23:43:05Z</dcterms:modified>
</cp:coreProperties>
</file>