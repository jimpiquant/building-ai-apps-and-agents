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 single agent's memory question is "what does it remember." A multi-agent workflow adds a second question: what does each agent see of what the OTHER agents know? This module answers that second question.
• GROUNDING SOURCE: https://learn.microsoft.com/en-us/agent-framework/concepts/workflows/state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Confirmed explicitly in Group Chat's own "Context Synchronization" section — worth stating precisely since it's a common assumption to get wrong: agents in a workflow do NOT automatically share one session.
• GROUNDING SOURCE: https://learn.microsoft.com/en-us/agent-framework/workflows/orchestrations/group-chat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is Module 3's state mechanism, applied to the "memory contract" framing. Private by default; a shared key/scope is how executors actually exchange data that isn't a direct message.
• GROUNDING SOURCE: https://learn.microsoft.com/en-us/agent-framework/concepts/workflows/state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chain_only_agent_responses is a real, direct example of a "memory contract" decision — how much of the conversation each downstream agent is allowed to see. Full context risks distraction/leakage; response-only risks losing earlier grounding.
• GROUNDING SOURCE: https://learn.microsoft.com/en-us/agent-framework/workflows/orchestrations/sequential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extends Day 3 Part A's TriageResult (route/summary/needs_work_item) — a single agent's structured response — to the multi-agent case: a typed value one agent hands to the next is a contract, not just a response format.
• GROUNDING SOURCE: https://learn.microsoft.com/en-us/agent-framework/agents/structured-outputs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 free-text handoff between agents is exactly the "partial JSON is not a value" problem from Day 3, now compounded across a chain — each additional untyped hop is another place formatting drift can silently break the next agent's parsing.
• GROUNDING SOURCE: https://learn.microsoft.com/en-us/agent-framework/agents/structured-outputs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is a genuine failure mode worth naming here and referencing again in Module 6 — memory strategy and failure modes are two sides of the same coin. Reusing one workflow-builder or agent instance across unrelated tasks is the single most common way workflow state leaks.
• GROUNDING SOURCE: https://learn.microsoft.com/en-us/agent-framework/concepts/workflows/state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is a synthesis, not a verbatim framework table — flag it as this workshop's own decision guide if asked, built from the documented mechanisms above.
• GROUNDING SOURCE: https://learn.microsoft.com/en-us/agent-framework/concepts/workflows/state
• GROUNDING SOURCE: https://learn.microsoft.com/en-us/agent-framework/workflows/orchestrations/sequential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Ask attendees what type the lab's Critic should emit for its "approved" path versus its "needs another pass" path — both need to be distinguishable in code, not just in prose, for the conditional edge in Module 3 to route on.
• GROUNDING SOURCE: https://learn.microsoft.com/en-us/agent-framework/concepts/workflows/state
• GROUNDING SOURCE: https://learn.microsoft.com/en-us/agent-framework/workflows/orchestrations/group-chat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4 · 25 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Strategies for Multi-Agent Systems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isolation, shared state, and structured outputs as contracts between agents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Apps and Agents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4224528"/>
            <a:ext cx="841248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27024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https://learn.microsoft.com/en-us/agent-framework/concepts/workflows/state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memory is the default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79552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owns its own AgentSession — conversation state is not automatically shared between agents in a workflow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Chat's own docs are explicit about this: agents do NOT share one session instance, because different agent types may implement the session abstraction differently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Instead, the orchestrator broadcasts each response to every other agent, so each agent's own session stays synchronized before its next turn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looks like shared memory from the outside, but mechanically it's per-agent memory kept in sync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https://learn.microsoft.com/en-us/agent-framework/workflows/orchestrations/group-chat</a:t>
            </a:r>
            <a:endParaRPr lang="en-US" sz="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memory: workflow state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1719072"/>
          </a:xfrm>
          <a:prstGeom prst="rect">
            <a:avLst/>
          </a:prstGeom>
          <a:solidFill>
            <a:srgbClr val="1D1E22"/>
          </a:solidFill>
          <a:ln w="9525">
            <a:solidFill>
              <a:srgbClr val="2A2B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07008"/>
            <a:ext cx="81381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Private to the writing executor by default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ctx.set_state(</a:t>
            </a:r>
            <a:pPr indent="0" marL="0">
              <a:buNone/>
            </a:pPr>
            <a:r>
              <a:rPr lang="en-US" sz="128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"draft_answer"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answer)</a:t>
            </a:r>
            <a:endParaRPr lang="en-US" sz="1280" dirty="0"/>
          </a:p>
          <a:p>
            <a:pPr indent="0" marL="0">
              <a:buNone/>
            </a:pPr>
            <a:endParaRPr lang="en-US" sz="1280" dirty="0"/>
          </a:p>
          <a:p>
            <a:pPr indent="0" marL="0">
              <a:buNone/>
            </a:pPr>
            <a:r>
              <a:rPr lang="en-US" sz="128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Any executor reading the SAME key sees the same value,</a:t>
            </a:r>
            <a:endParaRPr lang="en-US" sz="1280" dirty="0"/>
          </a:p>
          <a:p>
            <a:pPr indent="0" marL="0">
              <a:buNone/>
            </a:pPr>
            <a:r>
              <a:rPr lang="en-US" sz="128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starting the next superstep after the write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cached = ctx.get_state(</a:t>
            </a:r>
            <a:pPr indent="0" marL="0">
              <a:buNone/>
            </a:pPr>
            <a:r>
              <a:rPr lang="en-US" sz="128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"draft_answer"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365760" y="4131818"/>
            <a:ext cx="8412480" cy="5773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workflow-state key when data needs to outlive one message hop — a running tally, a cache, a value more than one downstream executor needs.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https://learn.microsoft.com/en-us/agent-framework/concepts/workflows/state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how much context an agent sees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114800" cy="3493008"/>
          </a:xfrm>
          <a:prstGeom prst="roundRect">
            <a:avLst/>
          </a:prstGeom>
          <a:solidFill>
            <a:srgbClr val="F3F4F6"/>
          </a:solidFill>
          <a:ln w="1143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98448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conversation (default)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3639312" cy="2395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sees the previous agent's input *and* every response so far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grounding, but context grows with every hop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78992"/>
            <a:ext cx="4114800" cy="3493008"/>
          </a:xfrm>
          <a:prstGeom prst="roundRect">
            <a:avLst/>
          </a:prstGeom>
          <a:solidFill>
            <a:srgbClr val="CADCFC"/>
          </a:solidFill>
          <a:ln w="1143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4608" y="1298448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chain_only_agent_responses=True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892040" y="1828800"/>
            <a:ext cx="3639312" cy="2395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sees only the immediately previous agent's response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translation pipelines and progressive refinement, where earlier turns would just be noise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https://learn.microsoft.com/en-us/agent-framework/workflows/orchestrations/sequential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 as contracts between agents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79552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Part A used a typed TriageResult{route, summary, needs_work_item} as one agent's final response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multi-agent workflow, a typed value is also how one agent hands work to the next — the type itself is the contract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the lab's Critic emits Answer{summary, bullets, citations, confidence} — the workflow's terminal output, and the shape every caller can rely 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Planner emitting a typed list of sub-questions for the Retriever to consume is the same pattern, one hop earlier in the pipeline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https://learn.microsoft.com/en-us/agent-framework/agents/structured-outputs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typed contracts matter more with multiple agents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79552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free-text handoff between two agents is fragile — the receiving agent has to parse prose reliably every single run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additional untyped hop in a chain is another place formatting drift can silently break the next step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validated type fails loudly (a validation error) instead of quietly (a misparsed string) — much easier to catch in a golden-set run (Module 5)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https://learn.microsoft.com/en-us/agent-framework/agents/structured-outputs</a:t>
            </a:r>
            <a:endParaRPr lang="en-US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isolation risk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79552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Reusing one workflow-builder, executor, or agent instance across unrelated tasks leaks state between them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threads/sessions persist across workflow runs by default — useful for continuity within one task, a real risk across different ones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wrap construction in a helper function so every run gets fresh executor and agent instances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"memory contract" failure as much as it's a "failure mode" — Module 6 revisits it from the guardrails angle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https://learn.microsoft.com/en-us/agent-framework/concepts/workflows/state</a:t>
            </a:r>
            <a:endParaRPr lang="en-US" sz="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memory strategy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78992"/>
          <a:ext cx="8412480" cy="914400"/>
        </p:xfrm>
        <a:graphic>
          <a:graphicData uri="http://schemas.openxmlformats.org/drawingml/2006/table">
            <a:tbl>
              <a:tblPr/>
              <a:tblGrid>
                <a:gridCol w="3256444"/>
                <a:gridCol w="5156036"/>
              </a:tblGrid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need...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 for...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agent to see the full running conversation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per-agent memory + orchestrator broadcast (Group Chat)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the immediately previous step's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chain_only_agent_responses=True (Sequential)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value that outlives one message hop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state with a shared key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reliable, parseable handoff between two agents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typed structured output, not free 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 state on every 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executors/agents inside a helper function, not module-level singletons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https://learn.microsoft.com/en-us/agent-framework/concepts/workflows/state  ·  +1 in notes</a:t>
            </a:r>
            <a:endParaRPr lang="en-US" sz="8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225296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252728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2416" y="120700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don't automatically share memory — a workflow's orchestrator (or your own state) is what keeps them synchronized.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755648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1883664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" y="1911096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42416" y="1865376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full-context or response-only chaining deliberately; it's a real trade-off between grounding and noise.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414016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" y="2542032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" y="2569464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42416" y="252374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workflow state for anything that needs to outlive a single message hop.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072384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" y="3200400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" y="3227832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42416" y="318211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structured outputs as contracts between agents, not just response formatting — the lab's Critic→Planner conditional edge in Module 3 routes on exactly this kind of typed value.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3730752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512" y="3858768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" y="3886200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42416" y="384048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fresh executor/agent instances per run — reused instances leak state across unrelated tasks.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https://learn.microsoft.com/en-us/agent-framework/concepts/workflows/state  ·  +1 in notes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Building AI Apps and Agents Workshop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Memory Strategies for Multi-Agent Systems</dc:title>
  <dc:subject>Day 4 — Multi-Agent Patterns + Evaluation Anchor</dc:subject>
  <dc:creator>Building AI Apps and Agents Workshop</dc:creator>
  <cp:lastModifiedBy>Building AI Apps and Agents Workshop</cp:lastModifiedBy>
  <cp:revision>1</cp:revision>
  <dcterms:created xsi:type="dcterms:W3CDTF">2026-09-02T11:44:37Z</dcterms:created>
  <dcterms:modified xsi:type="dcterms:W3CDTF">2026-09-02T11:44:37Z</dcterms:modified>
</cp:coreProperties>
</file>