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single agent's memory question is "what does it remember." A multi-agent workflow adds a second question: what does each agent see of what the OTHER agents know? This module answers that second question.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Confirmed explicitly in Group Chat's own "Context Synchronization" section — worth stating precisely since it's a common assumption to get wrong: agents in a workflow do NOT automatically share one session.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Module 3's state mechanism, applied to the "memory contract" framing. Private by default; a shared key/scope is how executors actually exchange data that isn't a direct message.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chain_only_agent_responses is a real, direct example of a "memory contract" decision — how much of the conversation each downstream agent is allowed to see. Full context risks distraction/leakage; response-only risks losing earlier grounding.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extends Day 3 Part A's TriageResult (route/summary/needs_work_item) — a single agent's structured response — to the multi-agent case: a typed value one agent hands to the next is a contract, not just a response format.
• GROUNDING SOURCE: https://learn.microsoft.com/en-us/agent-framework/agents/structured-outputs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free-text handoff between agents is exactly the "partial JSON is not a value" problem from Day 3, now compounded across a chain — each additional untyped hop is another place formatting drift can silently break the next agent's parsing.
• GROUNDING SOURCE: https://learn.microsoft.com/en-us/agent-framework/agents/structured-outputs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genuine failure mode worth naming here and referencing again in Module 6 — memory strategy and failure modes are two sides of the same coin. Reusing one workflow-builder or agent instance across unrelated tasks is the single most common way workflow state leaks.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synthesis, not a verbatim framework table — flag it as this workshop's own decision guide if asked, built from the documented mechanisms above.
• GROUNDING SOURCE: https://learn.microsoft.com/en-us/agent-framework/concepts/workflows/state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what type the lab's Critic should emit for its "approved" path versus its "needs another pass" path — both need to be distinguishable in code, not just in prose, for the conditional edge in Module 3 to route on.
• GROUNDING SOURCE: https://learn.microsoft.com/en-us/agent-framework/concepts/workflows/state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Strategies for Multi-Agent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isolation, shared state, and structured outputs as contracts between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memory is the default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owns its own AgentSession — conversation state is not automatically shared between agents in a workflow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Chat's own docs are explicit about this: agents do NOT share one session instance, because different agent types may implement the session abstraction differently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Instead, the orchestrator broadcasts each response to every other agent, so each agent's own session stays synchronized before its next turn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looks like shared memory from the outside, but mechanically it's per-agent memory kept in sync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memory: workflow state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Private to the writing executor by default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ctx.set_state(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"draft_answer"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answer)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Any executor reading the SAME key sees the same value,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starting the next superstep after the write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cached = ctx.get_state(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"draft_answer"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workflow-state key when data needs to outlive one message hop — a running tally, a cache, a value more than one downstream executor needs.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Controlling how much context an agent sees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(default)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sees the previous agent's input *and* every response so far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Preserves grounding, but context grows with every hop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chain_only_agent_responses=True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sees only the immediately previous agent's response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translation pipelines and progressive refinement, where earlier turns would just be noise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 as contracts between agents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Part A used a typed TriageResult{route, summary, needs_work_item} as one agent's final response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multi-agent workflow, a typed value is also how one agent hands work to the next — the type itself is the contract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the lab's Critic emits Answer{summary, bullets, citations, confidence} — the workflow's terminal output, and the shape every caller can rely 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Planner emitting a typed list of sub-questions for the Retriever to consume is the same pattern, one hop earlier in the pipeline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https://learn.microsoft.com/en-us/agent-framework/agents/structured-outputs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typed contracts matter more with multiple agents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free-text handoff between two agents is fragile — the receiving agent has to parse prose reliably every single run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additional untyped hop in a chain is another place formatting drift can silently break the next step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type fails loudly (a validation error) instead of quietly (a misparsed string) — much easier to catch in a golden-set run (Module 5)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https://learn.microsoft.com/en-us/agent-framework/agents/structured-outputs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isolation risk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Reusing one workflow-builder, executor, or agent instance across unrelated tasks leaks state between them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threads/sessions persist across workflow runs by default — useful for continuity within one task, a real risk across different ones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wrap construction in a helper function so every run gets fresh executor and agent instances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"memory contract" failure as much as it's a "failure mode" — Module 6 revisits it from the guardrails angle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memory strategy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3256444"/>
                <a:gridCol w="515603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need...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 for...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agent to see the full running conversation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per-agent memory + orchestrator broadcast (Group Chat)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immediately previous step's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chain_only_agent_responses=True (Sequential)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value that outlives one message 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state with a shared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reliable, parseable handoff between two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typed structured output, not free 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state on every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executors/agents inside a helper function, not module-level singletons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automatically share memory — a workflow's orchestrator (or your own state) is what keeps them synchronized.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full-context or response-only chaining deliberately; it's a real trade-off between grounding and noise.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workflow state for anything that needs to outlive a single message hop.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structured outputs as contracts between agents, not just response formatting — the lab's Critic→Planner conditional edge in Module 3 routes on exactly this kind of typed value.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fresh executor/agent instances per run — reused instances leak state across unrelated tasks.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Memory Strategies for Multi-Agent Systems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2026-09-02T12:20:31Z</dcterms:created>
  <dcterms:modified xsi:type="dcterms:W3CDTF">2026-09-02T12:20:31Z</dcterms:modified>
</cp:coreProperties>
</file>