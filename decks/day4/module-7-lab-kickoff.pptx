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lab composes every module from today: workflow primitives (3), orchestration patterns (2), memory contracts (4), and a trajectory evaluation with a cost metric (5), plus the guardrail from Module 6 — now a required deliverable, not a stretch goal. Note for presenters: the lab's own part order (basics, then orchestrations, then eval) deliberately runs opposite to today's lecture order (orchestration patterns in Module 2, before workflow fundamentals in Module 3) — build it by hand first, then appreciate the shortcut, is the lab's own teaching sequence.
• GROUNDING SOURCE: https://learn.microsoft.com/en-us/agent-framework/concepts/workflows/
• GROUNDING SOURCE: https://learn.microsoft.com/azure/foundry/concepts/evaluation-evaluators/agent-evaluators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Same Planner/Retriever/Critic roles across all three parts — the roles don't change, only what runs them does. The Summarizer role from an earlier draft was folded into the Critic to keep this lab digestible — the Critic both judges and produces the final answer.
• GROUNDING SOURCE: https://learn.microsoft.com/en-us/agent-framework/concepts/workflows/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deliberately NOT SequentialBuilder — that's Part B's shortcut. Part A wires the same three roles by hand with WorkflowBuilder + add_edge, straight-line, no conditional edges, so the graph primitives are visible before the prebuilt templates hide them. output_from is the one detail worth dwelling on: every AgentExecutor yields its own response as output by default, so without output_from=[critic] this 3-executor graph would produce three outputs, not one.
• GROUNDING SOURCE: https://learn.microsoft.com/en-us/agent-framework/concepts/workflows/executors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Construction #1 (Sequential) is the shortcut for exactly what Part A built by hand — same limitation, one line of code. Construction #2 fixes it. Rebuilding with a custom WorkflowBuilder graph is a genuine rewrite of the orchestration plumbing, not a small diff on construction #1's code — set that expectation directly with attendees.
• GROUNDING SOURCE: https://learn.microsoft.com/en-us/agent-framework/workflows/orchestrations/sequential
• GROUNDING SOURCE: https://learn.microsoft.com/en-us/agent-framework/concepts/workflows/edges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GroupChatBuilder's orchestrator_agent parameter is a real Agent, not a plain function — it decides who speaks next by reading the shared conversation, not by evaluating a Python condition. Participants here are plain Agent instances, not AgentExecutor-wrapped like construction #2 — confirmed against the framework's own Group Chat tutorial and Python sample. This is a genuine third implementation, not a one-line pattern swap.
• GROUNDING SOURCE: https://learn.microsoft.com/en-us/agent-framework/workflows/orchestrations/group-chat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Unlike AgentLoopMiddleware's built-in max_iterations, neither construction #2's conditional edge nor construction #3's orchestrator has an automatic cap — both loops can genuinely run forever if the model never approves. This is a correctness requirement for BOTH constructions, not a stretch goal, and it's the concrete reason Day 5's "budget guardrails revisited" module has something real to point back at.
• GROUNDING SOURCE: https://learn.microsoft.com/en-us/agent-framework/agents/looping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Part C builds nothing new — it imports Part B's three build_workflow_*() functions directly. This is where Module 5's evaluation anchor actually lives in the lab, instead of being smeared across every part.
• GROUNDING SOURCE: https://learn.microsoft.com/en-us/agent-framework/agents/evaluation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Same discipline as Day 3 Part E, at workflow scale — Module 5's own framing. Building it once and reusing it for Part C's comparison is what makes the progression meaningful instead of three disconnected exercises. Part A and Part B's own demos use one hand-picked question each, not the golden set — the golden set's job is Part C's statistical comparison.
• GROUNDING SOURCE: https://learn.microsoft.com/en-us/agent-framework/agents/evaluation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lab's own definition of what to measure, straight from the locked spec — plan quality, retrieval recall, and BOTH of the Critic's decisions (the reject-and-loop call and the final Answer), not just the final output. This lab's actual implemented scope stops at approved/rejected/guardrail-tripped counting — cost-per-outcome and an LLM-judged trajectory score are named here as what a fuller harness would add, flagged explicitly as not implemented, not silently assumed.
• GROUNDING SOURCE: https://learn.microsoft.com/azure/foundry/concepts/evaluation-evaluators/agent-evaluators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Mirrors Day 3 Module 9's prerequisites-card style. The ADO MCP path is only needed for the optional Ticket agent stretch, not the core lab.
• GROUNDING SOURCE: https://learn.microsoft.com/en-us/agent-framework/agents/evaluation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Reworded for the workflow-basics/orchestrations/evaluate structure — the budget guardrail is a required deliverable for BOTH orchestration constructions in Part B, not a stretch goal.
• GROUNDING SOURCE: https://learn.microsoft.com/en-us/agent-framework/agents/evaluation
• GROUNDING SOURCE: https://learn.microsoft.com/en-us/agent-framework/agents/looping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Close the core Day 4 live time here. Learners have every primitive from Modules 1-6 before starting the lab.
• GROUNDING SOURCE: https://learn.microsoft.com/en-us/agent-framework/concepts/workflows/
• GROUNDING SOURCE: https://learn.microsoft.com/azure/foundry/concepts/evaluation-evaluators/agent-evaluators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7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Lab Kickoff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parts, one scenario — workflow basics, then orchestrations, then evaluation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build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three roles — Planner, Retriever, Critic: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— a raw WorkflowBuilder graph, by hand, no loop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— the SAME roles, three ways: SequentialBuilder's shortcut, a custom graph with a revision loop, GroupChatBuilder's alternative fix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— the golden set against all three of Part B's constructions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stretch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a Ticket agent that files a real Azure DevOps work item (Day 3's MCP path) when the Critic flags a documentation gap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runs the same golden set against every construction from Part B — same questions, one comparison table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— Workflow basics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 Planner, Retriever, Critic in AgentExecutor; wire them straight-line with WorkflowBuilder + add_edge — no loop, no conditional edges yet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output_from=[critic] designates the Critic's response as the ONE workflow output — without it, all three executors' responses would count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once on a single question; visualize the graph with WorkflowViz(workflow).to_mermaid() (Module 3's own visualization tooling)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golden set here — that's Part C's job. Part A is purely "how is a workflow actually built"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https://learn.microsoft.com/en-us/agent-framework/concepts/workflows/executors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— Orchestrations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2139696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Construction #1 — the shortcut for Part A's graph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SequentialBuilder(participants=[planner, retriever, critic]).build()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Construction #2 — fixes its limitation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builder = WorkflowBuilder(start_executor=planner)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builder.add_edge(planner, retriever)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builder.add_edge(retriever, critic)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builder.add_edge(critic, planner, condition=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lambda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result: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result.approved)</a:t>
            </a:r>
            <a:endParaRPr lang="en-US" sz="1280" dirty="0"/>
          </a:p>
        </p:txBody>
      </p:sp>
      <p:sp>
        <p:nvSpPr>
          <p:cNvPr id="7" name="Text 5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limitation as Part A: Sequential's Critic runs once, with nowhere to send a rejected verdict. Construction #2 fixes it with a conditional loop back to the Planner.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https://learn.microsoft.com/en-us/agent-framework/workflows/orchestrations/sequential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— Group Chat, a second fix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Rebuild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12064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three roles as plain participants, now with GroupChatBuilder(participants=[...], orchestrator_agent=..., termination_condition=...)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313432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1" name="Shape 9"/>
          <p:cNvSpPr/>
          <p:nvPr/>
        </p:nvSpPr>
        <p:spPr>
          <a:xfrm>
            <a:off x="2532888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42616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2642616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63240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 decides, not Python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679192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LLM agent reads the shared conversation and picks who speaks next; no condition function to write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480560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7" name="Shape 15"/>
          <p:cNvSpPr/>
          <p:nvPr/>
        </p:nvSpPr>
        <p:spPr>
          <a:xfrm>
            <a:off x="4700016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09744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4809744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230368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Synchronization does the work revision_gate had to do manually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846320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Planner already sees the Critic's rejection when re-selected, because the conversation is shared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647688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23" name="Shape 21"/>
          <p:cNvSpPr/>
          <p:nvPr/>
        </p:nvSpPr>
        <p:spPr>
          <a:xfrm>
            <a:off x="6867144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76872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/>
          <p:nvPr/>
        </p:nvSpPr>
        <p:spPr>
          <a:xfrm>
            <a:off x="6976872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397496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guardrail lives in termination_condition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13448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GroupChatBuilder gives you exactly one hook to control termination, not a graph of edges to route through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https://learn.microsoft.com/en-us/agent-framework/workflows/orchestrations/group-chat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B's guardrail is required for both fixes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a conditional edge nor an LLM orchestrator has a built-in max_iterations — unlike AgentLoopMiddleware's single-agent loop, nothing stops either loop automatically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 #2: a counter in workflow state (ctx.set_state/get_state), checked by a small executor since condition functions never get ctx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 #3: termination_condition itself is the guardrail — a message-count cap alongside the "Critic approved" check, in one function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both fail safely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a bounded, graceful stop, not an unbounded token burn. This is Module 6's advice, applied to the two loops this lab can actually trigger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https://learn.microsoft.com/en-us/agent-framework/agents/looping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— Evaluate and compare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Imports Part B's three build_workflow_*() functions directly — no new orchestration code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SAME golden-set slice against all three constructions: Sequential, custom graph, Group Chat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a comparison table: approved rate for each, plus guardrail-trip rate for construction #2 specifically (construction #3's guardrail has no distinct signal from a plain rejection)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which approach fit best, and why — write it down, it's part of Done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one golden set, use it for Part C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 realistic questions, each with expected citations/answers as ground truth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the real branches: a question that grounds cleanly on the first pass, one that needs the Critic's revision loop, and a general-knowledge question needing no retrieval at all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it once, before Part C — every construction runs against the exact same set, so the comparison means something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trajectory evaluation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quality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did the Planner's decomposition make sense for the question?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recall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did the Retriever actually find the right grounding?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 accuracy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both decisions: the reject-and-loop call (constructions #2/#3 only — construction #1 never loops), *and* the final structured Answer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task success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did the whole workflow produce a usable answer? (this lab's actual implemented metric: approved / not approved / guardrail tripped)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successful outcome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tokens summed across every agent, divided by successful cases (Module 5 names this; not implemented in this lab's Part C — a real extension, flagged rather than assumed)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https://learn.microsoft.com/azure/foundry/concepts/evaluation-evaluators/agent-evaluators</a:t>
            </a:r>
            <a:endParaRPr lang="en-US" sz="8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Prerequisites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2064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lab complete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12064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single agent with memory, streaming, structured outputs, and MCP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72584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18888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Bundled reference docs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818888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the repo (labs/day4/python/data/docs/); nothing to provision, no live knowledge base required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65760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2064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Foundry judge model deployment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12064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cost/trajectory evaluation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672584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18888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(Optional stretch only)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818888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3's Azure DevOps MCP path, for the Ticket agent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</a:t>
            </a:r>
            <a:endParaRPr lang="en-US" sz="8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of done</a:t>
            </a:r>
            <a:endParaRPr lang="en-US" sz="2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72237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 when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graph runs end-to-end and prints the Critic's verdict; the Mermaid diagram matches the graph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three constructions run on the same hard question; constructions #2/#3 both recover from construction #1's limitation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B guardrail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Triggers cleanly in a stress test for BOTH constructions #2 and #3 — required, not stretch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Golden set runs against all three constructions; a comparison table reports approved rate side by side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Reflection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Which construction fit best, and why — committed to the repo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Stretch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Ticket agent files a real ADO work item when the Critic flags a gap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build a workflow by hand before you use the prebuilt shortcut — Part A first, Part B second, deliberately in that order.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build the same three roles three different ways — Sequential, a custom graph, Group Chat — and watch the same limitation get fixed two different ways.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measure every construction against the same golden set in one dedicated evaluation pass, so the differences you see are real, not noise.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build the guardrail Module 6 argued for — required for both fixes, because nothing else bounds either loop.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  ·  +1 in notes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Day 4 Lab Kickoff</dc:title>
  <dc:subject>Day 4 — Multi-Agent Patterns + Evaluation Anchor</dc:subject>
  <dc:creator>Building AI Apps and Agents Workshop</dc:creator>
  <cp:lastModifiedBy>Building AI Apps and Agents Workshop</cp:lastModifiedBy>
  <cp:revision>1</cp:revision>
  <dcterms:created xsi:type="dcterms:W3CDTF">2026-09-02T10:46:25Z</dcterms:created>
  <dcterms:modified xsi:type="dcterms:W3CDTF">2026-09-02T10:46:25Z</dcterms:modified>
</cp:coreProperties>
</file>