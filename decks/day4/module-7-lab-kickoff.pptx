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lab composes every module from today: orchestration patterns (2), workflow primitives (3), memory contracts (4), and a trajectory evaluation with a cost metric (5), plus the guardrail from Module 6 — now a required deliverable, not a stretch goal.
• GROUNDING SOURCE: https://learn.microsoft.com/en-us/agent-framework/concepts/workflows/
• GROUNDING SOURCE: https://learn.microsoft.com/azure/foundry/concepts/evaluation-evaluators/agent-evaluators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Same Planner/Retriever/Critic roles across all three parts — the roles don't change, only the orchestration mechanism does. The Summarizer role from an earlier draft was folded into the Critic to keep this lab digestible — the Critic both judges and produces the final answer.
• GROUNDING SOURCE: https://learn.microsoft.com/en-us/agent-framework/concepts/workflows/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isn't filler — it's a live demonstration of the exact limitation Module 2's own takeaway already names ("Sequential cannot loop back"). The Critic here has no way to ask for another pass; that gap is what Part B exists to fix.
• GROUNDING SOURCE: https://learn.microsoft.com/en-us/agent-framework/workflows/orchestrations/sequential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Module 3's conditional-edge primitive, applied to the exact gap Part A exposed. Rebuilding with WorkflowBuilder is a genuine rewrite of the orchestration plumbing, not a small diff on Part A's SequentialBuilder code — set that expectation directly with attendees.
• GROUNDING SOURCE: https://learn.microsoft.com/en-us/agent-framework/concepts/workflows/edges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Unlike AgentLoopMiddleware's built-in max_iterations, a custom conditional edge has no automatic cap — the Critic-to-Planner loop can genuinely run forever if the model never approves. This is a correctness requirement for Part B, not a stretch goal, and it's the concrete reason Day 5's "budget guardrails revisited" module has something real to point back at.
• GROUNDING SOURCE: https://learn.microsoft.com/en-us/agent-framework/agents/looping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GroupChatBuilder's orchestrator_agent parameter is a real Agent, not a plain function — it can play the Critic's judging role directly. This is a genuine second implementation, not a one-line pattern swap, which is why the eval-change-re-eval discipline from Module 5 applies here for real: baseline from Part B, change to Part C, re-run, quantify.
• GROUNDING SOURCE: https://learn.microsoft.com/en-us/agent-framework/workflows/orchestrations/group-chat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Same discipline as Day 3 Part E, at workflow scale — Module 5's own framing. Building it once and reusing it across Parts A, B, and C is what makes the progression meaningful instead of three disconnected exercises.
• GROUNDING SOURCE: https://learn.microsoft.com/en-us/agent-framework/agents/evaluation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lab's own definition of what to measure, straight from the locked spec — plan quality, retrieval recall, and BOTH of the Critic's decisions (the reject-and-loop call and the final Answer), not just the final output. Run this same list against Parts A, B, and C.
• GROUNDING SOURCE: https://learn.microsoft.com/azure/foundry/concepts/evaluation-evaluators/agent-evaluators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Mirrors Day 3 Module 9's prerequisites-card style. The ADO MCP path is only needed for the optional Ticket agent stretch, not the core lab.
• GROUNDING SOURCE: https://learn.microsoft.com/en-us/agent-framework/agents/evaluation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Reworded for the 3-part structure — same substance as the locked spec, but the budget guardrail is now a required Part B deliverable, not a stretch goal, per this session's design decision.
• GROUNDING SOURCE: https://learn.microsoft.com/en-us/agent-framework/agents/evaluation
• GROUNDING SOURCE: https://learn.microsoft.com/en-us/agent-framework/agents/looping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Close the core Day 4 live time here. Learners have every primitive from Modules 1-6 before starting the lab.
• GROUNDING SOURCE: https://learn.microsoft.com/en-us/agent-framework/concepts/workflows/
• GROUNDING SOURCE: https://learn.microsoft.com/azure/foundry/concepts/evaluation-evaluators/agent-evaluators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7 · 25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Lab Kickoff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parts, one scenario — start simple, then build up to a workflow you can evaluate and compare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4224528"/>
            <a:ext cx="841248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27024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https://learn.microsoft.com/en-us/agent-framework/concepts/workflows/  ·  +1 in notes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build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three roles — Planner, Retriever, Critic — implemented three different ways:</a:t>
            </a:r>
            <a:endParaRPr lang="en-US" sz="16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SequentialBuilder, no correction</a:t>
            </a:r>
            <a:endParaRPr lang="en-US" sz="16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a custom WorkflowBuilder graph with a revision loop</a:t>
            </a:r>
            <a:endParaRPr lang="en-US" sz="16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GroupChatBuilder, an alternative to Part B's fix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stretch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 Ticket agent that files a real Azure DevOps work item (Day 3's MCP path) when the Critic flags a documentation gap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parts run against the same golden set — same questions, escalating orchestration sophistication, a visible eval delta at each step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https://learn.microsoft.com/en-us/agent-framework/concepts/workflows/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Sequential (warm-up)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Planner → Retriever → Critic with plain SequentialBuilder — the simplest orchestration pattern, no loop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 runs once: check passes → emit the Answer; check fails → the workflow just returns as-is, no correction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against the golden set and watch it fail on the questions that need a second pass — this is the limitation, live, not a slide bullet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Part B: the fix for what you just watched break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https://learn.microsoft.com/en-us/agent-framework/workflows/orchestrations/sequential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A custom graph fixes 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1719072"/>
          </a:xfrm>
          <a:prstGeom prst="rect">
            <a:avLst/>
          </a:prstGeom>
          <a:solidFill>
            <a:srgbClr val="1D1E22"/>
          </a:solidFill>
          <a:ln w="9525">
            <a:solidFill>
              <a:srgbClr val="2A2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81381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 = WorkflowBuilder(start_executor=planner)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builder.add_edge(planner, retriever)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builder.add_edge(retriever, critic)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fix: route back to the planner when the critic isn't satisfied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builder.add_edge(critic, planner, condition=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result: 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result.approved)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365760" y="4131818"/>
            <a:ext cx="8412480" cy="577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Part A's three roles with WorkflowBuilder instead of SequentialBuilder — same roles, a genuinely different graph, not a small edit.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https://learn.microsoft.com/en-us/agent-framework/concepts/workflows/edges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B's guardrail is required, not optional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conditional edge has no built-in max_iterations — unlike AgentLoopMiddleware's single-agent loop, nothing stops this loop automatically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own counter in workflow state (ctx.set_state/get_state), checked inside the condition function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workflow fails safely under it — a bounded, graceful stop, not an unbounded token burn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Module 6's advice, applied directly to the one loop this lab can actually trigger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https://learn.microsoft.com/en-us/agent-framework/agents/looping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Swap to Group Chat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161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" y="17190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three roles, now with GroupChatBuilder(participants=[...], orchestrator_agent=critic_orchestrator)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35808" y="1892808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1" name="Shape 9"/>
          <p:cNvSpPr/>
          <p:nvPr/>
        </p:nvSpPr>
        <p:spPr>
          <a:xfrm>
            <a:off x="3255264" y="12161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85616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01568" y="17190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have Part B's trajectory eval scores and cost per successful outcome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25312" y="1892808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7" name="Shape 15"/>
          <p:cNvSpPr/>
          <p:nvPr/>
        </p:nvSpPr>
        <p:spPr>
          <a:xfrm>
            <a:off x="6144768" y="12161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254496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75120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1072" y="17190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golden set, same evaluators, against Part C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0449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1638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32141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6112" y="31638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delta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2064" y="35478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pass rate change? Did cost per successful outcome change?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035808" y="3721608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28" name="Shape 26"/>
          <p:cNvSpPr/>
          <p:nvPr/>
        </p:nvSpPr>
        <p:spPr>
          <a:xfrm>
            <a:off x="3255264" y="30449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64992" y="31638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3364992" y="32141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85616" y="31638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401568" y="35478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approach fit best, and why — write it down, it's part of Done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https://learn.microsoft.com/en-us/agent-framework/workflows/orchestrations/group-chat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golden set, use it for all three parts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realistic questions, each with expected citations/answers as ground truth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real branches: a question that grounds cleanly on the first pass, one that needs the Critic's revision loop, and a general-knowledge question needing no retrieval at all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once, before Part A — every part runs against the exact same set, so the eval deltas mean something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trajectory evaluation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quality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did the Planner's decomposition make sense for the question?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recall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did the Retriever actually find the right grounding?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accuracy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both decisions: the reject-and-loop call (Parts B/C only — Part A's Critic never loops), *and* the final structured Answer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task success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did the whole workflow produce a usable answer?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successful outcome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tokens summed across every agent, divided by successful cases (Module 5)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https://learn.microsoft.com/azure/foundry/concepts/evaluation-evaluators/agent-evaluators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05656" cy="1655064"/>
          </a:xfrm>
          <a:prstGeom prst="roundRect">
            <a:avLst>
              <a:gd name="adj" fmla="val 3315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197864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lab complete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2064" y="1581912"/>
            <a:ext cx="3813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single agent with memory, streaming, structured outputs, and MCP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72584" y="1078992"/>
            <a:ext cx="4105656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8888" y="1197864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reference docs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18888" y="1581912"/>
            <a:ext cx="3813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the repo (labs/day4/python/data/docs/); nothing to provision, no live knowledge base required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935224"/>
            <a:ext cx="4105656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3054096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Foundry judge model deployment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64" y="3438144"/>
            <a:ext cx="3813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cost/trajectory evaluation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72584" y="2935224"/>
            <a:ext cx="4105656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3054096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 stretch only)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18888" y="3438144"/>
            <a:ext cx="3813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3's Azure DevOps MCP path, for the Ticket agent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914400"/>
        </p:xfrm>
        <a:graphic>
          <a:graphicData uri="http://schemas.openxmlformats.org/drawingml/2006/table">
            <a:tbl>
              <a:tblPr/>
              <a:tblGrid>
                <a:gridCol w="1191148"/>
                <a:gridCol w="72213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 when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end-to-end on the golden set; the "no correction" limitation shows up in at least one 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Revision loop works; trajectory eval scores and cost per successful outcome captured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B guardrail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Triggers cleanly in a stress test — required, not stretch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Rebuilt with Group Chat; same golden set re-run; delta vs. Part B quantified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approach fit best, and why — committed to the repo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agent files a real ADO work item when the Critic flags a 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  ·  +1 in notes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225296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25272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" y="120700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the same three roles three different ways — Sequential, a custom graph, Group Chat — and watch the same limitation get fixed, then compared against an alternative fix.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883664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191109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42416" y="186537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measure every part against the same golden set, so the differences you see are real, not noise.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414016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" y="2542032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256946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42416" y="252374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the guardrail Module 6 argued for — required here, because nothing else bounds this loop.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072384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3200400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3227832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1821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quantify the effect of a real change instead of assuming it helped.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https://learn.microsoft.com/en-us/agent-framework/concepts/workflows/  ·  +1 in notes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Building AI Apps and Agents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Lab Kickoff</dc:title>
  <dc:subject>Day 4 — Multi-Agent Patterns + Evaluation Anchor</dc:subject>
  <dc:creator>Building AI Apps and Agents Workshop</dc:creator>
  <cp:lastModifiedBy>Building AI Apps and Agents Workshop</cp:lastModifiedBy>
  <cp:revision>1</cp:revision>
  <dcterms:created xsi:type="dcterms:W3CDTF">2026-08-31T19:19:40Z</dcterms:created>
  <dcterms:modified xsi:type="dcterms:W3CDTF">2026-08-31T19:19:40Z</dcterms:modified>
</cp:coreProperties>
</file>