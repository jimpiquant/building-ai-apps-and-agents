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orchestration patterns (2), workflow primitives (3), memory contracts (4), and a trajectory evaluation with a cost metric (5), plus the guardrail from Module 6 — now a required deliverable, not a stretch goal.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the orchestration mechanism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isn't filler — it's a live demonstration of the exact limitation Module 2's own takeaway already names ("Sequential cannot loop back"). The Critic here has no way to ask for another pass; that gap is what Part B exists to fix.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conditional-edge primitive, applied to the exact gap Part A exposed. Rebuilding with WorkflowBuilder is a genuine rewrite of the orchestration plumbing, not a small diff on Part A's SequentialBuilder code — set that expectation directly with attendees.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a custom conditional edge has no automatic cap — the Critic-to-Planner loop can genuinely run forever if the model never approves. This is a correctness requirement for Part B,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can play the Critic's judging role directly. This is a genuine second implementation, not a one-line pattern swap, which is why the eval-change-re-eval discipline from Module 5 applies here for real: baseline from Part B, change to Part C, re-run, quantify.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across Parts A, B, and C is what makes the progression meaningful instead of three disconnected exercises.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Run this same list against Parts A, B, and C.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3-part structure — same substance as the locked spec, but the budget guardrail is now a required Part B deliverable, not a stretch goal, per this session's design decision.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start simple, then build up to a workflow you can evaluate and compare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 — implemented three different ways: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SequentialBuilder, no correction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 custom WorkflowBuilder graph with a revision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GroupChatBuilder, an alternative to Part B's fix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parts run against the same golden set — same questions, escalating orchestration sophistication, a visible eval delta at each 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Sequential (warm-up)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Planner → Retriever → Critic with plain SequentialBuilder — the simplest orchestration pattern, no loop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runs once: check passes → emit the Answer; check fails → the workflow just returns as-is, no correction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against the golden set and watch it fail on the questions that need a second pass — this is the limitation, live, not a slide bullet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Part B: the fix for what you just watched break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 custom graph fixes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fix: route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Part A's three roles with WorkflowBuilder instead of SequentialBuilder — same roles, a genuinely different graph, not a small edit.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required, not optional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conditional edge has no built-in max_iterations — unlike AgentLoopMiddleware's single-agent loop, nothing stops this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own counter in workflow state (ctx.set_state/get_state), checked inside the condition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workflow fails safely under it — a bounded, graceful stop, not an unbounded token burn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Module 6's advice, applied directly to the one loop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Swap to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roles, now with GroupChatBuilder(participants=[...], orchestrator_agent=critic_orchestrator)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Part B's trajectory eval scores and cost per successful outcome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evaluators, against Part 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approach fit best, and why — write it down, it's part of Done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all three parts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A — every part runs against the exact same set, so the eval deltas mean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(Parts B/C only — Part A's Critic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knowledge source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one your Day 2/3 docs assistant already grounds against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91148"/>
                <a:gridCol w="72213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end-to-end on the golden set; the "no correction" limitation shows up in at least one result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Revision loop works; trajectory eval scores and cost per successful outcome captured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Rebuilt with Group Chat; same golden set re-run; delta vs. Part B quantified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approach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fixed, then compared against an alternative fix.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part against the same golden set, so the differences you see are real, not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here, because nothing else bounds this loop.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quantify the effect of a real change instead of assuming it helped.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