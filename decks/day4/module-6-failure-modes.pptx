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Four failure categories, each with a concrete mitigation already introduced elsewhere today. This module's job is to name the failure clearly and point back at the mechanism that bounds it.
• GROUNDING SOURCE: https://learn.microsoft.com/en-us/agent-framework/agents/looping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framework's own words, quoted directly: "Always bound autonomous loops. A completion condition can fail, a model can stall, and an evaluator can be probabilistic." AgentLoopMiddleware re-invokes ONE agent until a completion condition is met — distinct from the lab's Critic-to-Planner loop, which is a workflow-graph loop-back between two different executors, covered next.
• GROUNDING SOURCE: https://learn.microsoft.com/en-us/agent-framework/agents/looping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Placeholder marker slide — the runbook has full narration, setup, and fallback plan. Adapted from the official agent_loop_middleware_refinement.py SDK sample: same agent and should_continue/record_feedback/fresh_context mechanics, run as two cases (BOUNDED vs RUNAWAY) instead of one so the safety cap catching a failed completion condition is observed live.
• GROUNDING SOURCE: https://learn.microsoft.com/en-us/agent-framework/agents/looping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distinction to land clearly: AgentLoopMiddleware only bounds one agent looping on itself. A conditional edge routing between two different executors (Module 3's Critic-to-Planner example) has no automatic iteration cap — you build one, using workflow state.
• GROUNDING SOURCE: https://learn.microsoft.com/en-us/agent-framework/agents/looping
• GROUNDING SOURCE: https://learn.microsoft.com/en-us/agent-framework/concepts/workflows/state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"Tool storm" is this workshop's own descriptive term for excessive/redundant tool calls, not verbatim framework vocabulary — flag that honestly. The detection mechanism (Tool Selection, Tool Call Accuracy) is real and grounded from Module 5.
• GROUNDING SOURCE: https://learn.microsoft.com/azure/foundry/concepts/evaluation-evaluators/agent-evaluators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Ties directly to Module 5's cost-per-successful-outcome metric and Module 2's Magentic guardrail parameters — this module is where those two get framed explicitly as a failure mode + mitigation pair.
• GROUNDING SOURCE: https://learn.microsoft.com/en-us/agent-framework/agents/observability
• GROUNDING SOURCE: https://learn.microsoft.com/en-us/agent-framework/workflows/orchestrations/magentic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"Quality drift" is also this workshop's own term for a golden-set pass rate degrading run over run or after a change — flag that honestly, same as tool storm. The detection mechanism (num_repetitions, eval-change-re-eval loop) is Module 5's, real and grounded.
• GROUNDING SOURCE: https://learn.microsoft.com/en-us/agent-framework/agents/evaluation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summary table is this workshop's own synthesis of the mechanisms above — not a single verbatim framework table. Use it as the module's closing reference slide.
• GROUNDING SOURCE: https://learn.microsoft.com/en-us/agent-framework/agents/looping
• GROUNDING SOURCE: https://learn.microsoft.com/en-us/agent-framework/agents/observability
• GROUNDING SOURCE: https://learn.microsoft.com/en-us/agent-framework/agents/evaluation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Ask attendees to name the guardrail their own lab workflow needs before they'd trust it in production. Expected answer: a bounded counter on the Critic-to-Planner loop, since that's the one failure mode this exact lab can trigger on its own.
• GROUNDING SOURCE: https://learn.microsoft.com/en-us/agent-framework/agents/looping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6 · 20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Failure Modes &amp; Mitigations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the loop, watch the cost, and catch drift before it reaches production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4224528"/>
            <a:ext cx="841248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27024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https://learn.microsoft.com/en-us/agent-framework/agents/looping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loops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Framework's own warning, verbatim: *"Always bound autonomous loops. A completion condition can fail, a model can stall, and an evaluator can be probabilistic."*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AgentLoopMiddleware(predicate, max_iterations=N) bounds a single agent re-invoking itself until a completion condition is met (default max: 10 runs)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AgentLoopMiddleware.with_judge(judge_client, criteria=[...], max_iterations=N) is a judge-driven variant — structurally the closest built-in primitive to the lab's own Critic role (default max: 5 iterations)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https://learn.microsoft.com/en-us/agent-framework/agents/looping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AD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6 ·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8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the loop (Option A: predicate + max_iterations, no judge)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0" y="1051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 and instructions run through two should_continue predicates. BOUNDED checks the marker the agent was actually told to emit — the loop stops on its own, under the cap. RUNAWAY checks a one-word typo of that marker (COMPLETED vs COMPLETE) that can never appear verbatim — a real bug shape where should_continue can never return False on its own, so max_iterations is the only thing that stops it. That's this slide's quoted warning, reproduced as code: "a completion condition can fail."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Runbook: demos/day4/module-6-demo-1-bound-the-loop.md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https://learn.microsoft.com/en-us/agent-framework/agents/looping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a workflow-level loop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3493008"/>
          </a:xfrm>
          <a:prstGeom prst="roundRect">
            <a:avLst/>
          </a:prstGeom>
          <a:solidFill>
            <a:srgbClr val="F3F4F6"/>
          </a:solidFill>
          <a:ln w="1143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 loop (AgentLoopMiddleware)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 loop (AgentLoopMiddleware)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agent, re-invoked on itself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max_iterations is built 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78992"/>
            <a:ext cx="4114800" cy="3493008"/>
          </a:xfrm>
          <a:prstGeom prst="roundRect">
            <a:avLst/>
          </a:prstGeom>
          <a:solidFill>
            <a:srgbClr val="CADCFC"/>
          </a:solidFill>
          <a:ln w="1143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298448"/>
            <a:ext cx="3712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Workflow-graph loop-back (Module 3's conditional edge)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92040" y="1828800"/>
            <a:ext cx="3639312" cy="2395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Workflow-graph loop-back (Module 3's conditional edge)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executors — e.g., Critic routing back to Planner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cap — track your own counter in workflow state, check it in the condition function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https://learn.microsoft.com/en-us/agent-framework/agents/looping  ·  +1 in notes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storms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storm (this workshop's term, not framework vocabulary): an agent makes many more tool calls than the task needs — redundant lookups, retried calls that already succeeded, tool-calling in a loop with no progress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5's Tool Selection evaluator catches unnecessary tool calls directly; Tool Call Accuracy catches redundancy in the calls that were made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 multiplies this risk — a tool storm inside any one agent's turn also inflates every downstream cost metric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https://learn.microsoft.com/azure/foundry/concepts/evaluation-evaluators/agent-evaluators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blowouts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framework's own token-usage telemetry (gen_ai.client.token.usage, gen_ai.usage.input_tokens/output_tokens) is your detection signal — watch it per agent, not just for the workflow as a whole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Magentic's max_round_count, max_stall_count, and max_reset_count (Module 2) are a real, shipped example of a built-in cost guardrail — not every pattern has one this explicit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custom graph, the mitigation is the same as for infinite loops: a bounded counter, checked before the next round starts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https://learn.microsoft.com/en-us/agent-framework/agents/observability  ·  +1 in notes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drift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79552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drift (this workshop's term): a golden-set pass rate that degrades over time, or after a change that looked unrelated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Module 5's own discipline: num_repetitions for run-to-run variance, and the eval → change → re-eval loop for change-induced drift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earlier a drift shows up in your regression harness, the cheaper it is to fix — this is the argument for running the loop on every change, not just before a release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https://learn.microsoft.com/en-us/agent-framework/agents/evaluation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by failure mode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914400"/>
        </p:xfrm>
        <a:graphic>
          <a:graphicData uri="http://schemas.openxmlformats.org/drawingml/2006/table">
            <a:tbl>
              <a:tblPr/>
              <a:tblGrid>
                <a:gridCol w="1802674"/>
                <a:gridCol w="2824190"/>
                <a:gridCol w="3785616"/>
              </a:tblGrid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with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Mitigate with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Infinite loop (one agent)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 count keeps climbing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AgentLoopMiddleware/.with_judge(...), max_iterations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Infinite loop (workflow graph)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executor keeps re-entering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own counter in workflow state, checked in the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storm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Selection / Tool Call Accuracy fail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Tighter tool descriptions; narrower instructions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blowout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gen_ai.client.token.usage spikes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orchestration caps (Magentic) or your own budget 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drift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Falling pass rate across repetitions or changes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num_repetitions; eval → change → re-eval on every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https://learn.microsoft.com/en-us/agent-framework/agents/looping  ·  +2 in notes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0" y="2560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Module 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225296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252728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2416" y="120700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autonomous loop needs an explicit bound — the framework says this outright, and means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1883664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1911096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42416" y="186537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agent looping on itself and a workflow graph looping between executors are bounded differently — know which one you're building.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414016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" y="2542032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256946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42416" y="252374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"Tool storm" and "quality drift" are this workshop's own names for real problems; the detection tools (Tool Selection, num_repetitions, token-usage metrics) are the framework's.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072384"/>
            <a:ext cx="8138160" cy="585216"/>
          </a:xfrm>
          <a:prstGeom prst="round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3200400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3227832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18211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cheapest time to catch a regression is the next change after it was introduced — that's what a regression harness is for.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81888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https://learn.microsoft.com/en-us/agent-framework/agents/looping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Building AI Apps and Agents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Failure Modes &amp; Mitigations</dc:title>
  <dc:subject>Day 4 — Multi-Agent Patterns + Evaluation Anchor</dc:subject>
  <dc:creator>Building AI Apps and Agents Workshop</dc:creator>
  <cp:lastModifiedBy>Building AI Apps and Agents Workshop</cp:lastModifiedBy>
  <cp:revision>1</cp:revision>
  <dcterms:created xsi:type="dcterms:W3CDTF">2026-09-02T11:44:37Z</dcterms:created>
  <dcterms:modified xsi:type="dcterms:W3CDTF">2026-09-02T11:44:37Z</dcterms:modified>
</cp:coreProperties>
</file>