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Adapted from the official agent_loop_middleware_refinement.py SDK sample: same agent and should_continue/record_feedback/fresh_context mechanics, run as two cases (BOUNDED vs RUNAWAY) instead of one so the safety cap catching a failed completion condition is observed live.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 (Option A: predicate + max_iterations, no judge)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and instructions run through two should_continue predicates. BOUNDED checks the marker the agent was actually told to emit — the loop stops on its own, under the cap. RUNAWAY checks a one-word typo of that marker (COMPLETED vs COMPLETE) that can never appear verbatim — a real bug shape where should_continue can never return False on its own, so max_iterations is the only thing that stops it. That's this slide's quoted warning, reproduced as code: "a completion condition can fail."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demos/day4/module-6-demo-1-bound-the-loop.md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2026-09-02T10:46:25Z</dcterms:created>
  <dcterms:modified xsi:type="dcterms:W3CDTF">2026-09-02T10:46:25Z</dcterms:modified>
</cp:coreProperties>
</file>