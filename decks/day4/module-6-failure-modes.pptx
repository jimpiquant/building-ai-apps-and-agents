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failure categories, each with a concrete mitigation already introduced elsewhere today. This module's job is to name the failure clearly and point back at the mechanism that bounds it.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framework's own words, quoted directly: "Always bound autonomous loops. A completion condition can fail, a model can stall, and an evaluator can be probabilistic." AgentLoopMiddleware re-invokes ONE agent until a completion condition is met — distinct from the lab's Critic-to-Planner loop, which is a workflow-graph loop-back between two different executors, covered next.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distinction to land clearly: AgentLoopMiddleware only bounds one agent looping on itself. A conditional edge routing between two different executors (Module 3's Critic-to-Planner example) has no automatic iteration cap — you build one, using workflow state.
• GROUNDING SOURCE: https://learn.microsoft.com/en-us/agent-framework/agents/looping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"Tool storm" is this workshop's own descriptive term for excessive/redundant tool calls, not verbatim framework vocabulary — flag that honestly. The detection mechanism (Tool Selection, Tool Call Accuracy) is real and grounded from Module 5.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Ties directly to Module 5's cost-per-successful-outcome metric and Module 2's Magentic guardrail parameters — this module is where those two get framed explicitly as a failure mode + mitigation pair.
• GROUNDING SOURCE: https://learn.microsoft.com/en-us/agent-framework/agents/observability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"Quality drift" is also this workshop's own term for a golden-set pass rate degrading run over run or after a change — flag that honestly, same as tool storm. The detection mechanism (num_repetitions, eval-change-re-eval loop) is Module 5's, real and grounded.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summary table is this workshop's own synthesis of the mechanisms above — not a single verbatim framework table. Use it as the module's closing reference slide.
• GROUNDING SOURCE: https://learn.microsoft.com/en-us/agent-framework/agents/looping
• GROUNDING SOURCE: https://learn.microsoft.com/en-us/agent-framework/agents/observability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to name the guardrail their own lab workflow needs before they'd trust it in production. Expected answer: a bounded counter on the Critic-to-Planner loop, since that's the one failure mode this exact lab can trigger on its own.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 · 20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Failure Modes &amp; Mitigations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loop, watch the cost, and catch drift before it reaches production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 loops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Framework's own warning, verbatim: *"Always bound autonomous loops. A completion condition can fail, a model can stall, and an evaluator can be probabilistic."*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AgentLoopMiddleware(predicate, max_iterations=N) bounds a single agent re-invoking itself until a completion condition is met (default max: 10 runs)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AgentLoopMiddleware.with_judge(judge_client, criteria=[...], max_iterations=N) is a judge-driven variant — structurally the closest built-in primitive to the lab's own Critic role (default max: 5 iterations)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a workflow-level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 loop (AgentLoopMiddleware)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 loop (AgentLoopMiddleware)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agent, re-invoked on itself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max_iterations is built 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Workflow-graph loop-back (Module 3's conditional edge)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Workflow-graph loop-back (Module 3's conditional edge)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executors — e.g., Critic routing back to Planner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automatic cap — track your own counter in workflow state, check it in the condition function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storms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storm (this workshop's term, not framework vocabulary): an agent makes many more tool calls than the task needs — redundant lookups, retried calls that already succeeded, tool-calling in a loop with no progress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5's Tool Selection evaluator catches unnecessary tool calls directly; Tool Call Accuracy catches redundancy in the calls that were made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workflow multiplies this risk — a tool storm inside any one agent's turn also inflates every downstream cost metric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blowouts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framework's own token-usage telemetry (gen_ai.client.token.usage, gen_ai.usage.input_tokens/output_tokens) is your detection signal — watch it per agent, not just for the workflow as a whole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max_round_count, max_stall_count, and max_reset_count (Module 2) are a real, shipped example of a built-in cost guardrail — not every pattern has one this explicit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custom graph, the mitigation is the same as for infinite loops: a bounded counter, checked before the next round starts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drift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drift (this workshop's term): a golden-set pass rate that degrades over time, or after a change that looked unrelated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is Module 5's own discipline: num_repetitions for run-to-run variance, and the eval → change → re-eval loop for change-induced drift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earlier a drift shows up in your regression harness, the cheaper it is to fix — this is the argument for running the loop on every change, not just before a release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Guardrails, by failure mode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802674"/>
                <a:gridCol w="2824190"/>
                <a:gridCol w="378561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 with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Mitigate with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Infinite loop (one agent)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count keeps climbing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AgentLoopMiddleware/.with_judge(...), max_iterations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Infinite loop (workflow graph)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executor keeps re-entering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own counter in workflow state, checked in the condition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storm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Selection / Tool Call Accuracy fail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Tighter tool descriptions; narrower instructions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blowout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gen_ai.client.token.usage spikes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Built-in orchestration caps (Magentic) or your own budget 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drift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Falling pass rate across repetitions or changes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num_repetitions; eval → change → re-eval on every change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autonomous loop needs an explicit bound — the framework says this outright, and means 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agent looping on itself and a workflow graph looping between executors are bounded differently — know which one you're building.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"Tool storm" and "quality drift" are this workshop's own names for real problems; the detection tools (Tool Selection, num_repetitions, token-usage metrics) are the framework's.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cheapest time to catch a regression is the next change after it was introduced — that's what a regression harness is for.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Multi-Agent Failure Modes &amp; Mitigations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2026-08-31T19:19:40Z</dcterms:created>
  <dcterms:modified xsi:type="dcterms:W3CDTF">2026-08-31T19:19:40Z</dcterms:modified>
</cp:coreProperties>
</file>