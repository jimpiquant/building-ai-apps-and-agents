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failure categories, each with a concrete mitigation already introduced elsewhere today. This module's job is to name the failure clearly and point back at the mechanism that bounds it.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framework's own words, quoted directly: "Always bound autonomous loops. A completion condition can fail, a model can stall, and an evaluator can be probabilistic." AgentLoopMiddleware re-invokes ONE agent until a completion condition is met — distinct from the lab's Critic-to-Planner loop, which is a workflow-graph loop-back between two different executors, covered next.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Adapted from the official agent_loop_middleware_refinement.py SDK sample: same agent and should_continue/record_feedback/fresh_context mechanics, run as two cases (BOUNDED vs RUNAWAY) instead of one so the safety cap catching a failed completion condition is observed live.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distinction to land clearly: AgentLoopMiddleware only bounds one agent looping on itself. A conditional edge routing between two different executors (Module 3's Critic-to-Planner example) has no automatic iteration cap — you build one, using workflow state.
• GROUNDING SOURCE: https://learn.microsoft.com/en-us/agent-framework/agents/looping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"Tool storm" is this workshop's own descriptive term for excessive/redundant tool calls, not verbatim framework vocabulary — flag that honestly. The detection mechanism (Tool Selection, Tool Call Accuracy) is real and grounded from Module 5.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Ties directly to Module 5's cost-per-successful-outcome metric and Module 2's Magentic guardrail parameters — this module is where those two get framed explicitly as a failure mode + mitigation pair.
• GROUNDING SOURCE: https://learn.microsoft.com/en-us/agent-framework/agents/observability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"Quality drift" is also this workshop's own term for a golden-set pass rate degrading run over run or after a change — flag that honestly, same as tool storm. The detection mechanism (num_repetitions, eval-change-re-eval loop) is Module 5's, real and grounded.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summary table is this workshop's own synthesis of the mechanisms above — not a single verbatim framework table. Use it as the module's closing reference slide.
• GROUNDING SOURCE: https://learn.microsoft.com/en-us/agent-framework/agents/looping
• GROUNDING SOURCE: https://learn.microsoft.com/en-us/agent-framework/agents/observability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guardrail their own lab workflow needs before they'd trust it in production. Expected answer: a bounded counter on the Critic-to-Planner loop, since that's the one failure mode this exact lab can trigger on its own.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Failure Modes &amp; Mitigations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loop, watch the cost, and catch drift before it reaches production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warning, verbatim: *"Always bound autonomous loops. A completion condition can fail, a model can stall, and an evaluator can be probabilistic."*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AgentLoopMiddleware(predicate, max_iterations=N) bounds a single agent re-invoking itself until a completion condition is met (default max: 10 runs)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AgentLoopMiddleware.with_judge(judge_client, criteria=[...], max_iterations=N) is a judge-driven variant — structurally the closest built-in primitive to the lab's own Critic role (default max: 5 iterations)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 (Option A: predicate + max_iterations, no judge)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and instructions run through two should_continue predicates. BOUNDED checks the marker the agent was actually told to emit — the loop stops on its own, under the cap. RUNAWAY checks a one-word typo of that marker (COMPLETED vs COMPLETE) that can never appear verbatim — a real bug shape where should_continue can never return False on its own, so max_iterations is the only thing that stops it. That's this slide's quoted warning, reproduced as code: "a completion condition can fail."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demos/day4/module-6-demo-1-bound-the-loop.md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a workflow-level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re-invoked on itself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max_iterations is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executors — e.g., Critic routing back to Planner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cap — track your own counter in workflow state, check it in the condition function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 (this workshop's term, not framework vocabulary): an agent makes many more tool calls than the task needs — redundant lookups, retried calls that already succeeded, tool-calling in a loop with no progress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5's Tool Selection evaluator catches unnecessary tool calls directly; Tool Call Accuracy catches redundancy in the calls that were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multiplies this risk — a tool storm inside any one agent's turn also inflates every downstream cost metric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blowouts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own token-usage telemetry (gen_ai.client.token.usage, gen_ai.usage.input_tokens/output_tokens) is your detection signal — watch it per agent, not just for the workflow as a whole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max_round_count, max_stall_count, and max_reset_count (Module 2) are a real, shipped example of a built-in cost guardrail — not every pattern has one this explicit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custom graph, the mitigation is the same as for infinite loops: a bounded counter, checked before the next round starts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 (this workshop's term): a golden-set pass rate that degrades over time, or after a change that looked unrelated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Module 5's own discipline: num_repetitions for run-to-run variance, and the eval → change → re-eval loop for change-induced drift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a drift shows up in your regression harness, the cheaper it is to fix — this is the argument for running the loop on every change, not just before a release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by failure mode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02674"/>
                <a:gridCol w="2824190"/>
                <a:gridCol w="378561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(one agent)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count keeps climbing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AgentLoopMiddleware/.with_judge(...), max_iterations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(workflow graph)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executor keeps re-entering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counter in workflow state, checked in the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storm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 / Tool Call Accuracy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Tighter tool descriptions; narrower instructions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blowout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gen_ai.client.token.usage spikes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orchestration caps (Magentic) or your own budget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Falling pass rate across repetitions or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num_repetitions; eval → change → re-eval on every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autonomous loop needs an explicit bound — the framework says this outright, and means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looping on itself and a workflow graph looping between executors are bounded differently — know which one you're building.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 storm" and "quality drift" are this workshop's own names for real problems; the detection tools (Tool Selection, num_repetitions, token-usage metrics) are the framework's.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time to catch a regression is the next change after it was introduced — that's what a regression harness is for.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Failure Modes &amp; Mitigations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2026-09-02T17:17:36Z</dcterms:created>
  <dcterms:modified xsi:type="dcterms:W3CDTF">2026-09-02T17:17:36Z</dcterms:modified>
</cp:coreProperties>
</file>