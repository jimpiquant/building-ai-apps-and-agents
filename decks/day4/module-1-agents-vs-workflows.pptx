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Frame the whole day around one question: for each step in the process, who decides what happens next — the model or you? Agents decide at runtime; workflows decide at design time.
• GROUNDING SOURCE: https://learn.microsoft.com/agent-framework/journey/workflows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Agents and workflows are not competing frameworks — they are different points on the same spectrum, and most production systems combine both.
• GROUNDING SOURCE: https://learn.microsoft.com/agent-framework/journey/workflows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framework's own spectrum, reworded as a flow. Most real systems live in the middle: a workflow graph with some agent-executor steps and some deterministic ones.
• GROUNDING SOURCE: https://learn.microsoft.com/agent-framework/journey/workflows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table is the framework's own "who decides" decision framework, reproduced from the journey page. Use it to segue into the rest of the day: Module 2 covers row 2 in depth, Module 3 covers row 3, and the human-in-the-loop content extends row 3.
• GROUNDING SOURCE: https://learn.microsoft.com/agent-framework/journey/workflows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These are the framework doc's own motivating examples. The common thread: the structure of the process is known ahead of time and shouldn't be left to the model to figure out at runtime.
• GROUNDING SOURCE: https://learn.microsoft.com/agent-framework/journey/workflows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Day 2/3's composition pattern, recapped as the baseline before introducing A2A and workflows as the next two rungs. One agent calls another as a function tool — the framework handles the conversion.
• GROUNDING SOURCE: https://learn.microsoft.com/agent-framework/journey/agents-as-tools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A2A is an open protocol (a2a-protocol.org), not an Agent Framework invention. It's the answer to "what if the other agent isn't in my process, my team, or even my framework?"
• GROUNDING SOURCE: https://learn.microsoft.com/agent-framework/journey/agent-to-agent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A2AAgent wraps any A2A-compliant endpoint as a standard AIAgent — run() feels identical to a local agent. This ships in a separate, prerelease package (agent-framework-a2a, pip install --pre) — flag the maturity level honestly, same as any other prerelease API this week.
• GROUNDING SOURCE: https://learn.microsoft.com/agent-framework/integrations/by-component/agent-services/a2a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workflow.as_agent(...) closes the loop: a multi-agent workflow, once built, is indistinguishable from a single agent to its caller — including other agents calling it as a tool, or A2A clients calling it remotely.
• GROUNDING SOURCE: https://learn.microsoft.com/agent-framework/workflows/as-agents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Placeholder marker slide — the runbook has full narration, setup, and fallback plan. Step 1 runs the official sequential_workflow_as_agent.py sample as-is; Step 2 is a minimal, clearly-noted comparison script (with/without intermediate_output_from).
• GROUNDING SOURCE: https://github.com/microsoft/agent-framework/blob/main/python/samples/03-workflows/agents/sequential_workflow_as_agent.py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closes Module 1's arc: from the lightest composition pattern, to crossing a boundary, to explicit orchestration, and back to looking like a single agent again. Module 2 picks up "workflows" in depth; Modules 3-6 build out the rest.
• GROUNDING SOURCE: https://learn.microsoft.com/agent-framework/journey/workflows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Ask attendees which of today's four composition mechanics applies to the lab's Planner/Retriever/Critic workflow. Answer: workflows (explicit graph) for the core loop, with workflows-as-agents as the optional wrapping if the whole thing needs to be called from elsewhere.
• GROUNDING SOURCE: https://learn.microsoft.com/agent-framework/journey/workflows
• GROUNDING SOURCE: https://learn.microsoft.com/agent-framework/journey/agent-to-agent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 · 35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vs. Workflows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who decides what happens next, then compose across boundaries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https://learn.microsoft.com/agent-framework/journey/workflows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philosophies, not two products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decide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picks which tool to call, whether to delegate, when to stop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for open-ended tasks where the right path depends on the conversation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decide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graph explicitly: steps, order, decision points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when the process itself has rules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https://learn.microsoft.com/agent-framework/journey/workflows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spectrum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2633472" cy="2148840"/>
          </a:xfrm>
          <a:prstGeom prst="roundRect">
            <a:avLst>
              <a:gd name="adj" fmla="val 2553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with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234086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every step; most flexible, least predictable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1216152"/>
            <a:ext cx="2633472" cy="2148840"/>
          </a:xfrm>
          <a:prstGeom prst="roundRect">
            <a:avLst>
              <a:gd name="adj" fmla="val 2553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85616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with agent executors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1719072"/>
            <a:ext cx="234086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controls the process; agents reason at specific steps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216152"/>
            <a:ext cx="2633472" cy="2148840"/>
          </a:xfrm>
          <a:prstGeom prst="roundRect">
            <a:avLst>
              <a:gd name="adj" fmla="val 2553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with deterministic executors only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719072"/>
            <a:ext cx="234086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at all; a traditional, fully predictable pipeline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https://learn.microsoft.com/agent-framework/journey/workflows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pattern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2721685"/>
                <a:gridCol w="2886635"/>
                <a:gridCol w="28041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model decides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decide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subtask to tackle next?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as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to involve another agent?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as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in workflows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ask a human?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approval (reactive, per-tool)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(explicit gates)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handle partial failure?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logic in tool implementations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https://learn.microsoft.com/agent-framework/journey/workflows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workflows earn their complexity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7955280" cy="2924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document-review pipeline where a draft must be written, reviewed, revised, and approved — in that order, every 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customer-onboarding flow: collect info, run a compliance check, provision accounts, send a welcome email — some steps parallel, some gated by human approval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analytics workflow that should resume from the last checkpoint after a failure, not start over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131818"/>
            <a:ext cx="8412480" cy="577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simpler patterns first — reach for workflows when order, gates, or resumability genuinely matter.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https://learn.microsoft.com/agent-framework/journey/workflows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agents as tools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7955280" cy="3131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(outer) calls another agent (inner) as if it were a regular function tool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agent decides *when* and *whether* to delegate — the same way it decides to call any tool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agent runs independently: its own instructions, tools, and model calls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the outer agent sees only the inner agent's final text response, not its reasoning or tool calls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338193"/>
            <a:ext cx="8412480" cy="370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 well within one process, one team, one runtime. What about across a boundary?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https://learn.microsoft.com/agent-framework/journey/agents-as-tools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a boundary: Agent-to-Agent (A2A)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7955280" cy="2924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(A2A) is an open protocol for agents to discover each other, exchange messages, and coordinate — over HTTP, in any language or framework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you cross a boundary in-process composition can't handle: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boundaries — the other agent runs as its own microservice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boundaries — a partner team owns the agent; you don't have its code or model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boundaries — a third-party agent (document processing, legal review) needs a standard way to be discovered and called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evolution — different release cycles, teams, or languages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131818"/>
            <a:ext cx="8412480" cy="577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agents share a process and a team, agents-as-tools is simpler — A2A adds value specifically at a boundary.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https://learn.microsoft.com/agent-framework/journey/agent-to-agent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remote agent over A2A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508760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agent_framework.a2a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A2AAgent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A2AAgent(name=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"remote"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url=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"https://a2a-agent.example.com"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agent.run(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"Hello!"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print(response.messages[0].text)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65760" y="4338193"/>
            <a:ext cx="8412480" cy="370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A2AAgent ships in a separate, prerelease package: pip install agent-framework-a2a --pre.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https://learn.microsoft.com/agent-framework/integrations/by-component/agent-services/a2a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workflow as an agent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719072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= SequentialBuilder(participants=[researcher, writer]).build()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Wrap the whole workflow behind the standard agent interface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workflow_agent = workflow.as_agent(name=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 Pipeline Agent"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workflow_agent.run(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an article about AI trends"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65760" y="4131818"/>
            <a:ext cx="8412480" cy="577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caller — another agent, an A2A client, your own code — can't tell it's talking to a workflow instead of a single agent.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https://learn.microsoft.com/agent-framework/workflows/as-agents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workflow, call it like any other agent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official sequential_workflow_as_agent.py sample live: a two-agent writer→reviewer pipeline wrapped as an agent returns exactly one message, matching the previous slide's code. Then run a comparison script that builds the SAME workflow with and without intermediate_output_from=[writer] — proving .as_agent() exposes only whatever output designation the workflow already had, nothing more.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demos/day4/module-1-demo-1-workflow-as-agent.md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https://github.com/microsoft/agent-framework/blob/main/python/samples/03-workflows/agents/sequential_workflow_as_agent.py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composition circle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in-process, model-driven delegation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13432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2532888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64261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(A2A)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79192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across a process/service/org boundary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0016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9744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with an explicit, developer-defined graph (today's Modules 2-6)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47688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7144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7687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97687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97496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as agents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13448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whole graph back behind the standard agent interface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https://learn.microsoft.com/agent-framework/journey/workflows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decide, per step, whether the model or the code should control what happens next.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agents as tools for in-process, model-driven delegation.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reach for A2A specifically when you cross a process, service, or organizational boundary.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workflows when the process itself has rules: fixed order, human gates, or resumability.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8587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8620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2416" y="38404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wrap any workflow behind the standard agent interface with .as_agent() — composition goes full circle.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https://learn.microsoft.com/agent-framework/journey/workflows  ·  +1 in notes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vs. Workflows</dc:title>
  <dc:subject>Day 4 — Multi-Agent Patterns + Evaluation Anchor</dc:subject>
  <dc:creator>Building AI Apps and Agents Workshop</dc:creator>
  <cp:lastModifiedBy>Building AI Apps and Agents Workshop</cp:lastModifiedBy>
  <cp:revision>1</cp:revision>
  <dcterms:created xsi:type="dcterms:W3CDTF">2026-09-02T11:44:37Z</dcterms:created>
  <dcterms:modified xsi:type="dcterms:W3CDTF">2026-09-02T11:44:37Z</dcterms:modified>
</cp:coreProperties>
</file>