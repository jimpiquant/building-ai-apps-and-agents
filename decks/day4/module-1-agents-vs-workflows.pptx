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Step 1 runs the official sequential_workflow_as_agent.py sample as-is; Step 2 is a minimal, clearly-noted comparison script (with/without intermediate_output_from).
• GROUNDING SOURCE: https://github.com/microsoft/agent-framework/blob/main/python/samples/03-workflows/agents/sequential_workflow_as_agent.py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workflow, call it like any other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sequential_workflow_as_agent.py sample live: a two-agent writer→reviewer pipeline wrapped as an agent returns exactly one message, matching the previous slide's code. Then run a comparison script that builds the SAME workflow with and without intermediate_output_from=[writer] — proving .as_agent() exposes only whatever output designation the workflow already had, nothing more.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demos/day4/module-1-demo-1-workflow-as-agent.md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https://github.com/microsoft/agent-framework/blob/main/python/samples/03-workflows/agents/sequential_workflow_as_agent.py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