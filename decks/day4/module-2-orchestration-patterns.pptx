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Grounded in the official concurrent_agents.py sample (same researcher/marketer/legal agents and eBike prompt), adapted with a timing middleware and a sequential comparison to prove the overlap live instead of asserting it.
• GROUNDING SOURCE: https://github.com/microsoft/agent-framework/blob/main/python/samples/03-workflows/orchestrations/concurrent_agents.py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proves it, wall-clock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slide's code prints three agents' responses one after another, which LOOKS sequential on the page. This demo times it for real: a small AgentMiddleware timestamps each agent's start/finish under ConcurrentBuilder and draws an ASCII overlap timeline, then the SAME three agents run again with plain sequential await agent.run(...) calls. Concurrent's total wall-clock lands close to one agent's own time; sequential lands close to the sum of all three — that gap is the proof.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demos/day4/module-2-demo-1-concurrent-parallelism.md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https://github.com/microsoft/agent-framework/blob/main/python/samples/03-workflows/orchestrations/concurrent_agents.py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2026-09-02T11:44:37Z</dcterms:created>
  <dcterms:modified xsi:type="dcterms:W3CDTF">2026-09-02T11:44:37Z</dcterms:modified>
</cp:coreProperties>
</file>