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Graph-building code is copied (not imported) from labs/day4/python/solutions/part_b_graph.py, the worked answer to this afternoon's Part B1 exercise, with the Part B2 guardrail fix already applied so the optional live run is safe.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Supersedes this deck's earlier one-slide "mention only, out of scope" stub — the workshop now teaches this content directly rather than just flagging its existence, matching the doc's own Overview section (key-benefit labels are verbatim). Still not built into today's lab, which stays WorkflowBuilder-based.
• GROUNDING SOURCE: https://learn.microsoft.com/en-us/agent-framework/workflows/declarative?pivots=programming-language-python#overview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table from the doc. Today's lab sits squarely in the Programmatic column ("integration with existing Python code," "complex custom logic") — worth naming explicitly when this table is on screen.
• GROUNDING SOURCE: https://learn.microsoft.com/en-us/agent-framework/workflows/declarative?pivots=programming-language-python#when-to-use-declarative-vs-programmatic-workflows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Verbatim skeleton from the doc's Python zone. The doc's own follow-on Structure Elements table (name/description/inputs/actions, required or not) is compressed into the one-line caption below rather than reproduced as a second table.
• GROUNDING SOURCE: https://learn.microsoft.com/en-us/agent-framework/workflows/declarative?pivots=programming-language-python#python-yaml-structure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logic components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you're about to build yourself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same three-executor, conditional-loop graph attendees are about to build by hand this afternoon — Planner → Retriever → Critic, with a conditional edge back to the Planner when the Critic doesn't approve. Paste the printed Mermaid into mermaid.live live, then optionally run it for real on a question that usually needs a revision pass, so the loop-back edge fires in an actual trace, not just on the diagram.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demos/day4/module-3-demo-1-visualize-graph.md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access and share common 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state that is available to downstream executors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the first superstep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workflows: describe what, not how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workflows define workflow logic in YAML instead of programmatic code — easier to read, modify, and share across teams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the workflow should do, not how to implement it — the framework converts the YAML into an executable workflow graph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— YAML syntax is easy to understand, even for non-developers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— definitions can be shared, versioned, and modified without code changes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iteration — modify workflow behavior by editing configuration files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— predefined action types keep workflows following best practices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https://learn.microsoft.com/en-us/agent-framework/workflows/declarative?pivots=programming-language-python#overview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declarative vs. programmatic workflows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5560792"/>
                <a:gridCol w="285168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Approach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orchestration patterns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 that change frequently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Non-developers need to modify workflows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custom logic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flexibility and control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with existing Python 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https://learn.microsoft.com/en-us/agent-framework/workflows/declarative?pivots=programming-language-python#when-to-use-declarative-vs-programmatic-workflows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YAML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my-workflow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A brief description of what this workflow does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parameterName: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string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Description of the parameter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kind: ActionType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unique_action_id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displayName: Human readable name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Action-specific properties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name and actions are required — description and inputs are optional, and actions is the ordered list of steps the workflow actually runs.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https://learn.microsoft.com/en-us/agent-framework/workflows/declarative?pivots=programming-language-python#python-yaml-structure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lab tool; the functional @workflow API remains experimental and worth a second look later, while declarative YAML workflows — covered on the previous three slides — are a real production alternative once a graph settles into a standard, frequently-edited pattern.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+5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2026-09-02T12:20:31Z</dcterms:created>
  <dcterms:modified xsi:type="dcterms:W3CDTF">2026-09-02T12:20:31Z</dcterms:modified>
</cp:coreProperties>
</file>