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The lab's own spec calls for ~15 realistic questions with expected citations/answers — enough to see a real pass-rate distribution, not just single pass/fail examples.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target: 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a question the Retriever grounds cleanly, one that needs a Critic-triggered revision loop, and a general-knowledge question needing no tools at all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2026-09-01T17:26:31Z</dcterms:created>
  <dcterms:modified xsi:type="dcterms:W3CDTF">2026-09-01T17:26:31Z</dcterms:modified>
</cp:coreProperties>
</file>