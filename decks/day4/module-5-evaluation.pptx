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Day 4's evaluation anchor — per Day 1's cross-day table and Day 2's "Where eval shows up" list, both already committed. Day 3 evaluated one agent's tool contract; today extends the same discipline to a chain of agents and the workflow's own final outcome.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Foundry agent-evaluators doc's own framing, reproduced directly. System evaluation applies to the main orchestrator or the final agent responsible for task completion in a multi-agent system; process evaluation applies to each step along the way.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table is reproduced from the Foundry agent-evaluators doc, trimmed to the categories most relevant to a workflow-level check. All are (preview) except Task Navigation Efficiency, which is generally available and needs ground truth.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evaluator that directly generalizes Day 3's tool_calls_present/tool_call_args_match to a multi-step trajectory — it needs ground-truth expected_actions, same discipline as Day 3's ExpectedToolCall. exact_match requires the same order and content; in_order_match/any_order_match tolerate extra steps.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are the same category Day 3 Module 7's "Available Foundry evaluators" table already listed under Tool usage — this module applies them across the whole multi-agent trajectory instead of one agent's calls.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Ground the abstract word "trajectory" concretely: it's the ordered list of actions (function_call content items) across every agent in the workflow, not just one agent's tool calls. This is the multi-agent extension of Day 3's single-agent tool contract.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Extends Day 3 Part E's 3-case golden set to workflow scale. The lab's own spec calls for ~15 realistic questions with expected citations/answers — enough to see a real pass-rate distribution, not just single pass/fail examples.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what "cost per successful outcome" is actually computed from — OpenTelemetry GenAI semantic-convention metrics the framework already emits per model call, summed across every agent in the workflow, divided by the count of golden-set cases that passed.
• GROUNDING SOURCE: https://learn.microsoft.com/en-us/agent-framework/agents/observability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lab's own "introduce a small change (e.g., swap orchestration pattern), rerun the eval, quantify the delta" step, generalized into a repeatable discipline — this workshop's "regression harness" is this loop run consistently, not a separate named API.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Self-contained, deliberately small (a tiny 2-agent researcher -&gt; writer workflow via SequentialBuilder, one local dict-backed tool) — same spirit as Day 3 Module 7's evaluation demo, not the full lab harness.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Direct extension of Day 3 Module 7's num_repetitions slide — multi-agent workflows have MORE nondeterminism sources than a single agent (every agent's own model call, plus the orchestrator's routing decisions), so this matters even more, not less.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which evaluator would catch a Planner that never assigns work to the Retriever at all. Answer: Task Navigation Efficiency (or Tool Selection at the process level) — not Task Completion, which only checks the final deliverable and could be fooled by a lucky final answer.
• GROUNDING SOURCE: https://learn.microsoft.com/azure/foundry/concepts/evaluation-evaluators/agent-evaluators
• GROUNDING SOURCE: https://learn.microsoft.com/en-us/agent-framework/agents/observability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 · 45 MIN · EVALUATION ANCHOR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Multi-Agent Systems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week's evaluation anchor — trajectory, cost, and regression, not just a single response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evaluation angles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evaluation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Examines the end-to-end outcome of the whole workflow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the orchestrator, or the final agent responsible for completion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evaluation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Examines the quality and efficiency of each step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Focuses on the tool calls executed along the way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evaluation: the outcome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643922"/>
                <a:gridCol w="5768558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Completion *(preview)*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complete the requested task with a usable deliverable?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Adherence *(preview)*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follow its assigned rules and constraints?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Navigation Efficiency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take an efficient path, compared to a known-good sequence?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Intent Resolution *(preview)*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correctly identify what the user actually wanted?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Satisfaction *(preview)*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satisfied would a user be, across helpfulness, clarity, resolution?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Navigation Efficiency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560320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"type"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"azure_ai_evaluator"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"task_navigation_efficiency"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"evaluator_name"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"builtin.task_navigation_efficiency"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"initialization_parameters"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{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"matching_mode"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"in_order_match"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"data_mapping"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{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"actions"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"{{item.actions}}"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"expected_actions"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"{{item.expected_actions}}"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3925443"/>
            <a:ext cx="8412480" cy="7837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matching_mode is exact_match (order and content), in_order_match (extra steps allowed, order preserved), or any_order_match (extra steps allowed, any order) — the same "extras OK" trade-off Day 3's tool_calls_present made for a single agent.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evaluation: the steps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758973"/>
                <a:gridCol w="6653507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Call 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 tool calls, correct parameters, no redundancy?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Selection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 and necessary tools chosen, nothing extra?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Input 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 all tool-call parameters correct — groundedness, type, format, required/unexpected?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Output Utilization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actually use the tool's result correctly downstream?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Call Success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tool calls succeed, or hit technical errors?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"trajectory" means here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trajectory is the ordered sequence of actions taken across the whole workflow — every agent's tool calls, in the order they happened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lab: Planner's decomposition, Retriever's lookups, Critic's accept/loop decision, and (if triggered) the loop back through Planner again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Navigation Efficiency's actions field is exactly this: a list of function_call messages, compared against a known-good expected_actions list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golden set for a workflow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discipline as Day 3 Part E, at workflow scale: real queries, expected outcomes, not synthetic passes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lab's own target: ~15 realistic questions, each with expected citations/answers as ground truth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workflow's real branches: a question the Retriever grounds cleanly, one that needs a Critic-triggered revision loop, and a general-knowledge question needing no tools at all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successful outcome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emits gen_ai.client.token.usage (a histogram metric) and gen_ai.usage.input_tokens/output_tokens (span attributes) for every model call, automatically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successful outcome = sum of tokens across every agent's model calls in a run, divided by the count of golden-set cases that actually passed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3-agent workflow that succeeds cheaply beats a 3-agent workflow that succeeds expensively — this metric is how you tell them apart, not just pass/fail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https://learn.microsoft.com/en-us/agent-framework/agents/observability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 → change → re-eval loop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golden set, record trajectory pass rate and cost per successful outcome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e.g., swap an orchestration pattern, adjust an instruction, add a tool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golden set, same evaluators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the delta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pass rate change? Did cost per successful outcome change?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this discipline every time the workflow changes, and it becomes your regression harness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Trajectory, cost, and the eval → change → re-eval loop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SAME 2-agent workflow twice: BEFORE, the researcher's instructions are vague and it may skip its one tool — process eval and system eval both at risk of failing. AFTER, one sentence is added requiring the tool call — nothing else changes. Compare trajectory (process eval), the final answer (system eval), and total tokens (cost) across the two runs: this IS the loop the slide just named, run live.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demos/day4/module-5-demo-1-trajectory-and-cost.md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Repetitions still matter at workflow scale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agent's model call is a fresh source of nondeterminism — a 3-agent workflow has three (or more) independent chances to vary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num_repetitions still applies: run each golden-set case multiple times, observe the pass-rate distribution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invent a universal pass threshold — set acceptance criteria from your own risk tolerance and observed variance, same discipline as Day 3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evaluate the workflow's end-to-end outcome (System evaluation) separately from the quality of each step (Process evaluation).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Navigation Efficiency generalizes Day 3's tool_calls_present/tool_call_args_match to a full multi-agent trajectory.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successful outcome comes from the framework's own token-usage telemetry, not a separate cost API.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"regression harness" is the eval → change → re-eval loop, run consistently every time the workflow changes.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Repetitions matter more, not less, with multiple agents — more model calls means more sources of variance.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  ·  +1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Evaluating Multi-Agent Systems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2026-09-02T10:46:25Z</dcterms:created>
  <dcterms:modified xsi:type="dcterms:W3CDTF">2026-09-02T10:46:25Z</dcterms:modified>
</cp:coreProperties>
</file>