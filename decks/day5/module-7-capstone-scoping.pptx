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
  </p:notesMasterIdLst>
  <p:sldIdLst>
    <p:sldId id="462" r:id="rId2"/>
    <p:sldId id="663" r:id="rId3"/>
    <p:sldId id="864" r:id="rId4"/>
    <p:sldId id="1065" r:id="rId5"/>
    <p:sldId id="1266" r:id="rId6"/>
    <p:sldId id="1467" r:id="rId7"/>
  </p:sldIdLst>
  <p:sldSz cx="9144000" cy="5143500" type="screen16x9"/>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B757441-44D6-425F-8257-013718AC7CAF}" v="19" dt="2026-09-20T19:21:37.88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75"/>
  </p:normalViewPr>
  <p:slideViewPr>
    <p:cSldViewPr snapToGrid="0">
      <p:cViewPr varScale="1">
        <p:scale>
          <a:sx n="159" d="100"/>
          <a:sy n="159" d="100"/>
        </p:scale>
        <p:origin x="82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13" Type="http://schemas.microsoft.com/office/2016/11/relationships/changesInfo" Target="changesInfos/changesInfo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 Id="rId14"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clId="Web-{6B757441-44D6-425F-8257-013718AC7CAF}"/>
    <pc:docChg chg="mod addSld delSld modSld setSldSz">
      <pc:chgData name="" userId="" providerId="" clId="Web-{6B757441-44D6-425F-8257-013718AC7CAF}" dt="2026-09-20T19:21:37.881" v="30" actId="34807"/>
      <pc:docMkLst>
        <pc:docMk/>
      </pc:docMkLst>
      <pc:sldChg chg="modSp del">
        <pc:chgData name="" userId="" providerId="" clId="Web-{6B757441-44D6-425F-8257-013718AC7CAF}" dt="2026-09-20T19:18:44.358" v="26" actId="34807"/>
        <pc:sldMkLst>
          <pc:docMk/>
          <pc:sldMk cId="0" sldId="256"/>
        </pc:sldMkLst>
        <pc:spChg chg="mod">
          <ac:chgData name="" userId="" providerId="" clId="Web-{6B757441-44D6-425F-8257-013718AC7CAF}" dt="2026-09-20T19:17:07.306" v="1" actId="34807"/>
          <ac:spMkLst>
            <pc:docMk/>
            <pc:sldMk cId="0" sldId="256"/>
            <ac:spMk id="2" creationId="{00000000-0000-0000-0000-000000000000}"/>
          </ac:spMkLst>
        </pc:spChg>
        <pc:spChg chg="mod">
          <ac:chgData name="" userId="" providerId="" clId="Web-{6B757441-44D6-425F-8257-013718AC7CAF}" dt="2026-09-20T19:17:07.306" v="1" actId="34807"/>
          <ac:spMkLst>
            <pc:docMk/>
            <pc:sldMk cId="0" sldId="256"/>
            <ac:spMk id="3" creationId="{00000000-0000-0000-0000-000000000000}"/>
          </ac:spMkLst>
        </pc:spChg>
        <pc:spChg chg="mod">
          <ac:chgData name="" userId="" providerId="" clId="Web-{6B757441-44D6-425F-8257-013718AC7CAF}" dt="2026-09-20T19:17:07.306" v="1" actId="34807"/>
          <ac:spMkLst>
            <pc:docMk/>
            <pc:sldMk cId="0" sldId="256"/>
            <ac:spMk id="5" creationId="{00000000-0000-0000-0000-000000000000}"/>
          </ac:spMkLst>
        </pc:spChg>
        <pc:spChg chg="mod">
          <ac:chgData name="" userId="" providerId="" clId="Web-{6B757441-44D6-425F-8257-013718AC7CAF}" dt="2026-09-20T19:17:07.306" v="1" actId="34807"/>
          <ac:spMkLst>
            <pc:docMk/>
            <pc:sldMk cId="0" sldId="256"/>
            <ac:spMk id="6" creationId="{00000000-0000-0000-0000-000000000000}"/>
          </ac:spMkLst>
        </pc:spChg>
        <pc:spChg chg="mod">
          <ac:chgData name="" userId="" providerId="" clId="Web-{6B757441-44D6-425F-8257-013718AC7CAF}" dt="2026-09-20T19:17:07.306" v="1" actId="34807"/>
          <ac:spMkLst>
            <pc:docMk/>
            <pc:sldMk cId="0" sldId="256"/>
            <ac:spMk id="7" creationId="{00000000-0000-0000-0000-000000000000}"/>
          </ac:spMkLst>
        </pc:spChg>
        <pc:spChg chg="mod">
          <ac:chgData name="" userId="" providerId="" clId="Web-{6B757441-44D6-425F-8257-013718AC7CAF}" dt="2026-09-20T19:17:07.306" v="1" actId="34807"/>
          <ac:spMkLst>
            <pc:docMk/>
            <pc:sldMk cId="0" sldId="256"/>
            <ac:spMk id="8" creationId="{00000000-0000-0000-0000-000000000000}"/>
          </ac:spMkLst>
        </pc:spChg>
        <pc:spChg chg="mod">
          <ac:chgData name="" userId="" providerId="" clId="Web-{6B757441-44D6-425F-8257-013718AC7CAF}" dt="2026-09-20T19:17:07.306" v="1" actId="34807"/>
          <ac:spMkLst>
            <pc:docMk/>
            <pc:sldMk cId="0" sldId="256"/>
            <ac:spMk id="9" creationId="{00000000-0000-0000-0000-000000000000}"/>
          </ac:spMkLst>
        </pc:spChg>
        <pc:spChg chg="mod">
          <ac:chgData name="" userId="" providerId="" clId="Web-{6B757441-44D6-425F-8257-013718AC7CAF}" dt="2026-09-20T19:17:07.306" v="1" actId="34807"/>
          <ac:spMkLst>
            <pc:docMk/>
            <pc:sldMk cId="0" sldId="256"/>
            <ac:spMk id="11" creationId="{00000000-0000-0000-0000-000000000000}"/>
          </ac:spMkLst>
        </pc:spChg>
        <pc:spChg chg="mod">
          <ac:chgData name="" userId="" providerId="" clId="Web-{6B757441-44D6-425F-8257-013718AC7CAF}" dt="2026-09-20T19:17:07.306" v="1" actId="34807"/>
          <ac:spMkLst>
            <pc:docMk/>
            <pc:sldMk cId="0" sldId="256"/>
            <ac:spMk id="12" creationId="{00000000-0000-0000-0000-000000000000}"/>
          </ac:spMkLst>
        </pc:spChg>
        <pc:spChg chg="mod">
          <ac:chgData name="" userId="" providerId="" clId="Web-{6B757441-44D6-425F-8257-013718AC7CAF}" dt="2026-09-20T19:17:07.306" v="1" actId="34807"/>
          <ac:spMkLst>
            <pc:docMk/>
            <pc:sldMk cId="0" sldId="256"/>
            <ac:spMk id="15" creationId="{00000000-0000-0000-0000-000000000000}"/>
          </ac:spMkLst>
        </pc:spChg>
        <pc:spChg chg="mod">
          <ac:chgData name="" userId="" providerId="" clId="Web-{6B757441-44D6-425F-8257-013718AC7CAF}" dt="2026-09-20T19:17:05.291" v="0" actId="34807"/>
          <ac:spMkLst>
            <pc:docMk/>
            <pc:sldMk cId="0" sldId="256"/>
            <ac:spMk id="17" creationId="{00000000-0000-0000-0000-000000000000}"/>
          </ac:spMkLst>
        </pc:spChg>
      </pc:sldChg>
      <pc:sldChg chg="modSp del">
        <pc:chgData name="" userId="" providerId="" clId="Web-{6B757441-44D6-425F-8257-013718AC7CAF}" dt="2026-09-20T19:18:44.358" v="26" actId="34807"/>
        <pc:sldMkLst>
          <pc:docMk/>
          <pc:sldMk cId="0" sldId="257"/>
        </pc:sldMkLst>
        <pc:spChg chg="mod">
          <ac:chgData name="" userId="" providerId="" clId="Web-{6B757441-44D6-425F-8257-013718AC7CAF}" dt="2026-09-20T19:17:07.306" v="1" actId="34807"/>
          <ac:spMkLst>
            <pc:docMk/>
            <pc:sldMk cId="0" sldId="257"/>
            <ac:spMk id="2" creationId="{00000000-0000-0000-0000-000000000000}"/>
          </ac:spMkLst>
        </pc:spChg>
        <pc:spChg chg="mod">
          <ac:chgData name="" userId="" providerId="" clId="Web-{6B757441-44D6-425F-8257-013718AC7CAF}" dt="2026-09-20T19:17:07.306" v="1" actId="34807"/>
          <ac:spMkLst>
            <pc:docMk/>
            <pc:sldMk cId="0" sldId="257"/>
            <ac:spMk id="3" creationId="{00000000-0000-0000-0000-000000000000}"/>
          </ac:spMkLst>
        </pc:spChg>
        <pc:spChg chg="mod">
          <ac:chgData name="" userId="" providerId="" clId="Web-{6B757441-44D6-425F-8257-013718AC7CAF}" dt="2026-09-20T19:17:07.306" v="1" actId="34807"/>
          <ac:spMkLst>
            <pc:docMk/>
            <pc:sldMk cId="0" sldId="257"/>
            <ac:spMk id="5" creationId="{00000000-0000-0000-0000-000000000000}"/>
          </ac:spMkLst>
        </pc:spChg>
        <pc:spChg chg="mod">
          <ac:chgData name="" userId="" providerId="" clId="Web-{6B757441-44D6-425F-8257-013718AC7CAF}" dt="2026-09-20T19:17:07.306" v="1" actId="34807"/>
          <ac:spMkLst>
            <pc:docMk/>
            <pc:sldMk cId="0" sldId="257"/>
            <ac:spMk id="7" creationId="{00000000-0000-0000-0000-000000000000}"/>
          </ac:spMkLst>
        </pc:spChg>
        <pc:spChg chg="mod">
          <ac:chgData name="" userId="" providerId="" clId="Web-{6B757441-44D6-425F-8257-013718AC7CAF}" dt="2026-09-20T19:17:07.306" v="1" actId="34807"/>
          <ac:spMkLst>
            <pc:docMk/>
            <pc:sldMk cId="0" sldId="257"/>
            <ac:spMk id="13" creationId="{00000000-0000-0000-0000-000000000000}"/>
          </ac:spMkLst>
        </pc:spChg>
        <pc:spChg chg="mod">
          <ac:chgData name="" userId="" providerId="" clId="Web-{6B757441-44D6-425F-8257-013718AC7CAF}" dt="2026-09-20T19:17:07.306" v="1" actId="34807"/>
          <ac:spMkLst>
            <pc:docMk/>
            <pc:sldMk cId="0" sldId="257"/>
            <ac:spMk id="15" creationId="{00000000-0000-0000-0000-000000000000}"/>
          </ac:spMkLst>
        </pc:spChg>
        <pc:spChg chg="mod">
          <ac:chgData name="" userId="" providerId="" clId="Web-{6B757441-44D6-425F-8257-013718AC7CAF}" dt="2026-09-20T19:17:05.291" v="0" actId="34807"/>
          <ac:spMkLst>
            <pc:docMk/>
            <pc:sldMk cId="0" sldId="257"/>
            <ac:spMk id="16" creationId="{00000000-0000-0000-0000-000000000000}"/>
          </ac:spMkLst>
        </pc:spChg>
        <pc:spChg chg="mod">
          <ac:chgData name="" userId="" providerId="" clId="Web-{6B757441-44D6-425F-8257-013718AC7CAF}" dt="2026-09-20T19:17:07.306" v="1" actId="34807"/>
          <ac:spMkLst>
            <pc:docMk/>
            <pc:sldMk cId="0" sldId="257"/>
            <ac:spMk id="17" creationId="{00000000-0000-0000-0000-000000000000}"/>
          </ac:spMkLst>
        </pc:spChg>
        <pc:spChg chg="mod">
          <ac:chgData name="" userId="" providerId="" clId="Web-{6B757441-44D6-425F-8257-013718AC7CAF}" dt="2026-09-20T19:17:07.306" v="1" actId="34807"/>
          <ac:spMkLst>
            <pc:docMk/>
            <pc:sldMk cId="0" sldId="257"/>
            <ac:spMk id="22" creationId="{00000000-0000-0000-0000-000000000000}"/>
          </ac:spMkLst>
        </pc:spChg>
        <pc:spChg chg="mod">
          <ac:chgData name="" userId="" providerId="" clId="Web-{6B757441-44D6-425F-8257-013718AC7CAF}" dt="2026-09-20T19:17:05.291" v="0" actId="34807"/>
          <ac:spMkLst>
            <pc:docMk/>
            <pc:sldMk cId="0" sldId="257"/>
            <ac:spMk id="24" creationId="{00000000-0000-0000-0000-000000000000}"/>
          </ac:spMkLst>
        </pc:spChg>
        <pc:spChg chg="mod">
          <ac:chgData name="" userId="" providerId="" clId="Web-{6B757441-44D6-425F-8257-013718AC7CAF}" dt="2026-09-20T19:17:05.291" v="0" actId="34807"/>
          <ac:spMkLst>
            <pc:docMk/>
            <pc:sldMk cId="0" sldId="257"/>
            <ac:spMk id="26" creationId="{00000000-0000-0000-0000-000000000000}"/>
          </ac:spMkLst>
        </pc:spChg>
        <pc:spChg chg="mod">
          <ac:chgData name="" userId="" providerId="" clId="Web-{6B757441-44D6-425F-8257-013718AC7CAF}" dt="2026-09-20T19:17:07.306" v="1" actId="34807"/>
          <ac:spMkLst>
            <pc:docMk/>
            <pc:sldMk cId="0" sldId="257"/>
            <ac:spMk id="30" creationId="{00000000-0000-0000-0000-000000000000}"/>
          </ac:spMkLst>
        </pc:spChg>
        <pc:spChg chg="mod">
          <ac:chgData name="" userId="" providerId="" clId="Web-{6B757441-44D6-425F-8257-013718AC7CAF}" dt="2026-09-20T19:17:05.291" v="0" actId="34807"/>
          <ac:spMkLst>
            <pc:docMk/>
            <pc:sldMk cId="0" sldId="257"/>
            <ac:spMk id="31" creationId="{00000000-0000-0000-0000-000000000000}"/>
          </ac:spMkLst>
        </pc:spChg>
        <pc:spChg chg="mod">
          <ac:chgData name="" userId="" providerId="" clId="Web-{6B757441-44D6-425F-8257-013718AC7CAF}" dt="2026-09-20T19:17:07.306" v="1" actId="34807"/>
          <ac:spMkLst>
            <pc:docMk/>
            <pc:sldMk cId="0" sldId="257"/>
            <ac:spMk id="35" creationId="{00000000-0000-0000-0000-000000000000}"/>
          </ac:spMkLst>
        </pc:spChg>
      </pc:sldChg>
      <pc:sldChg chg="modSp del">
        <pc:chgData name="" userId="" providerId="" clId="Web-{6B757441-44D6-425F-8257-013718AC7CAF}" dt="2026-09-20T19:18:44.358" v="26" actId="34807"/>
        <pc:sldMkLst>
          <pc:docMk/>
          <pc:sldMk cId="0" sldId="258"/>
        </pc:sldMkLst>
        <pc:spChg chg="mod">
          <ac:chgData name="" userId="" providerId="" clId="Web-{6B757441-44D6-425F-8257-013718AC7CAF}" dt="2026-09-20T19:17:07.306" v="1" actId="34807"/>
          <ac:spMkLst>
            <pc:docMk/>
            <pc:sldMk cId="0" sldId="258"/>
            <ac:spMk id="2" creationId="{00000000-0000-0000-0000-000000000000}"/>
          </ac:spMkLst>
        </pc:spChg>
        <pc:spChg chg="mod">
          <ac:chgData name="" userId="" providerId="" clId="Web-{6B757441-44D6-425F-8257-013718AC7CAF}" dt="2026-09-20T19:17:07.306" v="1" actId="34807"/>
          <ac:spMkLst>
            <pc:docMk/>
            <pc:sldMk cId="0" sldId="258"/>
            <ac:spMk id="3" creationId="{00000000-0000-0000-0000-000000000000}"/>
          </ac:spMkLst>
        </pc:spChg>
        <pc:spChg chg="mod">
          <ac:chgData name="" userId="" providerId="" clId="Web-{6B757441-44D6-425F-8257-013718AC7CAF}" dt="2026-09-20T19:17:07.306" v="1" actId="34807"/>
          <ac:spMkLst>
            <pc:docMk/>
            <pc:sldMk cId="0" sldId="258"/>
            <ac:spMk id="6" creationId="{00000000-0000-0000-0000-000000000000}"/>
          </ac:spMkLst>
        </pc:spChg>
        <pc:spChg chg="mod">
          <ac:chgData name="" userId="" providerId="" clId="Web-{6B757441-44D6-425F-8257-013718AC7CAF}" dt="2026-09-20T19:17:07.306" v="1" actId="34807"/>
          <ac:spMkLst>
            <pc:docMk/>
            <pc:sldMk cId="0" sldId="258"/>
            <ac:spMk id="8" creationId="{00000000-0000-0000-0000-000000000000}"/>
          </ac:spMkLst>
        </pc:spChg>
        <pc:spChg chg="mod">
          <ac:chgData name="" userId="" providerId="" clId="Web-{6B757441-44D6-425F-8257-013718AC7CAF}" dt="2026-09-20T19:17:07.306" v="1" actId="34807"/>
          <ac:spMkLst>
            <pc:docMk/>
            <pc:sldMk cId="0" sldId="258"/>
            <ac:spMk id="9" creationId="{00000000-0000-0000-0000-000000000000}"/>
          </ac:spMkLst>
        </pc:spChg>
        <pc:spChg chg="mod">
          <ac:chgData name="" userId="" providerId="" clId="Web-{6B757441-44D6-425F-8257-013718AC7CAF}" dt="2026-09-20T19:17:05.291" v="0" actId="34807"/>
          <ac:spMkLst>
            <pc:docMk/>
            <pc:sldMk cId="0" sldId="258"/>
            <ac:spMk id="10" creationId="{00000000-0000-0000-0000-000000000000}"/>
          </ac:spMkLst>
        </pc:spChg>
        <pc:spChg chg="mod">
          <ac:chgData name="" userId="" providerId="" clId="Web-{6B757441-44D6-425F-8257-013718AC7CAF}" dt="2026-09-20T19:17:07.306" v="1" actId="34807"/>
          <ac:spMkLst>
            <pc:docMk/>
            <pc:sldMk cId="0" sldId="258"/>
            <ac:spMk id="12" creationId="{00000000-0000-0000-0000-000000000000}"/>
          </ac:spMkLst>
        </pc:spChg>
        <pc:spChg chg="mod">
          <ac:chgData name="" userId="" providerId="" clId="Web-{6B757441-44D6-425F-8257-013718AC7CAF}" dt="2026-09-20T19:17:05.291" v="0" actId="34807"/>
          <ac:spMkLst>
            <pc:docMk/>
            <pc:sldMk cId="0" sldId="258"/>
            <ac:spMk id="13" creationId="{00000000-0000-0000-0000-000000000000}"/>
          </ac:spMkLst>
        </pc:spChg>
        <pc:spChg chg="mod">
          <ac:chgData name="" userId="" providerId="" clId="Web-{6B757441-44D6-425F-8257-013718AC7CAF}" dt="2026-09-20T19:17:07.306" v="1" actId="34807"/>
          <ac:spMkLst>
            <pc:docMk/>
            <pc:sldMk cId="0" sldId="258"/>
            <ac:spMk id="14" creationId="{00000000-0000-0000-0000-000000000000}"/>
          </ac:spMkLst>
        </pc:spChg>
        <pc:spChg chg="mod">
          <ac:chgData name="" userId="" providerId="" clId="Web-{6B757441-44D6-425F-8257-013718AC7CAF}" dt="2026-09-20T19:17:05.291" v="0" actId="34807"/>
          <ac:spMkLst>
            <pc:docMk/>
            <pc:sldMk cId="0" sldId="258"/>
            <ac:spMk id="17" creationId="{00000000-0000-0000-0000-000000000000}"/>
          </ac:spMkLst>
        </pc:spChg>
        <pc:spChg chg="mod">
          <ac:chgData name="" userId="" providerId="" clId="Web-{6B757441-44D6-425F-8257-013718AC7CAF}" dt="2026-09-20T19:17:07.306" v="1" actId="34807"/>
          <ac:spMkLst>
            <pc:docMk/>
            <pc:sldMk cId="0" sldId="258"/>
            <ac:spMk id="18" creationId="{00000000-0000-0000-0000-000000000000}"/>
          </ac:spMkLst>
        </pc:spChg>
        <pc:spChg chg="mod">
          <ac:chgData name="" userId="" providerId="" clId="Web-{6B757441-44D6-425F-8257-013718AC7CAF}" dt="2026-09-20T19:17:07.306" v="1" actId="34807"/>
          <ac:spMkLst>
            <pc:docMk/>
            <pc:sldMk cId="0" sldId="258"/>
            <ac:spMk id="20" creationId="{00000000-0000-0000-0000-000000000000}"/>
          </ac:spMkLst>
        </pc:spChg>
        <pc:spChg chg="mod">
          <ac:chgData name="" userId="" providerId="" clId="Web-{6B757441-44D6-425F-8257-013718AC7CAF}" dt="2026-09-20T19:17:05.291" v="0" actId="34807"/>
          <ac:spMkLst>
            <pc:docMk/>
            <pc:sldMk cId="0" sldId="258"/>
            <ac:spMk id="22" creationId="{00000000-0000-0000-0000-000000000000}"/>
          </ac:spMkLst>
        </pc:spChg>
        <pc:spChg chg="mod">
          <ac:chgData name="" userId="" providerId="" clId="Web-{6B757441-44D6-425F-8257-013718AC7CAF}" dt="2026-09-20T19:17:07.306" v="1" actId="34807"/>
          <ac:spMkLst>
            <pc:docMk/>
            <pc:sldMk cId="0" sldId="258"/>
            <ac:spMk id="23" creationId="{00000000-0000-0000-0000-000000000000}"/>
          </ac:spMkLst>
        </pc:spChg>
        <pc:spChg chg="mod">
          <ac:chgData name="" userId="" providerId="" clId="Web-{6B757441-44D6-425F-8257-013718AC7CAF}" dt="2026-09-20T19:17:05.291" v="0" actId="34807"/>
          <ac:spMkLst>
            <pc:docMk/>
            <pc:sldMk cId="0" sldId="258"/>
            <ac:spMk id="30" creationId="{00000000-0000-0000-0000-000000000000}"/>
          </ac:spMkLst>
        </pc:spChg>
      </pc:sldChg>
      <pc:sldChg chg="modSp del">
        <pc:chgData name="" userId="" providerId="" clId="Web-{6B757441-44D6-425F-8257-013718AC7CAF}" dt="2026-09-20T19:18:44.358" v="26" actId="34807"/>
        <pc:sldMkLst>
          <pc:docMk/>
          <pc:sldMk cId="0" sldId="259"/>
        </pc:sldMkLst>
        <pc:spChg chg="mod">
          <ac:chgData name="" userId="" providerId="" clId="Web-{6B757441-44D6-425F-8257-013718AC7CAF}" dt="2026-09-20T19:17:05.291" v="0" actId="34807"/>
          <ac:spMkLst>
            <pc:docMk/>
            <pc:sldMk cId="0" sldId="259"/>
            <ac:spMk id="2" creationId="{00000000-0000-0000-0000-000000000000}"/>
          </ac:spMkLst>
        </pc:spChg>
        <pc:spChg chg="mod">
          <ac:chgData name="" userId="" providerId="" clId="Web-{6B757441-44D6-425F-8257-013718AC7CAF}" dt="2026-09-20T19:17:07.306" v="1" actId="34807"/>
          <ac:spMkLst>
            <pc:docMk/>
            <pc:sldMk cId="0" sldId="259"/>
            <ac:spMk id="3" creationId="{00000000-0000-0000-0000-000000000000}"/>
          </ac:spMkLst>
        </pc:spChg>
        <pc:spChg chg="mod">
          <ac:chgData name="" userId="" providerId="" clId="Web-{6B757441-44D6-425F-8257-013718AC7CAF}" dt="2026-09-20T19:17:05.291" v="0" actId="34807"/>
          <ac:spMkLst>
            <pc:docMk/>
            <pc:sldMk cId="0" sldId="259"/>
            <ac:spMk id="5" creationId="{00000000-0000-0000-0000-000000000000}"/>
          </ac:spMkLst>
        </pc:spChg>
        <pc:spChg chg="mod">
          <ac:chgData name="" userId="" providerId="" clId="Web-{6B757441-44D6-425F-8257-013718AC7CAF}" dt="2026-09-20T19:17:07.306" v="1" actId="34807"/>
          <ac:spMkLst>
            <pc:docMk/>
            <pc:sldMk cId="0" sldId="259"/>
            <ac:spMk id="6" creationId="{00000000-0000-0000-0000-000000000000}"/>
          </ac:spMkLst>
        </pc:spChg>
        <pc:spChg chg="mod">
          <ac:chgData name="" userId="" providerId="" clId="Web-{6B757441-44D6-425F-8257-013718AC7CAF}" dt="2026-09-20T19:17:07.306" v="1" actId="34807"/>
          <ac:spMkLst>
            <pc:docMk/>
            <pc:sldMk cId="0" sldId="259"/>
            <ac:spMk id="7" creationId="{00000000-0000-0000-0000-000000000000}"/>
          </ac:spMkLst>
        </pc:spChg>
        <pc:spChg chg="mod">
          <ac:chgData name="" userId="" providerId="" clId="Web-{6B757441-44D6-425F-8257-013718AC7CAF}" dt="2026-09-20T19:17:07.306" v="1" actId="34807"/>
          <ac:spMkLst>
            <pc:docMk/>
            <pc:sldMk cId="0" sldId="259"/>
            <ac:spMk id="8" creationId="{00000000-0000-0000-0000-000000000000}"/>
          </ac:spMkLst>
        </pc:spChg>
        <pc:spChg chg="mod">
          <ac:chgData name="" userId="" providerId="" clId="Web-{6B757441-44D6-425F-8257-013718AC7CAF}" dt="2026-09-20T19:17:07.306" v="1" actId="34807"/>
          <ac:spMkLst>
            <pc:docMk/>
            <pc:sldMk cId="0" sldId="259"/>
            <ac:spMk id="11" creationId="{00000000-0000-0000-0000-000000000000}"/>
          </ac:spMkLst>
        </pc:spChg>
        <pc:spChg chg="mod">
          <ac:chgData name="" userId="" providerId="" clId="Web-{6B757441-44D6-425F-8257-013718AC7CAF}" dt="2026-09-20T19:17:05.291" v="0" actId="34807"/>
          <ac:spMkLst>
            <pc:docMk/>
            <pc:sldMk cId="0" sldId="259"/>
            <ac:spMk id="12" creationId="{00000000-0000-0000-0000-000000000000}"/>
          </ac:spMkLst>
        </pc:spChg>
        <pc:spChg chg="mod">
          <ac:chgData name="" userId="" providerId="" clId="Web-{6B757441-44D6-425F-8257-013718AC7CAF}" dt="2026-09-20T19:17:07.306" v="1" actId="34807"/>
          <ac:spMkLst>
            <pc:docMk/>
            <pc:sldMk cId="0" sldId="259"/>
            <ac:spMk id="13" creationId="{00000000-0000-0000-0000-000000000000}"/>
          </ac:spMkLst>
        </pc:spChg>
        <pc:spChg chg="mod">
          <ac:chgData name="" userId="" providerId="" clId="Web-{6B757441-44D6-425F-8257-013718AC7CAF}" dt="2026-09-20T19:17:05.291" v="0" actId="34807"/>
          <ac:spMkLst>
            <pc:docMk/>
            <pc:sldMk cId="0" sldId="259"/>
            <ac:spMk id="14" creationId="{00000000-0000-0000-0000-000000000000}"/>
          </ac:spMkLst>
        </pc:spChg>
        <pc:spChg chg="mod">
          <ac:chgData name="" userId="" providerId="" clId="Web-{6B757441-44D6-425F-8257-013718AC7CAF}" dt="2026-09-20T19:17:07.306" v="1" actId="34807"/>
          <ac:spMkLst>
            <pc:docMk/>
            <pc:sldMk cId="0" sldId="259"/>
            <ac:spMk id="15" creationId="{00000000-0000-0000-0000-000000000000}"/>
          </ac:spMkLst>
        </pc:spChg>
        <pc:spChg chg="mod">
          <ac:chgData name="" userId="" providerId="" clId="Web-{6B757441-44D6-425F-8257-013718AC7CAF}" dt="2026-09-20T19:17:05.291" v="0" actId="34807"/>
          <ac:spMkLst>
            <pc:docMk/>
            <pc:sldMk cId="0" sldId="259"/>
            <ac:spMk id="17" creationId="{00000000-0000-0000-0000-000000000000}"/>
          </ac:spMkLst>
        </pc:spChg>
        <pc:spChg chg="mod">
          <ac:chgData name="" userId="" providerId="" clId="Web-{6B757441-44D6-425F-8257-013718AC7CAF}" dt="2026-09-20T19:17:07.306" v="1" actId="34807"/>
          <ac:spMkLst>
            <pc:docMk/>
            <pc:sldMk cId="0" sldId="259"/>
            <ac:spMk id="21" creationId="{00000000-0000-0000-0000-000000000000}"/>
          </ac:spMkLst>
        </pc:spChg>
        <pc:spChg chg="mod">
          <ac:chgData name="" userId="" providerId="" clId="Web-{6B757441-44D6-425F-8257-013718AC7CAF}" dt="2026-09-20T19:17:07.306" v="1" actId="34807"/>
          <ac:spMkLst>
            <pc:docMk/>
            <pc:sldMk cId="0" sldId="259"/>
            <ac:spMk id="22" creationId="{00000000-0000-0000-0000-000000000000}"/>
          </ac:spMkLst>
        </pc:spChg>
        <pc:spChg chg="mod">
          <ac:chgData name="" userId="" providerId="" clId="Web-{6B757441-44D6-425F-8257-013718AC7CAF}" dt="2026-09-20T19:17:07.306" v="1" actId="34807"/>
          <ac:spMkLst>
            <pc:docMk/>
            <pc:sldMk cId="0" sldId="259"/>
            <ac:spMk id="23" creationId="{00000000-0000-0000-0000-000000000000}"/>
          </ac:spMkLst>
        </pc:spChg>
        <pc:spChg chg="mod">
          <ac:chgData name="" userId="" providerId="" clId="Web-{6B757441-44D6-425F-8257-013718AC7CAF}" dt="2026-09-20T19:17:05.291" v="0" actId="34807"/>
          <ac:spMkLst>
            <pc:docMk/>
            <pc:sldMk cId="0" sldId="259"/>
            <ac:spMk id="24" creationId="{00000000-0000-0000-0000-000000000000}"/>
          </ac:spMkLst>
        </pc:spChg>
      </pc:sldChg>
      <pc:sldChg chg="modSp del">
        <pc:chgData name="" userId="" providerId="" clId="Web-{6B757441-44D6-425F-8257-013718AC7CAF}" dt="2026-09-20T19:18:44.358" v="26" actId="34807"/>
        <pc:sldMkLst>
          <pc:docMk/>
          <pc:sldMk cId="0" sldId="260"/>
        </pc:sldMkLst>
        <pc:spChg chg="mod">
          <ac:chgData name="" userId="" providerId="" clId="Web-{6B757441-44D6-425F-8257-013718AC7CAF}" dt="2026-09-20T19:17:07.306" v="1" actId="34807"/>
          <ac:spMkLst>
            <pc:docMk/>
            <pc:sldMk cId="0" sldId="260"/>
            <ac:spMk id="2" creationId="{00000000-0000-0000-0000-000000000000}"/>
          </ac:spMkLst>
        </pc:spChg>
        <pc:spChg chg="mod">
          <ac:chgData name="" userId="" providerId="" clId="Web-{6B757441-44D6-425F-8257-013718AC7CAF}" dt="2026-09-20T19:17:05.291" v="0" actId="34807"/>
          <ac:spMkLst>
            <pc:docMk/>
            <pc:sldMk cId="0" sldId="260"/>
            <ac:spMk id="4" creationId="{00000000-0000-0000-0000-000000000000}"/>
          </ac:spMkLst>
        </pc:spChg>
        <pc:spChg chg="mod">
          <ac:chgData name="" userId="" providerId="" clId="Web-{6B757441-44D6-425F-8257-013718AC7CAF}" dt="2026-09-20T19:17:07.306" v="1" actId="34807"/>
          <ac:spMkLst>
            <pc:docMk/>
            <pc:sldMk cId="0" sldId="260"/>
            <ac:spMk id="6" creationId="{00000000-0000-0000-0000-000000000000}"/>
          </ac:spMkLst>
        </pc:spChg>
        <pc:spChg chg="mod">
          <ac:chgData name="" userId="" providerId="" clId="Web-{6B757441-44D6-425F-8257-013718AC7CAF}" dt="2026-09-20T19:17:07.306" v="1" actId="34807"/>
          <ac:spMkLst>
            <pc:docMk/>
            <pc:sldMk cId="0" sldId="260"/>
            <ac:spMk id="8" creationId="{00000000-0000-0000-0000-000000000000}"/>
          </ac:spMkLst>
        </pc:spChg>
        <pc:spChg chg="mod">
          <ac:chgData name="" userId="" providerId="" clId="Web-{6B757441-44D6-425F-8257-013718AC7CAF}" dt="2026-09-20T19:17:07.306" v="1" actId="34807"/>
          <ac:spMkLst>
            <pc:docMk/>
            <pc:sldMk cId="0" sldId="260"/>
            <ac:spMk id="9" creationId="{00000000-0000-0000-0000-000000000000}"/>
          </ac:spMkLst>
        </pc:spChg>
        <pc:spChg chg="mod">
          <ac:chgData name="" userId="" providerId="" clId="Web-{6B757441-44D6-425F-8257-013718AC7CAF}" dt="2026-09-20T19:17:07.306" v="1" actId="34807"/>
          <ac:spMkLst>
            <pc:docMk/>
            <pc:sldMk cId="0" sldId="260"/>
            <ac:spMk id="10" creationId="{00000000-0000-0000-0000-000000000000}"/>
          </ac:spMkLst>
        </pc:spChg>
        <pc:spChg chg="mod">
          <ac:chgData name="" userId="" providerId="" clId="Web-{6B757441-44D6-425F-8257-013718AC7CAF}" dt="2026-09-20T19:17:07.306" v="1" actId="34807"/>
          <ac:spMkLst>
            <pc:docMk/>
            <pc:sldMk cId="0" sldId="260"/>
            <ac:spMk id="12" creationId="{00000000-0000-0000-0000-000000000000}"/>
          </ac:spMkLst>
        </pc:spChg>
        <pc:spChg chg="mod">
          <ac:chgData name="" userId="" providerId="" clId="Web-{6B757441-44D6-425F-8257-013718AC7CAF}" dt="2026-09-20T19:17:07.306" v="1" actId="34807"/>
          <ac:spMkLst>
            <pc:docMk/>
            <pc:sldMk cId="0" sldId="260"/>
            <ac:spMk id="15" creationId="{00000000-0000-0000-0000-000000000000}"/>
          </ac:spMkLst>
        </pc:spChg>
        <pc:spChg chg="mod">
          <ac:chgData name="" userId="" providerId="" clId="Web-{6B757441-44D6-425F-8257-013718AC7CAF}" dt="2026-09-20T19:17:07.306" v="1" actId="34807"/>
          <ac:spMkLst>
            <pc:docMk/>
            <pc:sldMk cId="0" sldId="260"/>
            <ac:spMk id="18" creationId="{00000000-0000-0000-0000-000000000000}"/>
          </ac:spMkLst>
        </pc:spChg>
        <pc:spChg chg="mod">
          <ac:chgData name="" userId="" providerId="" clId="Web-{6B757441-44D6-425F-8257-013718AC7CAF}" dt="2026-09-20T19:17:05.291" v="0" actId="34807"/>
          <ac:spMkLst>
            <pc:docMk/>
            <pc:sldMk cId="0" sldId="260"/>
            <ac:spMk id="19" creationId="{00000000-0000-0000-0000-000000000000}"/>
          </ac:spMkLst>
        </pc:spChg>
        <pc:spChg chg="mod">
          <ac:chgData name="" userId="" providerId="" clId="Web-{6B757441-44D6-425F-8257-013718AC7CAF}" dt="2026-09-20T19:17:07.306" v="1" actId="34807"/>
          <ac:spMkLst>
            <pc:docMk/>
            <pc:sldMk cId="0" sldId="260"/>
            <ac:spMk id="21" creationId="{00000000-0000-0000-0000-000000000000}"/>
          </ac:spMkLst>
        </pc:spChg>
        <pc:spChg chg="mod">
          <ac:chgData name="" userId="" providerId="" clId="Web-{6B757441-44D6-425F-8257-013718AC7CAF}" dt="2026-09-20T19:17:07.306" v="1" actId="34807"/>
          <ac:spMkLst>
            <pc:docMk/>
            <pc:sldMk cId="0" sldId="260"/>
            <ac:spMk id="24" creationId="{00000000-0000-0000-0000-000000000000}"/>
          </ac:spMkLst>
        </pc:spChg>
        <pc:spChg chg="mod">
          <ac:chgData name="" userId="" providerId="" clId="Web-{6B757441-44D6-425F-8257-013718AC7CAF}" dt="2026-09-20T19:17:05.291" v="0" actId="34807"/>
          <ac:spMkLst>
            <pc:docMk/>
            <pc:sldMk cId="0" sldId="260"/>
            <ac:spMk id="29" creationId="{00000000-0000-0000-0000-000000000000}"/>
          </ac:spMkLst>
        </pc:spChg>
        <pc:spChg chg="mod">
          <ac:chgData name="" userId="" providerId="" clId="Web-{6B757441-44D6-425F-8257-013718AC7CAF}" dt="2026-09-20T19:17:05.291" v="0" actId="34807"/>
          <ac:spMkLst>
            <pc:docMk/>
            <pc:sldMk cId="0" sldId="260"/>
            <ac:spMk id="30" creationId="{00000000-0000-0000-0000-000000000000}"/>
          </ac:spMkLst>
        </pc:spChg>
      </pc:sldChg>
      <pc:sldChg chg="modSp del">
        <pc:chgData name="" userId="" providerId="" clId="Web-{6B757441-44D6-425F-8257-013718AC7CAF}" dt="2026-09-20T19:18:44.358" v="26" actId="34807"/>
        <pc:sldMkLst>
          <pc:docMk/>
          <pc:sldMk cId="0" sldId="261"/>
        </pc:sldMkLst>
        <pc:spChg chg="mod">
          <ac:chgData name="" userId="" providerId="" clId="Web-{6B757441-44D6-425F-8257-013718AC7CAF}" dt="2026-09-20T19:17:07.306" v="1" actId="34807"/>
          <ac:spMkLst>
            <pc:docMk/>
            <pc:sldMk cId="0" sldId="261"/>
            <ac:spMk id="2" creationId="{00000000-0000-0000-0000-000000000000}"/>
          </ac:spMkLst>
        </pc:spChg>
        <pc:spChg chg="mod">
          <ac:chgData name="" userId="" providerId="" clId="Web-{6B757441-44D6-425F-8257-013718AC7CAF}" dt="2026-09-20T19:17:07.306" v="1" actId="34807"/>
          <ac:spMkLst>
            <pc:docMk/>
            <pc:sldMk cId="0" sldId="261"/>
            <ac:spMk id="3" creationId="{00000000-0000-0000-0000-000000000000}"/>
          </ac:spMkLst>
        </pc:spChg>
        <pc:spChg chg="mod">
          <ac:chgData name="" userId="" providerId="" clId="Web-{6B757441-44D6-425F-8257-013718AC7CAF}" dt="2026-09-20T19:17:07.306" v="1" actId="34807"/>
          <ac:spMkLst>
            <pc:docMk/>
            <pc:sldMk cId="0" sldId="261"/>
            <ac:spMk id="5" creationId="{00000000-0000-0000-0000-000000000000}"/>
          </ac:spMkLst>
        </pc:spChg>
        <pc:spChg chg="mod">
          <ac:chgData name="" userId="" providerId="" clId="Web-{6B757441-44D6-425F-8257-013718AC7CAF}" dt="2026-09-20T19:17:05.291" v="0" actId="34807"/>
          <ac:spMkLst>
            <pc:docMk/>
            <pc:sldMk cId="0" sldId="261"/>
            <ac:spMk id="6" creationId="{00000000-0000-0000-0000-000000000000}"/>
          </ac:spMkLst>
        </pc:spChg>
        <pc:spChg chg="mod">
          <ac:chgData name="" userId="" providerId="" clId="Web-{6B757441-44D6-425F-8257-013718AC7CAF}" dt="2026-09-20T19:17:07.306" v="1" actId="34807"/>
          <ac:spMkLst>
            <pc:docMk/>
            <pc:sldMk cId="0" sldId="261"/>
            <ac:spMk id="7" creationId="{00000000-0000-0000-0000-000000000000}"/>
          </ac:spMkLst>
        </pc:spChg>
        <pc:spChg chg="mod">
          <ac:chgData name="" userId="" providerId="" clId="Web-{6B757441-44D6-425F-8257-013718AC7CAF}" dt="2026-09-20T19:17:07.306" v="1" actId="34807"/>
          <ac:spMkLst>
            <pc:docMk/>
            <pc:sldMk cId="0" sldId="261"/>
            <ac:spMk id="9" creationId="{00000000-0000-0000-0000-000000000000}"/>
          </ac:spMkLst>
        </pc:spChg>
        <pc:spChg chg="mod">
          <ac:chgData name="" userId="" providerId="" clId="Web-{6B757441-44D6-425F-8257-013718AC7CAF}" dt="2026-09-20T19:17:07.306" v="1" actId="34807"/>
          <ac:spMkLst>
            <pc:docMk/>
            <pc:sldMk cId="0" sldId="261"/>
            <ac:spMk id="10" creationId="{00000000-0000-0000-0000-000000000000}"/>
          </ac:spMkLst>
        </pc:spChg>
        <pc:spChg chg="mod">
          <ac:chgData name="" userId="" providerId="" clId="Web-{6B757441-44D6-425F-8257-013718AC7CAF}" dt="2026-09-20T19:17:05.291" v="0" actId="34807"/>
          <ac:spMkLst>
            <pc:docMk/>
            <pc:sldMk cId="0" sldId="261"/>
            <ac:spMk id="13" creationId="{00000000-0000-0000-0000-000000000000}"/>
          </ac:spMkLst>
        </pc:spChg>
        <pc:spChg chg="mod">
          <ac:chgData name="" userId="" providerId="" clId="Web-{6B757441-44D6-425F-8257-013718AC7CAF}" dt="2026-09-20T19:17:05.291" v="0" actId="34807"/>
          <ac:spMkLst>
            <pc:docMk/>
            <pc:sldMk cId="0" sldId="261"/>
            <ac:spMk id="17" creationId="{00000000-0000-0000-0000-000000000000}"/>
          </ac:spMkLst>
        </pc:spChg>
        <pc:spChg chg="mod">
          <ac:chgData name="" userId="" providerId="" clId="Web-{6B757441-44D6-425F-8257-013718AC7CAF}" dt="2026-09-20T19:17:07.306" v="1" actId="34807"/>
          <ac:spMkLst>
            <pc:docMk/>
            <pc:sldMk cId="0" sldId="261"/>
            <ac:spMk id="22" creationId="{00000000-0000-0000-0000-000000000000}"/>
          </ac:spMkLst>
        </pc:spChg>
        <pc:spChg chg="mod">
          <ac:chgData name="" userId="" providerId="" clId="Web-{6B757441-44D6-425F-8257-013718AC7CAF}" dt="2026-09-20T19:17:07.306" v="1" actId="34807"/>
          <ac:spMkLst>
            <pc:docMk/>
            <pc:sldMk cId="0" sldId="261"/>
            <ac:spMk id="25" creationId="{00000000-0000-0000-0000-000000000000}"/>
          </ac:spMkLst>
        </pc:spChg>
        <pc:spChg chg="mod">
          <ac:chgData name="" userId="" providerId="" clId="Web-{6B757441-44D6-425F-8257-013718AC7CAF}" dt="2026-09-20T19:17:07.306" v="1" actId="34807"/>
          <ac:spMkLst>
            <pc:docMk/>
            <pc:sldMk cId="0" sldId="261"/>
            <ac:spMk id="30" creationId="{00000000-0000-0000-0000-000000000000}"/>
          </ac:spMkLst>
        </pc:spChg>
        <pc:spChg chg="mod">
          <ac:chgData name="" userId="" providerId="" clId="Web-{6B757441-44D6-425F-8257-013718AC7CAF}" dt="2026-09-20T19:17:05.291" v="0" actId="34807"/>
          <ac:spMkLst>
            <pc:docMk/>
            <pc:sldMk cId="0" sldId="261"/>
            <ac:spMk id="32" creationId="{00000000-0000-0000-0000-000000000000}"/>
          </ac:spMkLst>
        </pc:spChg>
        <pc:spChg chg="mod">
          <ac:chgData name="" userId="" providerId="" clId="Web-{6B757441-44D6-425F-8257-013718AC7CAF}" dt="2026-09-20T19:17:07.306" v="1" actId="34807"/>
          <ac:spMkLst>
            <pc:docMk/>
            <pc:sldMk cId="0" sldId="261"/>
            <ac:spMk id="34" creationId="{00000000-0000-0000-0000-000000000000}"/>
          </ac:spMkLst>
        </pc:spChg>
        <pc:spChg chg="mod">
          <ac:chgData name="" userId="" providerId="" clId="Web-{6B757441-44D6-425F-8257-013718AC7CAF}" dt="2026-09-20T19:17:05.291" v="0" actId="34807"/>
          <ac:spMkLst>
            <pc:docMk/>
            <pc:sldMk cId="0" sldId="261"/>
            <ac:spMk id="37" creationId="{00000000-0000-0000-0000-000000000000}"/>
          </ac:spMkLst>
        </pc:spChg>
        <pc:spChg chg="mod">
          <ac:chgData name="" userId="" providerId="" clId="Web-{6B757441-44D6-425F-8257-013718AC7CAF}" dt="2026-09-20T19:17:05.291" v="0" actId="34807"/>
          <ac:spMkLst>
            <pc:docMk/>
            <pc:sldMk cId="0" sldId="261"/>
            <ac:spMk id="38" creationId="{00000000-0000-0000-0000-000000000000}"/>
          </ac:spMkLst>
        </pc:spChg>
        <pc:spChg chg="mod">
          <ac:chgData name="" userId="" providerId="" clId="Web-{6B757441-44D6-425F-8257-013718AC7CAF}" dt="2026-09-20T19:17:05.291" v="0" actId="34807"/>
          <ac:spMkLst>
            <pc:docMk/>
            <pc:sldMk cId="0" sldId="261"/>
            <ac:spMk id="40" creationId="{00000000-0000-0000-0000-000000000000}"/>
          </ac:spMkLst>
        </pc:spChg>
      </pc:sldChg>
      <pc:sldChg chg="addSp modSp add modNotesTx">
        <pc:chgData name="" userId="" providerId="" clId="Web-{6B757441-44D6-425F-8257-013718AC7CAF}" dt="2026-09-20T19:18:08.090" v="4" actId="34807"/>
        <pc:sldMkLst>
          <pc:docMk/>
          <pc:sldMk cId="4274235642" sldId="462"/>
        </pc:sldMkLst>
        <pc:spChg chg="add mod">
          <ac:chgData name="" userId="" providerId="" clId="Web-{6B757441-44D6-425F-8257-013718AC7CAF}" dt="2026-09-20T19:18:07.731" v="3" actId="34807"/>
          <ac:spMkLst>
            <pc:docMk/>
            <pc:sldMk cId="4274235642" sldId="462"/>
            <ac:spMk id="44" creationId="{8A8D3F64-8174-1368-4320-CDA7AA8CBB0E}"/>
          </ac:spMkLst>
        </pc:spChg>
        <pc:spChg chg="add mod">
          <ac:chgData name="" userId="" providerId="" clId="Web-{6B757441-44D6-425F-8257-013718AC7CAF}" dt="2026-09-20T19:18:07.731" v="3" actId="34807"/>
          <ac:spMkLst>
            <pc:docMk/>
            <pc:sldMk cId="4274235642" sldId="462"/>
            <ac:spMk id="46" creationId="{1A9E55FF-467F-0BB8-21AB-16E3297B5BCF}"/>
          </ac:spMkLst>
        </pc:spChg>
        <pc:spChg chg="add mod">
          <ac:chgData name="" userId="" providerId="" clId="Web-{6B757441-44D6-425F-8257-013718AC7CAF}" dt="2026-09-20T19:18:07.731" v="3" actId="34807"/>
          <ac:spMkLst>
            <pc:docMk/>
            <pc:sldMk cId="4274235642" sldId="462"/>
            <ac:spMk id="49" creationId="{3A2DE919-9AB6-7B61-9F32-33F8812AD5D2}"/>
          </ac:spMkLst>
        </pc:spChg>
        <pc:spChg chg="add mod">
          <ac:chgData name="" userId="" providerId="" clId="Web-{6B757441-44D6-425F-8257-013718AC7CAF}" dt="2026-09-20T19:18:07.731" v="3" actId="34807"/>
          <ac:spMkLst>
            <pc:docMk/>
            <pc:sldMk cId="4274235642" sldId="462"/>
            <ac:spMk id="53" creationId="{841CDB1E-8F26-2D6A-F913-C30AEADCF56F}"/>
          </ac:spMkLst>
        </pc:spChg>
        <pc:spChg chg="add mod">
          <ac:chgData name="" userId="" providerId="" clId="Web-{6B757441-44D6-425F-8257-013718AC7CAF}" dt="2026-09-20T19:18:07.731" v="3" actId="34807"/>
          <ac:spMkLst>
            <pc:docMk/>
            <pc:sldMk cId="4274235642" sldId="462"/>
            <ac:spMk id="58" creationId="{BE17ABDA-4FE6-35D6-81D1-18C2C6BE8F81}"/>
          </ac:spMkLst>
        </pc:spChg>
      </pc:sldChg>
      <pc:sldChg chg="addSp modSp add modNotesTx">
        <pc:chgData name="" userId="" providerId="" clId="Web-{6B757441-44D6-425F-8257-013718AC7CAF}" dt="2026-09-20T19:21:37.271" v="29" actId="34807"/>
        <pc:sldMkLst>
          <pc:docMk/>
          <pc:sldMk cId="736519361" sldId="663"/>
        </pc:sldMkLst>
        <pc:spChg chg="add mod">
          <ac:chgData name="" userId="" providerId="" clId="Web-{6B757441-44D6-425F-8257-013718AC7CAF}" dt="2026-09-20T19:18:12.715" v="6" actId="34807"/>
          <ac:spMkLst>
            <pc:docMk/>
            <pc:sldMk cId="736519361" sldId="663"/>
            <ac:spMk id="61" creationId="{CF66FBFC-7168-4A3B-9364-448251F9BC2F}"/>
          </ac:spMkLst>
        </pc:spChg>
        <pc:spChg chg="add mod">
          <ac:chgData name="" userId="" providerId="" clId="Web-{6B757441-44D6-425F-8257-013718AC7CAF}" dt="2026-09-20T19:21:37.271" v="29" actId="34807"/>
          <ac:spMkLst>
            <pc:docMk/>
            <pc:sldMk cId="736519361" sldId="663"/>
            <ac:spMk id="73" creationId="{432BB9A6-146A-C39A-7F99-F2F2120B9416}"/>
          </ac:spMkLst>
        </pc:spChg>
        <pc:spChg chg="add mod">
          <ac:chgData name="" userId="" providerId="" clId="Web-{6B757441-44D6-425F-8257-013718AC7CAF}" dt="2026-09-20T19:18:12.715" v="6" actId="34807"/>
          <ac:spMkLst>
            <pc:docMk/>
            <pc:sldMk cId="736519361" sldId="663"/>
            <ac:spMk id="79" creationId="{AFE94F3A-BEA1-366D-60D4-71618129870D}"/>
          </ac:spMkLst>
        </pc:spChg>
        <pc:spChg chg="mod">
          <ac:chgData name="" userId="" providerId="" clId="Web-{6B757441-44D6-425F-8257-013718AC7CAF}" dt="2026-09-20T19:21:37.271" v="29" actId="34807"/>
          <ac:spMkLst>
            <pc:docMk/>
            <pc:sldMk cId="736519361" sldId="663"/>
            <ac:spMk id="103" creationId="{0BFF2F7E-4E98-B872-FF8E-C255F85CF066}"/>
          </ac:spMkLst>
        </pc:spChg>
        <pc:spChg chg="add mod">
          <ac:chgData name="" userId="" providerId="" clId="Web-{6B757441-44D6-425F-8257-013718AC7CAF}" dt="2026-09-20T19:18:12.715" v="6" actId="34807"/>
          <ac:spMkLst>
            <pc:docMk/>
            <pc:sldMk cId="736519361" sldId="663"/>
            <ac:spMk id="136" creationId="{57E97202-1801-D4EE-F83B-5DD217F9F54B}"/>
          </ac:spMkLst>
        </pc:spChg>
        <pc:spChg chg="mod">
          <ac:chgData name="" userId="" providerId="" clId="Web-{6B757441-44D6-425F-8257-013718AC7CAF}" dt="2026-09-20T19:21:37.271" v="29" actId="34807"/>
          <ac:spMkLst>
            <pc:docMk/>
            <pc:sldMk cId="736519361" sldId="663"/>
            <ac:spMk id="149" creationId="{EF16AAA1-4BC2-8D90-DCCF-081D350EF3CA}"/>
          </ac:spMkLst>
        </pc:spChg>
        <pc:spChg chg="mod">
          <ac:chgData name="" userId="" providerId="" clId="Web-{6B757441-44D6-425F-8257-013718AC7CAF}" dt="2026-09-20T19:21:37.271" v="29" actId="34807"/>
          <ac:spMkLst>
            <pc:docMk/>
            <pc:sldMk cId="736519361" sldId="663"/>
            <ac:spMk id="211" creationId="{50F2DB7C-CF3D-56A6-C62F-3194F89C2700}"/>
          </ac:spMkLst>
        </pc:spChg>
        <pc:spChg chg="add mod">
          <ac:chgData name="" userId="" providerId="" clId="Web-{6B757441-44D6-425F-8257-013718AC7CAF}" dt="2026-09-20T19:18:12.715" v="6" actId="34807"/>
          <ac:spMkLst>
            <pc:docMk/>
            <pc:sldMk cId="736519361" sldId="663"/>
            <ac:spMk id="229" creationId="{0AC62CCA-C648-4160-D6C8-46250DE985E2}"/>
          </ac:spMkLst>
        </pc:spChg>
        <pc:spChg chg="add mod">
          <ac:chgData name="" userId="" providerId="" clId="Web-{6B757441-44D6-425F-8257-013718AC7CAF}" dt="2026-09-20T19:21:37.271" v="29" actId="34807"/>
          <ac:spMkLst>
            <pc:docMk/>
            <pc:sldMk cId="736519361" sldId="663"/>
            <ac:spMk id="289" creationId="{63EF0492-623A-9681-73A4-667FB01F0D6E}"/>
          </ac:spMkLst>
        </pc:spChg>
        <pc:spChg chg="add mod">
          <ac:chgData name="" userId="" providerId="" clId="Web-{6B757441-44D6-425F-8257-013718AC7CAF}" dt="2026-09-20T19:18:12.715" v="6" actId="34807"/>
          <ac:spMkLst>
            <pc:docMk/>
            <pc:sldMk cId="736519361" sldId="663"/>
            <ac:spMk id="311" creationId="{F4526009-B46C-BE21-3C4A-39D0509BCC83}"/>
          </ac:spMkLst>
        </pc:spChg>
        <pc:spChg chg="add mod">
          <ac:chgData name="" userId="" providerId="" clId="Web-{6B757441-44D6-425F-8257-013718AC7CAF}" dt="2026-09-20T19:18:12.715" v="6" actId="34807"/>
          <ac:spMkLst>
            <pc:docMk/>
            <pc:sldMk cId="736519361" sldId="663"/>
            <ac:spMk id="383" creationId="{FD0D084B-D709-D695-A21E-ED9AF180459A}"/>
          </ac:spMkLst>
        </pc:spChg>
        <pc:spChg chg="add mod">
          <ac:chgData name="" userId="" providerId="" clId="Web-{6B757441-44D6-425F-8257-013718AC7CAF}" dt="2026-09-20T19:18:12.715" v="6" actId="34807"/>
          <ac:spMkLst>
            <pc:docMk/>
            <pc:sldMk cId="736519361" sldId="663"/>
            <ac:spMk id="409" creationId="{7F12CFC4-6057-CBE8-EAB4-E1693844FF32}"/>
          </ac:spMkLst>
        </pc:spChg>
        <pc:spChg chg="add mod">
          <ac:chgData name="" userId="" providerId="" clId="Web-{6B757441-44D6-425F-8257-013718AC7CAF}" dt="2026-09-20T19:18:12.715" v="6" actId="34807"/>
          <ac:spMkLst>
            <pc:docMk/>
            <pc:sldMk cId="736519361" sldId="663"/>
            <ac:spMk id="436" creationId="{AEED7D09-0818-E220-81E5-3394A0FBBD4F}"/>
          </ac:spMkLst>
        </pc:spChg>
      </pc:sldChg>
      <pc:sldChg chg="addSp modSp add modNotesTx">
        <pc:chgData name="" userId="" providerId="" clId="Web-{6B757441-44D6-425F-8257-013718AC7CAF}" dt="2026-09-20T19:18:19.606" v="11" actId="34807"/>
        <pc:sldMkLst>
          <pc:docMk/>
          <pc:sldMk cId="2473740106" sldId="864"/>
        </pc:sldMkLst>
        <pc:spChg chg="add mod">
          <ac:chgData name="" userId="" providerId="" clId="Web-{6B757441-44D6-425F-8257-013718AC7CAF}" dt="2026-09-20T19:18:18.513" v="9" actId="34807"/>
          <ac:spMkLst>
            <pc:docMk/>
            <pc:sldMk cId="2473740106" sldId="864"/>
            <ac:spMk id="439" creationId="{D89787F9-902F-A53F-D04D-1ABB37809CB1}"/>
          </ac:spMkLst>
        </pc:spChg>
        <pc:spChg chg="add mod">
          <ac:chgData name="" userId="" providerId="" clId="Web-{6B757441-44D6-425F-8257-013718AC7CAF}" dt="2026-09-20T19:18:18.513" v="9" actId="34807"/>
          <ac:spMkLst>
            <pc:docMk/>
            <pc:sldMk cId="2473740106" sldId="864"/>
            <ac:spMk id="442" creationId="{982B561B-5CA7-A892-5410-C0A858BA5E7B}"/>
          </ac:spMkLst>
        </pc:spChg>
        <pc:spChg chg="add mod">
          <ac:chgData name="" userId="" providerId="" clId="Web-{6B757441-44D6-425F-8257-013718AC7CAF}" dt="2026-09-20T19:18:18.513" v="9" actId="34807"/>
          <ac:spMkLst>
            <pc:docMk/>
            <pc:sldMk cId="2473740106" sldId="864"/>
            <ac:spMk id="446" creationId="{CB28D552-4886-B780-E712-64C8A3A8472E}"/>
          </ac:spMkLst>
        </pc:spChg>
        <pc:spChg chg="add mod">
          <ac:chgData name="" userId="" providerId="" clId="Web-{6B757441-44D6-425F-8257-013718AC7CAF}" dt="2026-09-20T19:18:18.513" v="9" actId="34807"/>
          <ac:spMkLst>
            <pc:docMk/>
            <pc:sldMk cId="2473740106" sldId="864"/>
            <ac:spMk id="451" creationId="{346A2E4A-40A6-53FA-920C-210F2FBE4072}"/>
          </ac:spMkLst>
        </pc:spChg>
        <pc:spChg chg="add mod">
          <ac:chgData name="" userId="" providerId="" clId="Web-{6B757441-44D6-425F-8257-013718AC7CAF}" dt="2026-09-20T19:18:18.513" v="9" actId="34807"/>
          <ac:spMkLst>
            <pc:docMk/>
            <pc:sldMk cId="2473740106" sldId="864"/>
            <ac:spMk id="457" creationId="{857AEAEA-EC18-4B90-D82A-E0265F59B0D7}"/>
          </ac:spMkLst>
        </pc:spChg>
        <pc:spChg chg="add mod">
          <ac:chgData name="" userId="" providerId="" clId="Web-{6B757441-44D6-425F-8257-013718AC7CAF}" dt="2026-09-20T19:18:18.513" v="9" actId="34807"/>
          <ac:spMkLst>
            <pc:docMk/>
            <pc:sldMk cId="2473740106" sldId="864"/>
            <ac:spMk id="502" creationId="{8E5F14AF-FCC4-C144-90C5-69B26158779B}"/>
          </ac:spMkLst>
        </pc:spChg>
        <pc:spChg chg="add mod">
          <ac:chgData name="" userId="" providerId="" clId="Web-{6B757441-44D6-425F-8257-013718AC7CAF}" dt="2026-09-20T19:18:18.513" v="9" actId="34807"/>
          <ac:spMkLst>
            <pc:docMk/>
            <pc:sldMk cId="2473740106" sldId="864"/>
            <ac:spMk id="527" creationId="{8C125583-52AD-EFC4-B84E-0412EC28876E}"/>
          </ac:spMkLst>
        </pc:spChg>
        <pc:spChg chg="add mod">
          <ac:chgData name="" userId="" providerId="" clId="Web-{6B757441-44D6-425F-8257-013718AC7CAF}" dt="2026-09-20T19:18:18.513" v="9" actId="34807"/>
          <ac:spMkLst>
            <pc:docMk/>
            <pc:sldMk cId="2473740106" sldId="864"/>
            <ac:spMk id="541" creationId="{9D32698F-2C46-B6D7-0F6A-48271C8EB31C}"/>
          </ac:spMkLst>
        </pc:spChg>
        <pc:spChg chg="add mod">
          <ac:chgData name="" userId="" providerId="" clId="Web-{6B757441-44D6-425F-8257-013718AC7CAF}" dt="2026-09-20T19:18:18.513" v="9" actId="34807"/>
          <ac:spMkLst>
            <pc:docMk/>
            <pc:sldMk cId="2473740106" sldId="864"/>
            <ac:spMk id="607" creationId="{C1974666-3346-B48B-566A-23C769F023FF}"/>
          </ac:spMkLst>
        </pc:spChg>
        <pc:spChg chg="add mod">
          <ac:chgData name="" userId="" providerId="" clId="Web-{6B757441-44D6-425F-8257-013718AC7CAF}" dt="2026-09-20T19:18:18.513" v="9" actId="34807"/>
          <ac:spMkLst>
            <pc:docMk/>
            <pc:sldMk cId="2473740106" sldId="864"/>
            <ac:spMk id="646" creationId="{D7F80DFF-CD73-AE6B-9CDE-88351232C2E8}"/>
          </ac:spMkLst>
        </pc:spChg>
        <pc:picChg chg="add">
          <ac:chgData name="" userId="" providerId="" clId="Web-{6B757441-44D6-425F-8257-013718AC7CAF}" dt="2026-09-20T19:18:18.981" v="10" actId="34807"/>
          <ac:picMkLst>
            <pc:docMk/>
            <pc:sldMk cId="2473740106" sldId="864"/>
            <ac:picMk id="690" creationId="{390A0CAC-CE6B-D5DA-37AD-C628B9C13830}"/>
          </ac:picMkLst>
        </pc:picChg>
        <pc:picChg chg="add">
          <ac:chgData name="" userId="" providerId="" clId="Web-{6B757441-44D6-425F-8257-013718AC7CAF}" dt="2026-09-20T19:18:18.981" v="10" actId="34807"/>
          <ac:picMkLst>
            <pc:docMk/>
            <pc:sldMk cId="2473740106" sldId="864"/>
            <ac:picMk id="691" creationId="{567216D8-32E1-41A2-69DB-A8ADFD4FEC70}"/>
          </ac:picMkLst>
        </pc:picChg>
        <pc:picChg chg="add">
          <ac:chgData name="" userId="" providerId="" clId="Web-{6B757441-44D6-425F-8257-013718AC7CAF}" dt="2026-09-20T19:18:18.981" v="10" actId="34807"/>
          <ac:picMkLst>
            <pc:docMk/>
            <pc:sldMk cId="2473740106" sldId="864"/>
            <ac:picMk id="692" creationId="{CD2FFB6F-2BAA-AEC2-CAE6-C0ADFE8D31B5}"/>
          </ac:picMkLst>
        </pc:picChg>
        <pc:picChg chg="add">
          <ac:chgData name="" userId="" providerId="" clId="Web-{6B757441-44D6-425F-8257-013718AC7CAF}" dt="2026-09-20T19:18:18.981" v="10" actId="34807"/>
          <ac:picMkLst>
            <pc:docMk/>
            <pc:sldMk cId="2473740106" sldId="864"/>
            <ac:picMk id="693" creationId="{D4DC7CB9-0153-D8FA-4ECD-E6BEF7895667}"/>
          </ac:picMkLst>
        </pc:picChg>
        <pc:picChg chg="add">
          <ac:chgData name="" userId="" providerId="" clId="Web-{6B757441-44D6-425F-8257-013718AC7CAF}" dt="2026-09-20T19:18:18.981" v="10" actId="34807"/>
          <ac:picMkLst>
            <pc:docMk/>
            <pc:sldMk cId="2473740106" sldId="864"/>
            <ac:picMk id="694" creationId="{452C7DE2-3B67-558B-9C56-CCAD20CDE241}"/>
          </ac:picMkLst>
        </pc:picChg>
      </pc:sldChg>
      <pc:sldChg chg="addSp modSp add modNotesTx">
        <pc:chgData name="" userId="" providerId="" clId="Web-{6B757441-44D6-425F-8257-013718AC7CAF}" dt="2026-09-20T19:21:37.881" v="30" actId="34807"/>
        <pc:sldMkLst>
          <pc:docMk/>
          <pc:sldMk cId="3840250766" sldId="1065"/>
        </pc:sldMkLst>
        <pc:spChg chg="add mod">
          <ac:chgData name="" userId="" providerId="" clId="Web-{6B757441-44D6-425F-8257-013718AC7CAF}" dt="2026-09-20T19:18:24.529" v="13" actId="34807"/>
          <ac:spMkLst>
            <pc:docMk/>
            <pc:sldMk cId="3840250766" sldId="1065"/>
            <ac:spMk id="700" creationId="{10C05F7F-D44C-6FFA-20B4-48CFB5F2736A}"/>
          </ac:spMkLst>
        </pc:spChg>
        <pc:spChg chg="add mod">
          <ac:chgData name="" userId="" providerId="" clId="Web-{6B757441-44D6-425F-8257-013718AC7CAF}" dt="2026-09-20T19:18:24.529" v="13" actId="34807"/>
          <ac:spMkLst>
            <pc:docMk/>
            <pc:sldMk cId="3840250766" sldId="1065"/>
            <ac:spMk id="709" creationId="{7523B874-BCC4-0DBF-99AA-07D2F356C359}"/>
          </ac:spMkLst>
        </pc:spChg>
        <pc:spChg chg="add mod">
          <ac:chgData name="" userId="" providerId="" clId="Web-{6B757441-44D6-425F-8257-013718AC7CAF}" dt="2026-09-20T19:18:24.529" v="13" actId="34807"/>
          <ac:spMkLst>
            <pc:docMk/>
            <pc:sldMk cId="3840250766" sldId="1065"/>
            <ac:spMk id="722" creationId="{A821740F-3DC3-B1A1-890E-69219F0929B5}"/>
          </ac:spMkLst>
        </pc:spChg>
        <pc:spChg chg="add mod">
          <ac:chgData name="" userId="" providerId="" clId="Web-{6B757441-44D6-425F-8257-013718AC7CAF}" dt="2026-09-20T19:18:24.529" v="13" actId="34807"/>
          <ac:spMkLst>
            <pc:docMk/>
            <pc:sldMk cId="3840250766" sldId="1065"/>
            <ac:spMk id="730" creationId="{DF396A87-210D-5F6B-268B-CD30E915444B}"/>
          </ac:spMkLst>
        </pc:spChg>
        <pc:spChg chg="mod">
          <ac:chgData name="" userId="" providerId="" clId="Web-{6B757441-44D6-425F-8257-013718AC7CAF}" dt="2026-09-20T19:21:37.271" v="29" actId="34807"/>
          <ac:spMkLst>
            <pc:docMk/>
            <pc:sldMk cId="3840250766" sldId="1065"/>
            <ac:spMk id="739" creationId="{4DF0D840-8273-0F51-A30F-C96F13E8C508}"/>
          </ac:spMkLst>
        </pc:spChg>
        <pc:spChg chg="mod">
          <ac:chgData name="" userId="" providerId="" clId="Web-{6B757441-44D6-425F-8257-013718AC7CAF}" dt="2026-09-20T19:21:37.271" v="29" actId="34807"/>
          <ac:spMkLst>
            <pc:docMk/>
            <pc:sldMk cId="3840250766" sldId="1065"/>
            <ac:spMk id="749" creationId="{CF746E43-87FD-F016-28C9-C304C3538027}"/>
          </ac:spMkLst>
        </pc:spChg>
        <pc:spChg chg="mod">
          <ac:chgData name="" userId="" providerId="" clId="Web-{6B757441-44D6-425F-8257-013718AC7CAF}" dt="2026-09-20T19:21:37.271" v="29" actId="34807"/>
          <ac:spMkLst>
            <pc:docMk/>
            <pc:sldMk cId="3840250766" sldId="1065"/>
            <ac:spMk id="760" creationId="{5364C2CF-0D41-5B8B-2BDE-4E793C46755B}"/>
          </ac:spMkLst>
        </pc:spChg>
        <pc:spChg chg="add mod">
          <ac:chgData name="" userId="" providerId="" clId="Web-{6B757441-44D6-425F-8257-013718AC7CAF}" dt="2026-09-20T19:21:37.881" v="30" actId="34807"/>
          <ac:spMkLst>
            <pc:docMk/>
            <pc:sldMk cId="3840250766" sldId="1065"/>
            <ac:spMk id="772" creationId="{405B2CDE-3B72-4A02-83F4-C6D9C20D5D24}"/>
          </ac:spMkLst>
        </pc:spChg>
        <pc:spChg chg="add mod">
          <ac:chgData name="" userId="" providerId="" clId="Web-{6B757441-44D6-425F-8257-013718AC7CAF}" dt="2026-09-20T19:18:24.529" v="13" actId="34807"/>
          <ac:spMkLst>
            <pc:docMk/>
            <pc:sldMk cId="3840250766" sldId="1065"/>
            <ac:spMk id="830" creationId="{A8BB0CFB-5AF5-9D36-BEEC-73F1FC107682}"/>
          </ac:spMkLst>
        </pc:spChg>
        <pc:spChg chg="add mod">
          <ac:chgData name="" userId="" providerId="" clId="Web-{6B757441-44D6-425F-8257-013718AC7CAF}" dt="2026-09-20T19:21:37.271" v="29" actId="34807"/>
          <ac:spMkLst>
            <pc:docMk/>
            <pc:sldMk cId="3840250766" sldId="1065"/>
            <ac:spMk id="847" creationId="{59F25359-7585-ECE8-3D57-222F447B79AE}"/>
          </ac:spMkLst>
        </pc:spChg>
        <pc:spChg chg="mod">
          <ac:chgData name="" userId="" providerId="" clId="Web-{6B757441-44D6-425F-8257-013718AC7CAF}" dt="2026-09-20T19:21:37.271" v="29" actId="34807"/>
          <ac:spMkLst>
            <pc:docMk/>
            <pc:sldMk cId="3840250766" sldId="1065"/>
            <ac:spMk id="865" creationId="{5C80AD33-2A4B-275E-38DB-1B601B6613B1}"/>
          </ac:spMkLst>
        </pc:spChg>
        <pc:spChg chg="add mod">
          <ac:chgData name="" userId="" providerId="" clId="Web-{6B757441-44D6-425F-8257-013718AC7CAF}" dt="2026-09-20T19:21:37.271" v="29" actId="34807"/>
          <ac:spMkLst>
            <pc:docMk/>
            <pc:sldMk cId="3840250766" sldId="1065"/>
            <ac:spMk id="884" creationId="{2615B3DF-3EAD-8A59-EE92-6700E3C68310}"/>
          </ac:spMkLst>
        </pc:spChg>
        <pc:spChg chg="add mod">
          <ac:chgData name="" userId="" providerId="" clId="Web-{6B757441-44D6-425F-8257-013718AC7CAF}" dt="2026-09-20T19:21:37.881" v="30" actId="34807"/>
          <ac:spMkLst>
            <pc:docMk/>
            <pc:sldMk cId="3840250766" sldId="1065"/>
            <ac:spMk id="904" creationId="{EFE88C20-4B6F-6A34-0E88-6987467A44D3}"/>
          </ac:spMkLst>
        </pc:spChg>
        <pc:spChg chg="add mod">
          <ac:chgData name="" userId="" providerId="" clId="Web-{6B757441-44D6-425F-8257-013718AC7CAF}" dt="2026-09-20T19:18:24.529" v="13" actId="34807"/>
          <ac:spMkLst>
            <pc:docMk/>
            <pc:sldMk cId="3840250766" sldId="1065"/>
            <ac:spMk id="947" creationId="{F6F5BEDF-F061-034F-1F94-B2E5AB271F50}"/>
          </ac:spMkLst>
        </pc:spChg>
        <pc:picChg chg="add">
          <ac:chgData name="" userId="" providerId="" clId="Web-{6B757441-44D6-425F-8257-013718AC7CAF}" dt="2026-09-20T19:18:25.013" v="14" actId="34807"/>
          <ac:picMkLst>
            <pc:docMk/>
            <pc:sldMk cId="3840250766" sldId="1065"/>
            <ac:picMk id="971" creationId="{05D08E34-9636-0092-FBFA-EE72C49937B5}"/>
          </ac:picMkLst>
        </pc:picChg>
        <pc:picChg chg="add">
          <ac:chgData name="" userId="" providerId="" clId="Web-{6B757441-44D6-425F-8257-013718AC7CAF}" dt="2026-09-20T19:18:25.013" v="14" actId="34807"/>
          <ac:picMkLst>
            <pc:docMk/>
            <pc:sldMk cId="3840250766" sldId="1065"/>
            <ac:picMk id="972" creationId="{E1F0A520-FA6C-8A9C-47C1-44580875DC6C}"/>
          </ac:picMkLst>
        </pc:picChg>
      </pc:sldChg>
      <pc:sldChg chg="addSp modSp add modNotesTx">
        <pc:chgData name="" userId="" providerId="" clId="Web-{6B757441-44D6-425F-8257-013718AC7CAF}" dt="2026-09-20T19:20:07.846" v="27" actId="34807"/>
        <pc:sldMkLst>
          <pc:docMk/>
          <pc:sldMk cId="759256130" sldId="1266"/>
        </pc:sldMkLst>
        <pc:spChg chg="add mod">
          <ac:chgData name="" userId="" providerId="" clId="Web-{6B757441-44D6-425F-8257-013718AC7CAF}" dt="2026-09-20T19:18:31.029" v="18" actId="34807"/>
          <ac:spMkLst>
            <pc:docMk/>
            <pc:sldMk cId="759256130" sldId="1266"/>
            <ac:spMk id="978" creationId="{0BA5E7C8-220F-E48D-C159-A1469E0AA0A3}"/>
          </ac:spMkLst>
        </pc:spChg>
        <pc:spChg chg="mod">
          <ac:chgData name="" userId="" providerId="" clId="Web-{6B757441-44D6-425F-8257-013718AC7CAF}" dt="2026-09-20T19:18:33.091" v="21" actId="34807"/>
          <ac:spMkLst>
            <pc:docMk/>
            <pc:sldMk cId="759256130" sldId="1266"/>
            <ac:spMk id="1000" creationId="{94E225D3-8DA9-1407-BBEC-2C0A7AE691A7}"/>
          </ac:spMkLst>
        </pc:spChg>
        <pc:spChg chg="add mod">
          <ac:chgData name="" userId="" providerId="" clId="Web-{6B757441-44D6-425F-8257-013718AC7CAF}" dt="2026-09-20T19:18:31.029" v="18" actId="34807"/>
          <ac:spMkLst>
            <pc:docMk/>
            <pc:sldMk cId="759256130" sldId="1266"/>
            <ac:spMk id="1008" creationId="{B2372955-BEA6-4DBF-1877-2E5CF8992A30}"/>
          </ac:spMkLst>
        </pc:spChg>
        <pc:spChg chg="add mod">
          <ac:chgData name="" userId="" providerId="" clId="Web-{6B757441-44D6-425F-8257-013718AC7CAF}" dt="2026-09-20T19:18:31.029" v="18" actId="34807"/>
          <ac:spMkLst>
            <pc:docMk/>
            <pc:sldMk cId="759256130" sldId="1266"/>
            <ac:spMk id="1017" creationId="{E4BA4715-4588-BB67-C071-3227C7F629BD}"/>
          </ac:spMkLst>
        </pc:spChg>
        <pc:spChg chg="add mod">
          <ac:chgData name="" userId="" providerId="" clId="Web-{6B757441-44D6-425F-8257-013718AC7CAF}" dt="2026-09-20T19:18:33.091" v="21" actId="34807"/>
          <ac:spMkLst>
            <pc:docMk/>
            <pc:sldMk cId="759256130" sldId="1266"/>
            <ac:spMk id="1038" creationId="{2964309D-93F1-0FAE-E108-C546170601A4}"/>
          </ac:spMkLst>
        </pc:spChg>
        <pc:spChg chg="add mod">
          <ac:chgData name="" userId="" providerId="" clId="Web-{6B757441-44D6-425F-8257-013718AC7CAF}" dt="2026-09-20T19:18:31.029" v="18" actId="34807"/>
          <ac:spMkLst>
            <pc:docMk/>
            <pc:sldMk cId="759256130" sldId="1266"/>
            <ac:spMk id="1050" creationId="{0F405A5A-8831-890A-52C5-901D5CE5EB3C}"/>
          </ac:spMkLst>
        </pc:spChg>
        <pc:spChg chg="add mod">
          <ac:chgData name="" userId="" providerId="" clId="Web-{6B757441-44D6-425F-8257-013718AC7CAF}" dt="2026-09-20T19:20:07.846" v="27" actId="34807"/>
          <ac:spMkLst>
            <pc:docMk/>
            <pc:sldMk cId="759256130" sldId="1266"/>
            <ac:spMk id="1077" creationId="{388F35CF-2B3B-79AE-36A1-06CA23457CAF}"/>
          </ac:spMkLst>
        </pc:spChg>
        <pc:spChg chg="add mod">
          <ac:chgData name="" userId="" providerId="" clId="Web-{6B757441-44D6-425F-8257-013718AC7CAF}" dt="2026-09-20T19:20:07.846" v="27" actId="34807"/>
          <ac:spMkLst>
            <pc:docMk/>
            <pc:sldMk cId="759256130" sldId="1266"/>
            <ac:spMk id="1092" creationId="{839E0C97-6166-2372-355A-7EDCA97B26F9}"/>
          </ac:spMkLst>
        </pc:spChg>
        <pc:spChg chg="add mod">
          <ac:chgData name="" userId="" providerId="" clId="Web-{6B757441-44D6-425F-8257-013718AC7CAF}" dt="2026-09-20T19:18:33.091" v="21" actId="34807"/>
          <ac:spMkLst>
            <pc:docMk/>
            <pc:sldMk cId="759256130" sldId="1266"/>
            <ac:spMk id="1125" creationId="{8D1F416F-560F-F8E8-A3AA-8B2B4396AE1A}"/>
          </ac:spMkLst>
        </pc:spChg>
        <pc:spChg chg="add mod">
          <ac:chgData name="" userId="" providerId="" clId="Web-{6B757441-44D6-425F-8257-013718AC7CAF}" dt="2026-09-20T19:18:31.029" v="18" actId="34807"/>
          <ac:spMkLst>
            <pc:docMk/>
            <pc:sldMk cId="759256130" sldId="1266"/>
            <ac:spMk id="1143" creationId="{17CAE9F6-C556-453C-7D36-7275D5E4C994}"/>
          </ac:spMkLst>
        </pc:spChg>
        <pc:spChg chg="mod">
          <ac:chgData name="" userId="" providerId="" clId="Web-{6B757441-44D6-425F-8257-013718AC7CAF}" dt="2026-09-20T19:18:33.091" v="21" actId="34807"/>
          <ac:spMkLst>
            <pc:docMk/>
            <pc:sldMk cId="759256130" sldId="1266"/>
            <ac:spMk id="1162" creationId="{388C4FDE-82D9-C586-C719-F34442265FB9}"/>
          </ac:spMkLst>
        </pc:spChg>
        <pc:spChg chg="mod">
          <ac:chgData name="" userId="" providerId="" clId="Web-{6B757441-44D6-425F-8257-013718AC7CAF}" dt="2026-09-20T19:18:33.091" v="21" actId="34807"/>
          <ac:spMkLst>
            <pc:docMk/>
            <pc:sldMk cId="759256130" sldId="1266"/>
            <ac:spMk id="1203" creationId="{DA31C97D-BBF1-B088-EA83-FAE827345EE8}"/>
          </ac:spMkLst>
        </pc:spChg>
        <pc:spChg chg="add mod">
          <ac:chgData name="" userId="" providerId="" clId="Web-{6B757441-44D6-425F-8257-013718AC7CAF}" dt="2026-09-20T19:18:31.029" v="18" actId="34807"/>
          <ac:spMkLst>
            <pc:docMk/>
            <pc:sldMk cId="759256130" sldId="1266"/>
            <ac:spMk id="1225" creationId="{AD66C240-02E0-2011-A154-1C79FF6045AB}"/>
          </ac:spMkLst>
        </pc:spChg>
        <pc:picChg chg="add">
          <ac:chgData name="" userId="" providerId="" clId="Web-{6B757441-44D6-425F-8257-013718AC7CAF}" dt="2026-09-20T19:18:31.544" v="19" actId="34807"/>
          <ac:picMkLst>
            <pc:docMk/>
            <pc:sldMk cId="759256130" sldId="1266"/>
            <ac:picMk id="1249" creationId="{F3BDF724-2104-B9CE-603B-D6BAEC368AF7}"/>
          </ac:picMkLst>
        </pc:picChg>
        <pc:picChg chg="add">
          <ac:chgData name="" userId="" providerId="" clId="Web-{6B757441-44D6-425F-8257-013718AC7CAF}" dt="2026-09-20T19:18:31.544" v="19" actId="34807"/>
          <ac:picMkLst>
            <pc:docMk/>
            <pc:sldMk cId="759256130" sldId="1266"/>
            <ac:picMk id="1250" creationId="{F4664F35-00AA-6A81-8A54-378D041794A1}"/>
          </ac:picMkLst>
        </pc:picChg>
        <pc:picChg chg="add">
          <ac:chgData name="" userId="" providerId="" clId="Web-{6B757441-44D6-425F-8257-013718AC7CAF}" dt="2026-09-20T19:18:31.544" v="19" actId="34807"/>
          <ac:picMkLst>
            <pc:docMk/>
            <pc:sldMk cId="759256130" sldId="1266"/>
            <ac:picMk id="1251" creationId="{86D3326F-B4BC-650B-9407-27825F0D17D8}"/>
          </ac:picMkLst>
        </pc:picChg>
      </pc:sldChg>
      <pc:sldChg chg="addSp modSp add modNotesTx">
        <pc:chgData name="" userId="" providerId="" clId="Web-{6B757441-44D6-425F-8257-013718AC7CAF}" dt="2026-09-20T19:18:39.045" v="25" actId="34807"/>
        <pc:sldMkLst>
          <pc:docMk/>
          <pc:sldMk cId="4041639966" sldId="1467"/>
        </pc:sldMkLst>
        <pc:spChg chg="add mod">
          <ac:chgData name="" userId="" providerId="" clId="Web-{6B757441-44D6-425F-8257-013718AC7CAF}" dt="2026-09-20T19:18:37.873" v="23" actId="34807"/>
          <ac:spMkLst>
            <pc:docMk/>
            <pc:sldMk cId="4041639966" sldId="1467"/>
            <ac:spMk id="1257" creationId="{04B2AAB0-DA71-1B3F-5820-E4F5FFD63B42}"/>
          </ac:spMkLst>
        </pc:spChg>
        <pc:spChg chg="add mod">
          <ac:chgData name="" userId="" providerId="" clId="Web-{6B757441-44D6-425F-8257-013718AC7CAF}" dt="2026-09-20T19:18:37.873" v="23" actId="34807"/>
          <ac:spMkLst>
            <pc:docMk/>
            <pc:sldMk cId="4041639966" sldId="1467"/>
            <ac:spMk id="1261" creationId="{EC4A9517-7646-4717-A5E1-F483CB821460}"/>
          </ac:spMkLst>
        </pc:spChg>
        <pc:spChg chg="add mod">
          <ac:chgData name="" userId="" providerId="" clId="Web-{6B757441-44D6-425F-8257-013718AC7CAF}" dt="2026-09-20T19:18:37.873" v="23" actId="34807"/>
          <ac:spMkLst>
            <pc:docMk/>
            <pc:sldMk cId="4041639966" sldId="1467"/>
            <ac:spMk id="1272" creationId="{CF6BCF4C-6E57-E120-DA21-D5737DD3A35A}"/>
          </ac:spMkLst>
        </pc:spChg>
        <pc:spChg chg="mod">
          <ac:chgData name="" userId="" providerId="" clId="Web-{6B757441-44D6-425F-8257-013718AC7CAF}" dt="2026-09-20T19:18:39.045" v="25" actId="34807"/>
          <ac:spMkLst>
            <pc:docMk/>
            <pc:sldMk cId="4041639966" sldId="1467"/>
            <ac:spMk id="1279" creationId="{FBB5CD5E-5E12-7BA4-B788-30D06429BB27}"/>
          </ac:spMkLst>
        </pc:spChg>
        <pc:spChg chg="add mod">
          <ac:chgData name="" userId="" providerId="" clId="Web-{6B757441-44D6-425F-8257-013718AC7CAF}" dt="2026-09-20T19:18:37.873" v="23" actId="34807"/>
          <ac:spMkLst>
            <pc:docMk/>
            <pc:sldMk cId="4041639966" sldId="1467"/>
            <ac:spMk id="1287" creationId="{EC1FEA75-0081-0995-FE74-17D4E89660E6}"/>
          </ac:spMkLst>
        </pc:spChg>
        <pc:spChg chg="add mod">
          <ac:chgData name="" userId="" providerId="" clId="Web-{6B757441-44D6-425F-8257-013718AC7CAF}" dt="2026-09-20T19:18:37.873" v="23" actId="34807"/>
          <ac:spMkLst>
            <pc:docMk/>
            <pc:sldMk cId="4041639966" sldId="1467"/>
            <ac:spMk id="1296" creationId="{7DDD64FB-00E4-0997-2E85-F90F92B9F91F}"/>
          </ac:spMkLst>
        </pc:spChg>
        <pc:spChg chg="add mod">
          <ac:chgData name="" userId="" providerId="" clId="Web-{6B757441-44D6-425F-8257-013718AC7CAF}" dt="2026-09-20T19:18:37.873" v="23" actId="34807"/>
          <ac:spMkLst>
            <pc:docMk/>
            <pc:sldMk cId="4041639966" sldId="1467"/>
            <ac:spMk id="1317" creationId="{67FBC0E0-A5B9-91E5-9EF6-562C45BAA375}"/>
          </ac:spMkLst>
        </pc:spChg>
        <pc:spChg chg="add mod">
          <ac:chgData name="" userId="" providerId="" clId="Web-{6B757441-44D6-425F-8257-013718AC7CAF}" dt="2026-09-20T19:18:37.873" v="23" actId="34807"/>
          <ac:spMkLst>
            <pc:docMk/>
            <pc:sldMk cId="4041639966" sldId="1467"/>
            <ac:spMk id="1404" creationId="{FF309D67-FD01-39B4-C2C5-7BB077F622C5}"/>
          </ac:spMkLst>
        </pc:spChg>
        <pc:spChg chg="add mod">
          <ac:chgData name="" userId="" providerId="" clId="Web-{6B757441-44D6-425F-8257-013718AC7CAF}" dt="2026-09-20T19:18:37.873" v="23" actId="34807"/>
          <ac:spMkLst>
            <pc:docMk/>
            <pc:sldMk cId="4041639966" sldId="1467"/>
            <ac:spMk id="1422" creationId="{5C7AA85B-0A88-1ED2-4F10-5417DAFF3238}"/>
          </ac:spMkLst>
        </pc:spChg>
        <pc:spChg chg="add mod">
          <ac:chgData name="" userId="" providerId="" clId="Web-{6B757441-44D6-425F-8257-013718AC7CAF}" dt="2026-09-20T19:18:37.873" v="23" actId="34807"/>
          <ac:spMkLst>
            <pc:docMk/>
            <pc:sldMk cId="4041639966" sldId="1467"/>
            <ac:spMk id="1482" creationId="{22C2E382-7D4B-CDDB-76EB-9930D31B6533}"/>
          </ac:spMkLst>
        </pc:spChg>
        <pc:spChg chg="add mod">
          <ac:chgData name="" userId="" providerId="" clId="Web-{6B757441-44D6-425F-8257-013718AC7CAF}" dt="2026-09-20T19:18:37.873" v="23" actId="34807"/>
          <ac:spMkLst>
            <pc:docMk/>
            <pc:sldMk cId="4041639966" sldId="1467"/>
            <ac:spMk id="1527" creationId="{700AC6E9-F696-4031-8093-B80D65F7731D}"/>
          </ac:spMkLst>
        </pc:spChg>
      </pc:sldChg>
    </pc:docChg>
  </pc:docChgLst>
  <pc:docChgLst>
    <pc:chgData clId="Web-{B4992A10-2445-4067-AC15-1077177F5AC9}"/>
    <pc:docChg chg="modSld">
      <pc:chgData name="" userId="" providerId="" clId="Web-{B4992A10-2445-4067-AC15-1077177F5AC9}" dt="2026-09-20T19:29:26.588" v="0" actId="34807"/>
      <pc:docMkLst>
        <pc:docMk/>
      </pc:docMkLst>
      <pc:sldChg chg="delSp modSp">
        <pc:chgData name="" userId="" providerId="" clId="Web-{B4992A10-2445-4067-AC15-1077177F5AC9}" dt="2026-09-20T19:29:26.588" v="0" actId="34807"/>
        <pc:sldMkLst>
          <pc:docMk/>
          <pc:sldMk cId="3840250766" sldId="1065"/>
        </pc:sldMkLst>
        <pc:spChg chg="del">
          <ac:chgData name="" userId="" providerId="" clId="Web-{B4992A10-2445-4067-AC15-1077177F5AC9}" dt="2026-09-20T19:29:26.588" v="0" actId="34807"/>
          <ac:spMkLst>
            <pc:docMk/>
            <pc:sldMk cId="3840250766" sldId="1065"/>
            <ac:spMk id="772" creationId="{405B2CDE-3B72-4A02-83F4-C6D9C20D5D24}"/>
          </ac:spMkLst>
        </pc:spChg>
        <pc:spChg chg="del">
          <ac:chgData name="" userId="" providerId="" clId="Web-{B4992A10-2445-4067-AC15-1077177F5AC9}" dt="2026-09-20T19:29:26.588" v="0" actId="34807"/>
          <ac:spMkLst>
            <pc:docMk/>
            <pc:sldMk cId="3840250766" sldId="1065"/>
            <ac:spMk id="904" creationId="{EFE88C20-4B6F-6A34-0E88-6987467A44D3}"/>
          </ac:spMkLst>
        </pc:spChg>
        <pc:spChg chg="mod">
          <ac:chgData name="" userId="" providerId="" clId="Web-{B4992A10-2445-4067-AC15-1077177F5AC9}" dt="2026-09-20T19:29:26.588" v="0" actId="34807"/>
          <ac:spMkLst>
            <pc:docMk/>
            <pc:sldMk cId="3840250766" sldId="1065"/>
            <ac:spMk id="925" creationId="{C7EBE459-6930-DAD7-5E6B-AA894D14671E}"/>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1491098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r>
              <a:rPr lang="en-US"/>
              <a:t>• This is a customer-run working session with customer-controlled timing. Workshop outcome: each team leaves with a charter and five-layer sketch, explicit evidence to collect, and owners for unresolved dependencies. A completed lab or functioning agent is not required. Facilitators circulate throughout rather than postponing all review until the closing activity.
• GROUNDING SOURCE: docs/day5-plan.md</a:t>
            </a:r>
          </a:p>
        </p:txBody>
      </p:sp>
    </p:spTree>
    <p:extLst>
      <p:ext uri="{BB962C8B-B14F-4D97-AF65-F5344CB8AC3E}">
        <p14:creationId xmlns:p14="http://schemas.microsoft.com/office/powerpoint/2010/main" val="145746286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r>
              <a:rPr lang="en-US"/>
              <a:t>• Facilitate, do not lecture. Ask each team for one sentence in the form “For [user], help with [bounded task] so that [observable outcome].” Then force one explicit non-goal. Capture skills, environment, data, quota, or permission gaps as owned dependencies; no prior lab or environment is required today. Before moving on, confirm that the problem, user, in-scope task, and non-goals are written.
• GROUNDING SOURCE: docs/day5-plan.md</a:t>
            </a:r>
          </a:p>
        </p:txBody>
      </p:sp>
    </p:spTree>
    <p:extLst>
      <p:ext uri="{BB962C8B-B14F-4D97-AF65-F5344CB8AC3E}">
        <p14:creationId xmlns:p14="http://schemas.microsoft.com/office/powerpoint/2010/main" val="427358615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r>
              <a:rPr lang="en-US"/>
              <a:t>• The five-layer sketch is a workshop organizing lens, not Microsoft Foundry product architecture and not five Azure resources. Map each row to the real component or service the team expects to use, then mark identity/data/trust boundaries. Official Foundry architecture instead distinguishes the Foundry resource, projects, project assets, and independently governed connected Azure services. Before moving on, confirm that every layer has a component or an explicit not-applicable rationale and at least one trust boundary is marked.
• GROUNDING SOURCE: https://learn.microsoft.com/azure/foundry/concepts/architecture
• GROUNDING SOURCE: docs/day5-plan.md</a:t>
            </a:r>
          </a:p>
        </p:txBody>
      </p:sp>
    </p:spTree>
    <p:extLst>
      <p:ext uri="{BB962C8B-B14F-4D97-AF65-F5344CB8AC3E}">
        <p14:creationId xmlns:p14="http://schemas.microsoft.com/office/powerpoint/2010/main" val="5029812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r>
              <a:rPr lang="en-US"/>
              <a:t>• A task says what to implement; a success criterion says what observable evidence must meet which acceptance rule. Challenge “improve answer quality” by asking for cases, expected behavior, evaluator or human check, threshold, boundary, and evidence owner. Teams need 3–5 criteria and at least 10 planned golden-set cases. Thresholds are team decisions, not Microsoft defaults. Before moving on, confirm that each criterion names a metric or observation, unit where relevant, case boundary, acceptance rule, evidence, and owner.
• GROUNDING SOURCE: https://learn.microsoft.com/azure/foundry/observability/concepts/trace-agent-concept
• GROUNDING SOURCE: https://learn.microsoft.com/azure/foundry/observability/how-to/evaluation-datasets
• GROUNDING SOURCE: https://learn.microsoft.com/azure/foundry/openai/how-to/evaluate-model-router
• GROUNDING SOURCE: docs/day5-plan.md</a:t>
            </a:r>
          </a:p>
        </p:txBody>
      </p:sp>
    </p:spTree>
    <p:extLst>
      <p:ext uri="{BB962C8B-B14F-4D97-AF65-F5344CB8AC3E}">
        <p14:creationId xmlns:p14="http://schemas.microsoft.com/office/powerpoint/2010/main" val="165925970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r>
              <a:rPr lang="en-US"/>
              <a:t>• Baseline means the known configuration measured first; candidate means a named changed configuration measured against the same documented cases and evaluator settings. Record model/deployment, instructions, tools, knowledge version, evaluator configuration, and run IDs as applicable. Change one thing when practical so the delta is interpretable. Also assign team roles, Week 1 spike/baseline, Week 2 candidate/evaluation, and Week 2–3 rehearsal milestones. Before moving on, confirm that both configurations, the planned change, owners, and comparison evidence are named.
• GROUNDING SOURCE: https://learn.microsoft.com/azure/foundry/agents/concepts/development-lifecycle
• GROUNDING SOURCE: https://learn.microsoft.com/azure/foundry/observability/how-to/evaluation-datasets
• GROUNDING SOURCE: https://learn.microsoft.com/azure/foundry/openai/how-to/evaluate-model-router
• GROUNDING SOURCE: docs/day5-plan.md</a:t>
            </a:r>
          </a:p>
        </p:txBody>
      </p:sp>
    </p:spTree>
    <p:extLst>
      <p:ext uri="{BB962C8B-B14F-4D97-AF65-F5344CB8AC3E}">
        <p14:creationId xmlns:p14="http://schemas.microsoft.com/office/powerpoint/2010/main" val="320993568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r>
              <a:rPr lang="en-US"/>
              <a:t>• A failure case is a test condition, such as an unauthorized lookup or unsupported question. A control is the deliberately implemented behavior, such as deny, answer only from evidence, or route to an application-owned review path. Do not infer that a drawn control works. Peers challenge one failure path and one cost or permission risk, then record ready, changes required, or needs review. Every gap gets an owner, evidence request, status, and next action. Facilitators coach throughout. An unresolved charter must remain explicitly unresolved rather than being counted as approved.
• GROUNDING SOURCE: https://learn.microsoft.com/azure/foundry/concepts/authentication-authorization-foundry
• GROUNDING SOURCE: https://learn.microsoft.com/azure/foundry/concepts/evaluation-evaluators/rag-evaluators
• GROUNDING SOURCE: https://learn.microsoft.com/azure/foundry/concepts/evaluation-evaluators/agent-evaluators
• GROUNDING SOURCE: docs/day5-plan.md</a:t>
            </a:r>
          </a:p>
        </p:txBody>
      </p:sp>
    </p:spTree>
    <p:extLst>
      <p:ext uri="{BB962C8B-B14F-4D97-AF65-F5344CB8AC3E}">
        <p14:creationId xmlns:p14="http://schemas.microsoft.com/office/powerpoint/2010/main" val="246285972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1.xml"/><Relationship Id="rId5" Type="http://schemas.openxmlformats.org/officeDocument/2006/relationships/image" Target="../media/image10.png"/><Relationship Id="rId4" Type="http://schemas.openxmlformats.org/officeDocument/2006/relationships/image" Target="../media/image9.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Rectangle 43">
            <a:extLst>
              <a:ext uri="{FF2B5EF4-FFF2-40B4-BE49-F238E27FC236}">
                <a16:creationId xmlns:a16="http://schemas.microsoft.com/office/drawing/2014/main" id="{8A8D3F64-8174-1368-4320-CDA7AA8CBB0E}"/>
              </a:ext>
            </a:extLst>
          </p:cNvPr>
          <p:cNvSpPr/>
          <p:nvPr/>
        </p:nvSpPr>
        <p:spPr>
          <a:xfrm>
            <a:off x="457200" y="1280160"/>
            <a:ext cx="109728" cy="2377440"/>
          </a:xfrm>
          <a:prstGeom prst="rect">
            <a:avLst/>
          </a:prstGeom>
          <a:solidFill>
            <a:srgbClr val="8A3D93"/>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45">
            <a:extLst>
              <a:ext uri="{FF2B5EF4-FFF2-40B4-BE49-F238E27FC236}">
                <a16:creationId xmlns:a16="http://schemas.microsoft.com/office/drawing/2014/main" id="{1A9E55FF-467F-0BB8-21AB-16E3297B5BCF}"/>
              </a:ext>
            </a:extLst>
          </p:cNvPr>
          <p:cNvSpPr/>
          <p:nvPr/>
        </p:nvSpPr>
        <p:spPr>
          <a:xfrm>
            <a:off x="731520" y="1280160"/>
            <a:ext cx="804672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400" b="1" spc="600">
                <a:solidFill>
                  <a:srgbClr val="8A3D93"/>
                </a:solidFill>
                <a:effectLst/>
                <a:latin typeface="Calibri" panose="020F0502020204030204" pitchFamily="34" charset="0"/>
              </a:rPr>
              <a:t>DAY 5  ·  MODULE 7</a:t>
            </a:r>
          </a:p>
          <a:p>
            <a:pPr algn="l">
              <a:buNone/>
            </a:pPr>
            <a:r>
              <a:rPr lang="en-US" sz="100">
                <a:effectLst/>
              </a:rPr>
              <a:t> </a:t>
            </a:r>
            <a:endParaRPr lang="en-US"/>
          </a:p>
        </p:txBody>
      </p:sp>
      <p:sp>
        <p:nvSpPr>
          <p:cNvPr id="49" name="Rectangle 48">
            <a:extLst>
              <a:ext uri="{FF2B5EF4-FFF2-40B4-BE49-F238E27FC236}">
                <a16:creationId xmlns:a16="http://schemas.microsoft.com/office/drawing/2014/main" id="{3A2DE919-9AB6-7B61-9F32-33F8812AD5D2}"/>
              </a:ext>
            </a:extLst>
          </p:cNvPr>
          <p:cNvSpPr/>
          <p:nvPr/>
        </p:nvSpPr>
        <p:spPr>
          <a:xfrm>
            <a:off x="731520" y="1783080"/>
            <a:ext cx="8046720" cy="1280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3400" b="1">
                <a:solidFill>
                  <a:srgbClr val="1F2933"/>
                </a:solidFill>
                <a:effectLst/>
                <a:latin typeface="Calibri" panose="020F0502020204030204" pitchFamily="34" charset="0"/>
              </a:rPr>
              <a:t>Capstone Scoping Working Session</a:t>
            </a:r>
          </a:p>
          <a:p>
            <a:pPr algn="l">
              <a:buNone/>
            </a:pPr>
            <a:r>
              <a:rPr lang="en-US" sz="100">
                <a:effectLst/>
              </a:rPr>
              <a:t> </a:t>
            </a:r>
            <a:endParaRPr lang="en-US"/>
          </a:p>
        </p:txBody>
      </p:sp>
      <p:sp>
        <p:nvSpPr>
          <p:cNvPr id="53" name="Rectangle 52">
            <a:extLst>
              <a:ext uri="{FF2B5EF4-FFF2-40B4-BE49-F238E27FC236}">
                <a16:creationId xmlns:a16="http://schemas.microsoft.com/office/drawing/2014/main" id="{841CDB1E-8F26-2D6A-F913-C30AEADCF56F}"/>
              </a:ext>
            </a:extLst>
          </p:cNvPr>
          <p:cNvSpPr/>
          <p:nvPr/>
        </p:nvSpPr>
        <p:spPr>
          <a:xfrm>
            <a:off x="731520" y="3108960"/>
            <a:ext cx="804672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600">
                <a:solidFill>
                  <a:srgbClr val="52606D"/>
                </a:solidFill>
                <a:effectLst/>
                <a:latin typeface="Calibri" panose="020F0502020204030204" pitchFamily="34" charset="0"/>
              </a:rPr>
              <a:t>Leave with a reviewable charter, an architecture sketch, and owned evidence</a:t>
            </a:r>
          </a:p>
          <a:p>
            <a:pPr algn="l">
              <a:buNone/>
            </a:pPr>
            <a:r>
              <a:rPr lang="en-US" sz="100">
                <a:effectLst/>
              </a:rPr>
              <a:t> </a:t>
            </a:r>
            <a:endParaRPr lang="en-US"/>
          </a:p>
        </p:txBody>
      </p:sp>
      <p:sp>
        <p:nvSpPr>
          <p:cNvPr id="58" name="Rectangle 57">
            <a:extLst>
              <a:ext uri="{FF2B5EF4-FFF2-40B4-BE49-F238E27FC236}">
                <a16:creationId xmlns:a16="http://schemas.microsoft.com/office/drawing/2014/main" id="{BE17ABDA-4FE6-35D6-81D1-18C2C6BE8F81}"/>
              </a:ext>
            </a:extLst>
          </p:cNvPr>
          <p:cNvSpPr/>
          <p:nvPr/>
        </p:nvSpPr>
        <p:spPr>
          <a:xfrm>
            <a:off x="365760" y="4686300"/>
            <a:ext cx="84124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52606D"/>
                </a:solidFill>
                <a:effectLst/>
                <a:latin typeface="Calibri" panose="020F0502020204030204" pitchFamily="34" charset="0"/>
              </a:rPr>
              <a:t>Define  ·  sketch  ·  measure  ·  challenge  ·  record the disposition</a:t>
            </a:r>
          </a:p>
          <a:p>
            <a:pPr algn="l">
              <a:buNone/>
            </a:pPr>
            <a:r>
              <a:rPr lang="en-US" sz="100">
                <a:effectLst/>
              </a:rPr>
              <a:t> </a:t>
            </a:r>
            <a:endParaRPr lang="en-US"/>
          </a:p>
        </p:txBody>
      </p:sp>
    </p:spTree>
    <p:extLst>
      <p:ext uri="{BB962C8B-B14F-4D97-AF65-F5344CB8AC3E}">
        <p14:creationId xmlns:p14="http://schemas.microsoft.com/office/powerpoint/2010/main" val="427423564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 name="Rectangle 58">
            <a:extLst>
              <a:ext uri="{FF2B5EF4-FFF2-40B4-BE49-F238E27FC236}">
                <a16:creationId xmlns:a16="http://schemas.microsoft.com/office/drawing/2014/main" id="{10894E34-2A6C-C047-288B-CFC1096BF6B4}"/>
              </a:ext>
            </a:extLst>
          </p:cNvPr>
          <p:cNvSpPr/>
          <p:nvPr/>
        </p:nvSpPr>
        <p:spPr>
          <a:xfrm>
            <a:off x="365760" y="292608"/>
            <a:ext cx="84124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b="1" spc="400">
                <a:solidFill>
                  <a:srgbClr val="8A3D93"/>
                </a:solidFill>
                <a:effectLst/>
                <a:latin typeface="Calibri" panose="020F0502020204030204" pitchFamily="34" charset="0"/>
              </a:rPr>
              <a:t>WORKSHOP CANVAS  ·  STEP 1</a:t>
            </a:r>
          </a:p>
          <a:p>
            <a:pPr algn="l">
              <a:buNone/>
            </a:pPr>
            <a:r>
              <a:rPr lang="en-US" sz="100">
                <a:effectLst/>
              </a:rPr>
              <a:t> </a:t>
            </a:r>
            <a:endParaRPr lang="en-US"/>
          </a:p>
        </p:txBody>
      </p:sp>
      <p:sp>
        <p:nvSpPr>
          <p:cNvPr id="61" name="Rectangle 60">
            <a:extLst>
              <a:ext uri="{FF2B5EF4-FFF2-40B4-BE49-F238E27FC236}">
                <a16:creationId xmlns:a16="http://schemas.microsoft.com/office/drawing/2014/main" id="{CF66FBFC-7168-4A3B-9364-448251F9BC2F}"/>
              </a:ext>
            </a:extLst>
          </p:cNvPr>
          <p:cNvSpPr/>
          <p:nvPr/>
        </p:nvSpPr>
        <p:spPr>
          <a:xfrm>
            <a:off x="365760" y="566928"/>
            <a:ext cx="841248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2800" b="1" dirty="0">
                <a:solidFill>
                  <a:srgbClr val="1F2933"/>
                </a:solidFill>
                <a:effectLst/>
                <a:latin typeface="Calibri" panose="020F0502020204030204" pitchFamily="34" charset="0"/>
              </a:rPr>
              <a:t>Define the scenario</a:t>
            </a:r>
          </a:p>
          <a:p>
            <a:pPr algn="l">
              <a:buNone/>
            </a:pPr>
            <a:r>
              <a:rPr lang="en-US" sz="100" dirty="0">
                <a:effectLst/>
              </a:rPr>
              <a:t> </a:t>
            </a:r>
            <a:endParaRPr lang="en-US" dirty="0"/>
          </a:p>
        </p:txBody>
      </p:sp>
      <p:sp>
        <p:nvSpPr>
          <p:cNvPr id="64" name="Rectangle 63">
            <a:extLst>
              <a:ext uri="{FF2B5EF4-FFF2-40B4-BE49-F238E27FC236}">
                <a16:creationId xmlns:a16="http://schemas.microsoft.com/office/drawing/2014/main" id="{1BF47FCE-0C35-0157-6A2F-AEC6E145DA04}"/>
              </a:ext>
            </a:extLst>
          </p:cNvPr>
          <p:cNvSpPr/>
          <p:nvPr/>
        </p:nvSpPr>
        <p:spPr>
          <a:xfrm>
            <a:off x="457200" y="1225296"/>
            <a:ext cx="731520" cy="25400"/>
          </a:xfrm>
          <a:prstGeom prst="rect">
            <a:avLst/>
          </a:prstGeom>
          <a:solidFill>
            <a:srgbClr val="8A3D93"/>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Rectangle 67">
            <a:extLst>
              <a:ext uri="{FF2B5EF4-FFF2-40B4-BE49-F238E27FC236}">
                <a16:creationId xmlns:a16="http://schemas.microsoft.com/office/drawing/2014/main" id="{3BD2776F-18B8-4BC9-032D-343C22F4DA7D}"/>
              </a:ext>
            </a:extLst>
          </p:cNvPr>
          <p:cNvSpPr/>
          <p:nvPr/>
        </p:nvSpPr>
        <p:spPr>
          <a:xfrm>
            <a:off x="365760" y="1417320"/>
            <a:ext cx="841248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300">
                <a:solidFill>
                  <a:srgbClr val="52606D"/>
                </a:solidFill>
                <a:effectLst/>
                <a:latin typeface="Calibri" panose="020F0502020204030204" pitchFamily="34" charset="0"/>
              </a:rPr>
              <a:t>Write it as one sentence: for [user], help with [bounded task] so that [observable outcome].</a:t>
            </a:r>
          </a:p>
          <a:p>
            <a:pPr algn="l">
              <a:buNone/>
            </a:pPr>
            <a:r>
              <a:rPr lang="en-US" sz="100">
                <a:effectLst/>
              </a:rPr>
              <a:t> </a:t>
            </a:r>
            <a:endParaRPr lang="en-US"/>
          </a:p>
        </p:txBody>
      </p:sp>
      <p:sp>
        <p:nvSpPr>
          <p:cNvPr id="73" name="Oval 72">
            <a:extLst>
              <a:ext uri="{FF2B5EF4-FFF2-40B4-BE49-F238E27FC236}">
                <a16:creationId xmlns:a16="http://schemas.microsoft.com/office/drawing/2014/main" id="{432BB9A6-146A-C39A-7F99-F2F2120B9416}"/>
              </a:ext>
            </a:extLst>
          </p:cNvPr>
          <p:cNvSpPr/>
          <p:nvPr/>
        </p:nvSpPr>
        <p:spPr>
          <a:xfrm>
            <a:off x="457200" y="1828800"/>
            <a:ext cx="365760" cy="365760"/>
          </a:xfrm>
          <a:prstGeom prst="ellipse">
            <a:avLst/>
          </a:prstGeom>
          <a:solidFill>
            <a:srgbClr val="8A3D93"/>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uNone/>
            </a:pPr>
            <a:r>
              <a:rPr lang="en-US" sz="1200" b="1">
                <a:solidFill>
                  <a:srgbClr val="FFFFFF"/>
                </a:solidFill>
                <a:effectLst/>
                <a:latin typeface="Calibri" panose="020F0502020204030204" pitchFamily="34" charset="0"/>
              </a:rPr>
              <a:t>1</a:t>
            </a:r>
            <a:endParaRPr lang="en-US"/>
          </a:p>
        </p:txBody>
      </p:sp>
      <p:sp>
        <p:nvSpPr>
          <p:cNvPr id="79" name="Rectangle 78">
            <a:extLst>
              <a:ext uri="{FF2B5EF4-FFF2-40B4-BE49-F238E27FC236}">
                <a16:creationId xmlns:a16="http://schemas.microsoft.com/office/drawing/2014/main" id="{AFE94F3A-BEA1-366D-60D4-71618129870D}"/>
              </a:ext>
            </a:extLst>
          </p:cNvPr>
          <p:cNvSpPr/>
          <p:nvPr/>
        </p:nvSpPr>
        <p:spPr>
          <a:xfrm>
            <a:off x="868680" y="1828800"/>
            <a:ext cx="256032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b="1" spc="200">
                <a:solidFill>
                  <a:srgbClr val="8A3D93"/>
                </a:solidFill>
                <a:effectLst/>
                <a:latin typeface="Calibri" panose="020F0502020204030204" pitchFamily="34" charset="0"/>
              </a:rPr>
              <a:t>Name the user</a:t>
            </a:r>
          </a:p>
          <a:p>
            <a:pPr algn="l">
              <a:buNone/>
            </a:pPr>
            <a:r>
              <a:rPr lang="en-US" sz="100">
                <a:effectLst/>
              </a:rPr>
              <a:t> </a:t>
            </a:r>
            <a:endParaRPr lang="en-US"/>
          </a:p>
        </p:txBody>
      </p:sp>
      <p:sp>
        <p:nvSpPr>
          <p:cNvPr id="86" name="Rectangle 85">
            <a:extLst>
              <a:ext uri="{FF2B5EF4-FFF2-40B4-BE49-F238E27FC236}">
                <a16:creationId xmlns:a16="http://schemas.microsoft.com/office/drawing/2014/main" id="{D5B051A1-B145-75FB-89FC-53156261E3B4}"/>
              </a:ext>
            </a:extLst>
          </p:cNvPr>
          <p:cNvSpPr/>
          <p:nvPr/>
        </p:nvSpPr>
        <p:spPr>
          <a:xfrm>
            <a:off x="3383280" y="1828800"/>
            <a:ext cx="539496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1F2933"/>
                </a:solidFill>
                <a:effectLst/>
                <a:latin typeface="Calibri" panose="020F0502020204030204" pitchFamily="34" charset="0"/>
              </a:rPr>
              <a:t>Who receives or acts on the result?</a:t>
            </a:r>
          </a:p>
          <a:p>
            <a:pPr algn="l">
              <a:buNone/>
            </a:pPr>
            <a:r>
              <a:rPr lang="en-US" sz="100">
                <a:effectLst/>
              </a:rPr>
              <a:t> </a:t>
            </a:r>
            <a:endParaRPr lang="en-US"/>
          </a:p>
        </p:txBody>
      </p:sp>
      <p:sp>
        <p:nvSpPr>
          <p:cNvPr id="94" name="Rectangle 93">
            <a:extLst>
              <a:ext uri="{FF2B5EF4-FFF2-40B4-BE49-F238E27FC236}">
                <a16:creationId xmlns:a16="http://schemas.microsoft.com/office/drawing/2014/main" id="{B3A14EEC-99F7-78F5-DDDE-D60B98809CF7}"/>
              </a:ext>
            </a:extLst>
          </p:cNvPr>
          <p:cNvSpPr/>
          <p:nvPr/>
        </p:nvSpPr>
        <p:spPr>
          <a:xfrm>
            <a:off x="457200" y="2286000"/>
            <a:ext cx="8229600" cy="9525"/>
          </a:xfrm>
          <a:prstGeom prst="rect">
            <a:avLst/>
          </a:prstGeom>
          <a:solidFill>
            <a:srgbClr val="E6DCE9"/>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 name="Oval 102">
            <a:extLst>
              <a:ext uri="{FF2B5EF4-FFF2-40B4-BE49-F238E27FC236}">
                <a16:creationId xmlns:a16="http://schemas.microsoft.com/office/drawing/2014/main" id="{0BFF2F7E-4E98-B872-FF8E-C255F85CF066}"/>
              </a:ext>
            </a:extLst>
          </p:cNvPr>
          <p:cNvSpPr/>
          <p:nvPr/>
        </p:nvSpPr>
        <p:spPr>
          <a:xfrm>
            <a:off x="457200" y="2331720"/>
            <a:ext cx="365760" cy="365760"/>
          </a:xfrm>
          <a:prstGeom prst="ellipse">
            <a:avLst/>
          </a:prstGeom>
          <a:solidFill>
            <a:srgbClr val="8A3D93"/>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uNone/>
            </a:pPr>
            <a:r>
              <a:rPr lang="en-US" sz="1200" b="1">
                <a:solidFill>
                  <a:srgbClr val="FFFFFF"/>
                </a:solidFill>
                <a:effectLst/>
                <a:latin typeface="Calibri" panose="020F0502020204030204" pitchFamily="34" charset="0"/>
              </a:rPr>
              <a:t>2</a:t>
            </a:r>
            <a:endParaRPr lang="en-US"/>
          </a:p>
        </p:txBody>
      </p:sp>
      <p:sp>
        <p:nvSpPr>
          <p:cNvPr id="113" name="Rectangle 112">
            <a:extLst>
              <a:ext uri="{FF2B5EF4-FFF2-40B4-BE49-F238E27FC236}">
                <a16:creationId xmlns:a16="http://schemas.microsoft.com/office/drawing/2014/main" id="{07C26C47-5586-B8BF-C871-DDBDCEF5872D}"/>
              </a:ext>
            </a:extLst>
          </p:cNvPr>
          <p:cNvSpPr/>
          <p:nvPr/>
        </p:nvSpPr>
        <p:spPr>
          <a:xfrm>
            <a:off x="868680" y="2331720"/>
            <a:ext cx="256032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b="1" spc="200">
                <a:solidFill>
                  <a:srgbClr val="8A3D93"/>
                </a:solidFill>
                <a:effectLst/>
                <a:latin typeface="Calibri" panose="020F0502020204030204" pitchFamily="34" charset="0"/>
              </a:rPr>
              <a:t>Bound one task</a:t>
            </a:r>
          </a:p>
          <a:p>
            <a:pPr algn="l">
              <a:buNone/>
            </a:pPr>
            <a:r>
              <a:rPr lang="en-US" sz="100">
                <a:effectLst/>
              </a:rPr>
              <a:t> </a:t>
            </a:r>
            <a:endParaRPr lang="en-US"/>
          </a:p>
        </p:txBody>
      </p:sp>
      <p:sp>
        <p:nvSpPr>
          <p:cNvPr id="124" name="Rectangle 123">
            <a:extLst>
              <a:ext uri="{FF2B5EF4-FFF2-40B4-BE49-F238E27FC236}">
                <a16:creationId xmlns:a16="http://schemas.microsoft.com/office/drawing/2014/main" id="{296DD1F8-21FF-82F1-8198-F5D320DD8316}"/>
              </a:ext>
            </a:extLst>
          </p:cNvPr>
          <p:cNvSpPr/>
          <p:nvPr/>
        </p:nvSpPr>
        <p:spPr>
          <a:xfrm>
            <a:off x="3383280" y="2331720"/>
            <a:ext cx="539496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1F2933"/>
                </a:solidFill>
                <a:effectLst/>
                <a:latin typeface="Calibri" panose="020F0502020204030204" pitchFamily="34" charset="0"/>
              </a:rPr>
              <a:t>What begins and ends inside the capstone?</a:t>
            </a:r>
          </a:p>
          <a:p>
            <a:pPr algn="l">
              <a:buNone/>
            </a:pPr>
            <a:r>
              <a:rPr lang="en-US" sz="100">
                <a:effectLst/>
              </a:rPr>
              <a:t> </a:t>
            </a:r>
            <a:endParaRPr lang="en-US"/>
          </a:p>
        </p:txBody>
      </p:sp>
      <p:sp>
        <p:nvSpPr>
          <p:cNvPr id="136" name="Rectangle 135">
            <a:extLst>
              <a:ext uri="{FF2B5EF4-FFF2-40B4-BE49-F238E27FC236}">
                <a16:creationId xmlns:a16="http://schemas.microsoft.com/office/drawing/2014/main" id="{57E97202-1801-D4EE-F83B-5DD217F9F54B}"/>
              </a:ext>
            </a:extLst>
          </p:cNvPr>
          <p:cNvSpPr/>
          <p:nvPr/>
        </p:nvSpPr>
        <p:spPr>
          <a:xfrm>
            <a:off x="457200" y="2788920"/>
            <a:ext cx="8229600" cy="9525"/>
          </a:xfrm>
          <a:prstGeom prst="rect">
            <a:avLst/>
          </a:prstGeom>
          <a:solidFill>
            <a:srgbClr val="E6DCE9"/>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9" name="Oval 148">
            <a:extLst>
              <a:ext uri="{FF2B5EF4-FFF2-40B4-BE49-F238E27FC236}">
                <a16:creationId xmlns:a16="http://schemas.microsoft.com/office/drawing/2014/main" id="{EF16AAA1-4BC2-8D90-DCCF-081D350EF3CA}"/>
              </a:ext>
            </a:extLst>
          </p:cNvPr>
          <p:cNvSpPr/>
          <p:nvPr/>
        </p:nvSpPr>
        <p:spPr>
          <a:xfrm>
            <a:off x="457200" y="2834640"/>
            <a:ext cx="365760" cy="365760"/>
          </a:xfrm>
          <a:prstGeom prst="ellipse">
            <a:avLst/>
          </a:prstGeom>
          <a:solidFill>
            <a:srgbClr val="8A3D93"/>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uNone/>
            </a:pPr>
            <a:r>
              <a:rPr lang="en-US" sz="1200" b="1">
                <a:solidFill>
                  <a:srgbClr val="FFFFFF"/>
                </a:solidFill>
                <a:effectLst/>
                <a:latin typeface="Calibri" panose="020F0502020204030204" pitchFamily="34" charset="0"/>
              </a:rPr>
              <a:t>3</a:t>
            </a:r>
            <a:endParaRPr lang="en-US"/>
          </a:p>
        </p:txBody>
      </p:sp>
      <p:sp>
        <p:nvSpPr>
          <p:cNvPr id="163" name="Rectangle 162">
            <a:extLst>
              <a:ext uri="{FF2B5EF4-FFF2-40B4-BE49-F238E27FC236}">
                <a16:creationId xmlns:a16="http://schemas.microsoft.com/office/drawing/2014/main" id="{71BE5B19-79A6-0459-FA49-CD266A87F1C2}"/>
              </a:ext>
            </a:extLst>
          </p:cNvPr>
          <p:cNvSpPr/>
          <p:nvPr/>
        </p:nvSpPr>
        <p:spPr>
          <a:xfrm>
            <a:off x="868680" y="2834640"/>
            <a:ext cx="256032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b="1" spc="200">
                <a:solidFill>
                  <a:srgbClr val="8A3D93"/>
                </a:solidFill>
                <a:effectLst/>
                <a:latin typeface="Calibri" panose="020F0502020204030204" pitchFamily="34" charset="0"/>
              </a:rPr>
              <a:t>State the outcome</a:t>
            </a:r>
          </a:p>
          <a:p>
            <a:pPr algn="l">
              <a:buNone/>
            </a:pPr>
            <a:r>
              <a:rPr lang="en-US" sz="100">
                <a:effectLst/>
              </a:rPr>
              <a:t> </a:t>
            </a:r>
            <a:endParaRPr lang="en-US"/>
          </a:p>
        </p:txBody>
      </p:sp>
      <p:sp>
        <p:nvSpPr>
          <p:cNvPr id="178" name="Rectangle 177">
            <a:extLst>
              <a:ext uri="{FF2B5EF4-FFF2-40B4-BE49-F238E27FC236}">
                <a16:creationId xmlns:a16="http://schemas.microsoft.com/office/drawing/2014/main" id="{B60EC0D2-B1A5-E589-F645-31F4A355C10E}"/>
              </a:ext>
            </a:extLst>
          </p:cNvPr>
          <p:cNvSpPr/>
          <p:nvPr/>
        </p:nvSpPr>
        <p:spPr>
          <a:xfrm>
            <a:off x="3383280" y="2834640"/>
            <a:ext cx="539496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1F2933"/>
                </a:solidFill>
                <a:effectLst/>
                <a:latin typeface="Calibri" panose="020F0502020204030204" pitchFamily="34" charset="0"/>
              </a:rPr>
              <a:t>What observable change would make it useful?</a:t>
            </a:r>
          </a:p>
          <a:p>
            <a:pPr algn="l">
              <a:buNone/>
            </a:pPr>
            <a:r>
              <a:rPr lang="en-US" sz="100">
                <a:effectLst/>
              </a:rPr>
              <a:t> </a:t>
            </a:r>
            <a:endParaRPr lang="en-US"/>
          </a:p>
        </p:txBody>
      </p:sp>
      <p:sp>
        <p:nvSpPr>
          <p:cNvPr id="194" name="Rectangle 193">
            <a:extLst>
              <a:ext uri="{FF2B5EF4-FFF2-40B4-BE49-F238E27FC236}">
                <a16:creationId xmlns:a16="http://schemas.microsoft.com/office/drawing/2014/main" id="{14121B82-5EF5-3C48-6A61-8A3A3F4B988B}"/>
              </a:ext>
            </a:extLst>
          </p:cNvPr>
          <p:cNvSpPr/>
          <p:nvPr/>
        </p:nvSpPr>
        <p:spPr>
          <a:xfrm>
            <a:off x="457200" y="3291840"/>
            <a:ext cx="8229600" cy="9525"/>
          </a:xfrm>
          <a:prstGeom prst="rect">
            <a:avLst/>
          </a:prstGeom>
          <a:solidFill>
            <a:srgbClr val="E6DCE9"/>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1" name="Oval 210">
            <a:extLst>
              <a:ext uri="{FF2B5EF4-FFF2-40B4-BE49-F238E27FC236}">
                <a16:creationId xmlns:a16="http://schemas.microsoft.com/office/drawing/2014/main" id="{50F2DB7C-CF3D-56A6-C62F-3194F89C2700}"/>
              </a:ext>
            </a:extLst>
          </p:cNvPr>
          <p:cNvSpPr/>
          <p:nvPr/>
        </p:nvSpPr>
        <p:spPr>
          <a:xfrm>
            <a:off x="457200" y="3337560"/>
            <a:ext cx="365760" cy="365760"/>
          </a:xfrm>
          <a:prstGeom prst="ellipse">
            <a:avLst/>
          </a:prstGeom>
          <a:solidFill>
            <a:srgbClr val="8A3D93"/>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uNone/>
            </a:pPr>
            <a:r>
              <a:rPr lang="en-US" sz="1200" b="1">
                <a:solidFill>
                  <a:srgbClr val="FFFFFF"/>
                </a:solidFill>
                <a:effectLst/>
                <a:latin typeface="Calibri" panose="020F0502020204030204" pitchFamily="34" charset="0"/>
              </a:rPr>
              <a:t>4</a:t>
            </a:r>
            <a:endParaRPr lang="en-US"/>
          </a:p>
        </p:txBody>
      </p:sp>
      <p:sp>
        <p:nvSpPr>
          <p:cNvPr id="229" name="Rectangle 228">
            <a:extLst>
              <a:ext uri="{FF2B5EF4-FFF2-40B4-BE49-F238E27FC236}">
                <a16:creationId xmlns:a16="http://schemas.microsoft.com/office/drawing/2014/main" id="{0AC62CCA-C648-4160-D6C8-46250DE985E2}"/>
              </a:ext>
            </a:extLst>
          </p:cNvPr>
          <p:cNvSpPr/>
          <p:nvPr/>
        </p:nvSpPr>
        <p:spPr>
          <a:xfrm>
            <a:off x="868680" y="3337560"/>
            <a:ext cx="256032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b="1" spc="200">
                <a:solidFill>
                  <a:srgbClr val="8A3D93"/>
                </a:solidFill>
                <a:effectLst/>
                <a:latin typeface="Calibri" panose="020F0502020204030204" pitchFamily="34" charset="0"/>
              </a:rPr>
              <a:t>Write non-goals</a:t>
            </a:r>
          </a:p>
          <a:p>
            <a:pPr algn="l">
              <a:buNone/>
            </a:pPr>
            <a:r>
              <a:rPr lang="en-US" sz="100">
                <a:effectLst/>
              </a:rPr>
              <a:t> </a:t>
            </a:r>
            <a:endParaRPr lang="en-US"/>
          </a:p>
        </p:txBody>
      </p:sp>
      <p:sp>
        <p:nvSpPr>
          <p:cNvPr id="248" name="Rectangle 247">
            <a:extLst>
              <a:ext uri="{FF2B5EF4-FFF2-40B4-BE49-F238E27FC236}">
                <a16:creationId xmlns:a16="http://schemas.microsoft.com/office/drawing/2014/main" id="{179F2135-ECB8-EDDD-4B97-F0A7669ACF84}"/>
              </a:ext>
            </a:extLst>
          </p:cNvPr>
          <p:cNvSpPr/>
          <p:nvPr/>
        </p:nvSpPr>
        <p:spPr>
          <a:xfrm>
            <a:off x="3383280" y="3337560"/>
            <a:ext cx="539496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1F2933"/>
                </a:solidFill>
                <a:effectLst/>
                <a:latin typeface="Calibri" panose="020F0502020204030204" pitchFamily="34" charset="0"/>
              </a:rPr>
              <a:t>What will this version deliberately not do?</a:t>
            </a:r>
          </a:p>
          <a:p>
            <a:pPr algn="l">
              <a:buNone/>
            </a:pPr>
            <a:r>
              <a:rPr lang="en-US" sz="100">
                <a:effectLst/>
              </a:rPr>
              <a:t> </a:t>
            </a:r>
            <a:endParaRPr lang="en-US"/>
          </a:p>
        </p:txBody>
      </p:sp>
      <p:sp>
        <p:nvSpPr>
          <p:cNvPr id="268" name="Rectangle 267">
            <a:extLst>
              <a:ext uri="{FF2B5EF4-FFF2-40B4-BE49-F238E27FC236}">
                <a16:creationId xmlns:a16="http://schemas.microsoft.com/office/drawing/2014/main" id="{9E781881-900F-D20F-588A-66712049E829}"/>
              </a:ext>
            </a:extLst>
          </p:cNvPr>
          <p:cNvSpPr/>
          <p:nvPr/>
        </p:nvSpPr>
        <p:spPr>
          <a:xfrm>
            <a:off x="457200" y="3794760"/>
            <a:ext cx="8229600" cy="9525"/>
          </a:xfrm>
          <a:prstGeom prst="rect">
            <a:avLst/>
          </a:prstGeom>
          <a:solidFill>
            <a:srgbClr val="E6DCE9"/>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9" name="Oval 288">
            <a:extLst>
              <a:ext uri="{FF2B5EF4-FFF2-40B4-BE49-F238E27FC236}">
                <a16:creationId xmlns:a16="http://schemas.microsoft.com/office/drawing/2014/main" id="{63EF0492-623A-9681-73A4-667FB01F0D6E}"/>
              </a:ext>
            </a:extLst>
          </p:cNvPr>
          <p:cNvSpPr/>
          <p:nvPr/>
        </p:nvSpPr>
        <p:spPr>
          <a:xfrm>
            <a:off x="457200" y="3840480"/>
            <a:ext cx="365760" cy="365760"/>
          </a:xfrm>
          <a:prstGeom prst="ellipse">
            <a:avLst/>
          </a:prstGeom>
          <a:solidFill>
            <a:srgbClr val="8A3D93"/>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uNone/>
            </a:pPr>
            <a:r>
              <a:rPr lang="en-US" sz="1200" b="1">
                <a:solidFill>
                  <a:srgbClr val="FFFFFF"/>
                </a:solidFill>
                <a:effectLst/>
                <a:latin typeface="Calibri" panose="020F0502020204030204" pitchFamily="34" charset="0"/>
              </a:rPr>
              <a:t>5</a:t>
            </a:r>
            <a:endParaRPr lang="en-US"/>
          </a:p>
        </p:txBody>
      </p:sp>
      <p:sp>
        <p:nvSpPr>
          <p:cNvPr id="311" name="Rectangle 310">
            <a:extLst>
              <a:ext uri="{FF2B5EF4-FFF2-40B4-BE49-F238E27FC236}">
                <a16:creationId xmlns:a16="http://schemas.microsoft.com/office/drawing/2014/main" id="{F4526009-B46C-BE21-3C4A-39D0509BCC83}"/>
              </a:ext>
            </a:extLst>
          </p:cNvPr>
          <p:cNvSpPr/>
          <p:nvPr/>
        </p:nvSpPr>
        <p:spPr>
          <a:xfrm>
            <a:off x="868680" y="3840480"/>
            <a:ext cx="256032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b="1" spc="200">
                <a:solidFill>
                  <a:srgbClr val="8A3D93"/>
                </a:solidFill>
                <a:effectLst/>
                <a:latin typeface="Calibri" panose="020F0502020204030204" pitchFamily="34" charset="0"/>
              </a:rPr>
              <a:t>Own the dependencies</a:t>
            </a:r>
          </a:p>
          <a:p>
            <a:pPr algn="l">
              <a:buNone/>
            </a:pPr>
            <a:r>
              <a:rPr lang="en-US" sz="100">
                <a:effectLst/>
              </a:rPr>
              <a:t> </a:t>
            </a:r>
            <a:endParaRPr lang="en-US"/>
          </a:p>
        </p:txBody>
      </p:sp>
      <p:sp>
        <p:nvSpPr>
          <p:cNvPr id="334" name="Rectangle 333">
            <a:extLst>
              <a:ext uri="{FF2B5EF4-FFF2-40B4-BE49-F238E27FC236}">
                <a16:creationId xmlns:a16="http://schemas.microsoft.com/office/drawing/2014/main" id="{437D30C3-3793-372B-3195-0DE4C728328C}"/>
              </a:ext>
            </a:extLst>
          </p:cNvPr>
          <p:cNvSpPr/>
          <p:nvPr/>
        </p:nvSpPr>
        <p:spPr>
          <a:xfrm>
            <a:off x="3383280" y="3840480"/>
            <a:ext cx="539496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1F2933"/>
                </a:solidFill>
                <a:effectLst/>
                <a:latin typeface="Calibri" panose="020F0502020204030204" pitchFamily="34" charset="0"/>
              </a:rPr>
              <a:t>Data, permissions, skills, environment, quota — assign an owner and next action</a:t>
            </a:r>
          </a:p>
          <a:p>
            <a:pPr algn="l">
              <a:buNone/>
            </a:pPr>
            <a:r>
              <a:rPr lang="en-US" sz="100">
                <a:effectLst/>
              </a:rPr>
              <a:t> </a:t>
            </a:r>
            <a:endParaRPr lang="en-US"/>
          </a:p>
        </p:txBody>
      </p:sp>
      <p:sp>
        <p:nvSpPr>
          <p:cNvPr id="358" name="Rectangle 357">
            <a:extLst>
              <a:ext uri="{FF2B5EF4-FFF2-40B4-BE49-F238E27FC236}">
                <a16:creationId xmlns:a16="http://schemas.microsoft.com/office/drawing/2014/main" id="{85DBE5B3-14C8-48EA-446A-428CE3E45299}"/>
              </a:ext>
            </a:extLst>
          </p:cNvPr>
          <p:cNvSpPr/>
          <p:nvPr/>
        </p:nvSpPr>
        <p:spPr>
          <a:xfrm>
            <a:off x="457200" y="4297680"/>
            <a:ext cx="8229600" cy="9525"/>
          </a:xfrm>
          <a:prstGeom prst="rect">
            <a:avLst/>
          </a:prstGeom>
          <a:solidFill>
            <a:srgbClr val="E6DCE9"/>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3" name="Rectangle 382">
            <a:extLst>
              <a:ext uri="{FF2B5EF4-FFF2-40B4-BE49-F238E27FC236}">
                <a16:creationId xmlns:a16="http://schemas.microsoft.com/office/drawing/2014/main" id="{FD0D084B-D709-D695-A21E-ED9AF180459A}"/>
              </a:ext>
            </a:extLst>
          </p:cNvPr>
          <p:cNvSpPr/>
          <p:nvPr/>
        </p:nvSpPr>
        <p:spPr>
          <a:xfrm>
            <a:off x="365760" y="4480560"/>
            <a:ext cx="84124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i="1">
                <a:solidFill>
                  <a:srgbClr val="52606D"/>
                </a:solidFill>
                <a:effectLst/>
                <a:latin typeface="Calibri" panose="020F0502020204030204" pitchFamily="34" charset="0"/>
              </a:rPr>
              <a:t>Output: a one-sentence problem statement, in-scope task, explicit non-goals, and owned dependencies.</a:t>
            </a:r>
          </a:p>
          <a:p>
            <a:pPr algn="l">
              <a:buNone/>
            </a:pPr>
            <a:r>
              <a:rPr lang="en-US" sz="100">
                <a:effectLst/>
              </a:rPr>
              <a:t> </a:t>
            </a:r>
            <a:endParaRPr lang="en-US"/>
          </a:p>
        </p:txBody>
      </p:sp>
      <p:sp>
        <p:nvSpPr>
          <p:cNvPr id="409" name="Rectangle 408">
            <a:extLst>
              <a:ext uri="{FF2B5EF4-FFF2-40B4-BE49-F238E27FC236}">
                <a16:creationId xmlns:a16="http://schemas.microsoft.com/office/drawing/2014/main" id="{7F12CFC4-6057-CBE8-EAB4-E1693844FF32}"/>
              </a:ext>
            </a:extLst>
          </p:cNvPr>
          <p:cNvSpPr/>
          <p:nvPr/>
        </p:nvSpPr>
        <p:spPr>
          <a:xfrm>
            <a:off x="365760" y="4823460"/>
            <a:ext cx="5669280" cy="2286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52606D"/>
                </a:solidFill>
                <a:effectLst/>
                <a:latin typeface="Calibri" panose="020F0502020204030204" pitchFamily="34" charset="0"/>
              </a:rPr>
              <a:t>Capstone Scoping  ·  Microsoft Agent Framework</a:t>
            </a:r>
          </a:p>
          <a:p>
            <a:pPr algn="l">
              <a:buNone/>
            </a:pPr>
            <a:r>
              <a:rPr lang="en-US" sz="100">
                <a:effectLst/>
              </a:rPr>
              <a:t> </a:t>
            </a:r>
            <a:endParaRPr lang="en-US"/>
          </a:p>
        </p:txBody>
      </p:sp>
      <p:sp>
        <p:nvSpPr>
          <p:cNvPr id="436" name="Rectangle 435">
            <a:extLst>
              <a:ext uri="{FF2B5EF4-FFF2-40B4-BE49-F238E27FC236}">
                <a16:creationId xmlns:a16="http://schemas.microsoft.com/office/drawing/2014/main" id="{AEED7D09-0818-E220-81E5-3394A0FBBD4F}"/>
              </a:ext>
            </a:extLst>
          </p:cNvPr>
          <p:cNvSpPr/>
          <p:nvPr/>
        </p:nvSpPr>
        <p:spPr>
          <a:xfrm>
            <a:off x="7680960" y="4823460"/>
            <a:ext cx="1280160" cy="2286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buNone/>
            </a:pPr>
            <a:r>
              <a:rPr lang="en-US" sz="1200">
                <a:solidFill>
                  <a:srgbClr val="52606D"/>
                </a:solidFill>
                <a:effectLst/>
                <a:latin typeface="Calibri" panose="020F0502020204030204" pitchFamily="34" charset="0"/>
              </a:rPr>
              <a:t>2 / 6</a:t>
            </a:r>
          </a:p>
          <a:p>
            <a:pPr algn="r">
              <a:buNone/>
            </a:pPr>
            <a:r>
              <a:rPr lang="en-US" sz="100">
                <a:effectLst/>
              </a:rPr>
              <a:t> </a:t>
            </a:r>
            <a:endParaRPr lang="en-US"/>
          </a:p>
        </p:txBody>
      </p:sp>
    </p:spTree>
    <p:extLst>
      <p:ext uri="{BB962C8B-B14F-4D97-AF65-F5344CB8AC3E}">
        <p14:creationId xmlns:p14="http://schemas.microsoft.com/office/powerpoint/2010/main" val="73651936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7" name="Rectangle 436">
            <a:extLst>
              <a:ext uri="{FF2B5EF4-FFF2-40B4-BE49-F238E27FC236}">
                <a16:creationId xmlns:a16="http://schemas.microsoft.com/office/drawing/2014/main" id="{2B054678-BA7E-EF03-818D-1CCD6B4DC1DC}"/>
              </a:ext>
            </a:extLst>
          </p:cNvPr>
          <p:cNvSpPr/>
          <p:nvPr/>
        </p:nvSpPr>
        <p:spPr>
          <a:xfrm>
            <a:off x="365760" y="292608"/>
            <a:ext cx="84124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b="1" spc="400">
                <a:solidFill>
                  <a:srgbClr val="8A3D93"/>
                </a:solidFill>
                <a:effectLst/>
                <a:latin typeface="Calibri" panose="020F0502020204030204" pitchFamily="34" charset="0"/>
              </a:rPr>
              <a:t>WORKSHOP LENS, NOT PRODUCT ARCHITECTURE</a:t>
            </a:r>
          </a:p>
          <a:p>
            <a:pPr algn="l">
              <a:buNone/>
            </a:pPr>
            <a:r>
              <a:rPr lang="en-US" sz="100">
                <a:effectLst/>
              </a:rPr>
              <a:t> </a:t>
            </a:r>
            <a:endParaRPr lang="en-US"/>
          </a:p>
        </p:txBody>
      </p:sp>
      <p:sp>
        <p:nvSpPr>
          <p:cNvPr id="439" name="Rectangle 438">
            <a:extLst>
              <a:ext uri="{FF2B5EF4-FFF2-40B4-BE49-F238E27FC236}">
                <a16:creationId xmlns:a16="http://schemas.microsoft.com/office/drawing/2014/main" id="{D89787F9-902F-A53F-D04D-1ABB37809CB1}"/>
              </a:ext>
            </a:extLst>
          </p:cNvPr>
          <p:cNvSpPr/>
          <p:nvPr/>
        </p:nvSpPr>
        <p:spPr>
          <a:xfrm>
            <a:off x="365760" y="566928"/>
            <a:ext cx="841248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2800" b="1">
                <a:solidFill>
                  <a:srgbClr val="1F2933"/>
                </a:solidFill>
                <a:effectLst/>
                <a:latin typeface="Calibri" panose="020F0502020204030204" pitchFamily="34" charset="0"/>
              </a:rPr>
              <a:t>Sketch the five-layer workshop lens</a:t>
            </a:r>
          </a:p>
          <a:p>
            <a:pPr algn="l">
              <a:buNone/>
            </a:pPr>
            <a:r>
              <a:rPr lang="en-US" sz="100">
                <a:effectLst/>
              </a:rPr>
              <a:t> </a:t>
            </a:r>
            <a:endParaRPr lang="en-US"/>
          </a:p>
        </p:txBody>
      </p:sp>
      <p:sp>
        <p:nvSpPr>
          <p:cNvPr id="442" name="Rectangle 441">
            <a:extLst>
              <a:ext uri="{FF2B5EF4-FFF2-40B4-BE49-F238E27FC236}">
                <a16:creationId xmlns:a16="http://schemas.microsoft.com/office/drawing/2014/main" id="{982B561B-5CA7-A892-5410-C0A858BA5E7B}"/>
              </a:ext>
            </a:extLst>
          </p:cNvPr>
          <p:cNvSpPr/>
          <p:nvPr/>
        </p:nvSpPr>
        <p:spPr>
          <a:xfrm>
            <a:off x="457200" y="1225296"/>
            <a:ext cx="731520" cy="25400"/>
          </a:xfrm>
          <a:prstGeom prst="rect">
            <a:avLst/>
          </a:prstGeom>
          <a:solidFill>
            <a:srgbClr val="8A3D93"/>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6" name="Rectangle 445">
            <a:extLst>
              <a:ext uri="{FF2B5EF4-FFF2-40B4-BE49-F238E27FC236}">
                <a16:creationId xmlns:a16="http://schemas.microsoft.com/office/drawing/2014/main" id="{CB28D552-4886-B780-E712-64C8A3A8472E}"/>
              </a:ext>
            </a:extLst>
          </p:cNvPr>
          <p:cNvSpPr/>
          <p:nvPr/>
        </p:nvSpPr>
        <p:spPr>
          <a:xfrm>
            <a:off x="365760" y="1417320"/>
            <a:ext cx="841248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300">
                <a:solidFill>
                  <a:srgbClr val="52606D"/>
                </a:solidFill>
                <a:effectLst/>
                <a:latin typeface="Calibri" panose="020F0502020204030204" pitchFamily="34" charset="0"/>
              </a:rPr>
              <a:t>Label actual resources and trust boundaries — not five boxes called five Azure resources.</a:t>
            </a:r>
          </a:p>
          <a:p>
            <a:pPr algn="l">
              <a:buNone/>
            </a:pPr>
            <a:r>
              <a:rPr lang="en-US" sz="100">
                <a:effectLst/>
              </a:rPr>
              <a:t> </a:t>
            </a:r>
            <a:endParaRPr lang="en-US"/>
          </a:p>
        </p:txBody>
      </p:sp>
      <p:sp>
        <p:nvSpPr>
          <p:cNvPr id="451" name="Rectangle 450">
            <a:extLst>
              <a:ext uri="{FF2B5EF4-FFF2-40B4-BE49-F238E27FC236}">
                <a16:creationId xmlns:a16="http://schemas.microsoft.com/office/drawing/2014/main" id="{346A2E4A-40A6-53FA-920C-210F2FBE4072}"/>
              </a:ext>
            </a:extLst>
          </p:cNvPr>
          <p:cNvSpPr/>
          <p:nvPr/>
        </p:nvSpPr>
        <p:spPr>
          <a:xfrm>
            <a:off x="777240" y="1828800"/>
            <a:ext cx="237744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b="1" spc="200">
                <a:solidFill>
                  <a:srgbClr val="8A3D93"/>
                </a:solidFill>
                <a:effectLst/>
                <a:latin typeface="Calibri" panose="020F0502020204030204" pitchFamily="34" charset="0"/>
              </a:rPr>
              <a:t>MODEL</a:t>
            </a:r>
          </a:p>
          <a:p>
            <a:pPr algn="l">
              <a:buNone/>
            </a:pPr>
            <a:r>
              <a:rPr lang="en-US" sz="100">
                <a:effectLst/>
              </a:rPr>
              <a:t> </a:t>
            </a:r>
            <a:endParaRPr lang="en-US"/>
          </a:p>
        </p:txBody>
      </p:sp>
      <p:sp>
        <p:nvSpPr>
          <p:cNvPr id="457" name="Rectangle 456">
            <a:extLst>
              <a:ext uri="{FF2B5EF4-FFF2-40B4-BE49-F238E27FC236}">
                <a16:creationId xmlns:a16="http://schemas.microsoft.com/office/drawing/2014/main" id="{857AEAEA-EC18-4B90-D82A-E0265F59B0D7}"/>
              </a:ext>
            </a:extLst>
          </p:cNvPr>
          <p:cNvSpPr/>
          <p:nvPr/>
        </p:nvSpPr>
        <p:spPr>
          <a:xfrm>
            <a:off x="3108960" y="1828800"/>
            <a:ext cx="566928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1F2933"/>
                </a:solidFill>
                <a:effectLst/>
                <a:latin typeface="Calibri" panose="020F0502020204030204" pitchFamily="34" charset="0"/>
              </a:rPr>
              <a:t>Name the Foundry deployment that supplies inference</a:t>
            </a:r>
          </a:p>
          <a:p>
            <a:pPr algn="l">
              <a:buNone/>
            </a:pPr>
            <a:r>
              <a:rPr lang="en-US" sz="100">
                <a:effectLst/>
              </a:rPr>
              <a:t> </a:t>
            </a:r>
            <a:endParaRPr lang="en-US"/>
          </a:p>
        </p:txBody>
      </p:sp>
      <p:sp>
        <p:nvSpPr>
          <p:cNvPr id="464" name="Rectangle 463">
            <a:extLst>
              <a:ext uri="{FF2B5EF4-FFF2-40B4-BE49-F238E27FC236}">
                <a16:creationId xmlns:a16="http://schemas.microsoft.com/office/drawing/2014/main" id="{7B446B9E-2000-1736-B101-B09F34D5E1AB}"/>
              </a:ext>
            </a:extLst>
          </p:cNvPr>
          <p:cNvSpPr/>
          <p:nvPr/>
        </p:nvSpPr>
        <p:spPr>
          <a:xfrm>
            <a:off x="457200" y="2286000"/>
            <a:ext cx="8229600" cy="9525"/>
          </a:xfrm>
          <a:prstGeom prst="rect">
            <a:avLst/>
          </a:prstGeom>
          <a:solidFill>
            <a:srgbClr val="E6DCE9"/>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2" name="Rectangle 471">
            <a:extLst>
              <a:ext uri="{FF2B5EF4-FFF2-40B4-BE49-F238E27FC236}">
                <a16:creationId xmlns:a16="http://schemas.microsoft.com/office/drawing/2014/main" id="{EA9525F1-E441-F093-A491-B85089203E9A}"/>
              </a:ext>
            </a:extLst>
          </p:cNvPr>
          <p:cNvSpPr/>
          <p:nvPr/>
        </p:nvSpPr>
        <p:spPr>
          <a:xfrm>
            <a:off x="777240" y="2331720"/>
            <a:ext cx="237744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b="1" spc="200">
                <a:solidFill>
                  <a:srgbClr val="8A3D93"/>
                </a:solidFill>
                <a:effectLst/>
                <a:latin typeface="Calibri" panose="020F0502020204030204" pitchFamily="34" charset="0"/>
              </a:rPr>
              <a:t>RUNTIME</a:t>
            </a:r>
          </a:p>
          <a:p>
            <a:pPr algn="l">
              <a:buNone/>
            </a:pPr>
            <a:r>
              <a:rPr lang="en-US" sz="100">
                <a:effectLst/>
              </a:rPr>
              <a:t> </a:t>
            </a:r>
            <a:endParaRPr lang="en-US"/>
          </a:p>
        </p:txBody>
      </p:sp>
      <p:sp>
        <p:nvSpPr>
          <p:cNvPr id="481" name="Rectangle 480">
            <a:extLst>
              <a:ext uri="{FF2B5EF4-FFF2-40B4-BE49-F238E27FC236}">
                <a16:creationId xmlns:a16="http://schemas.microsoft.com/office/drawing/2014/main" id="{494211F4-12A7-F45B-032B-267D86CD68DC}"/>
              </a:ext>
            </a:extLst>
          </p:cNvPr>
          <p:cNvSpPr/>
          <p:nvPr/>
        </p:nvSpPr>
        <p:spPr>
          <a:xfrm>
            <a:off x="3108960" y="2331720"/>
            <a:ext cx="566928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1F2933"/>
                </a:solidFill>
                <a:effectLst/>
                <a:latin typeface="Calibri" panose="020F0502020204030204" pitchFamily="34" charset="0"/>
              </a:rPr>
              <a:t>Name where the MAF agent or workflow executes</a:t>
            </a:r>
          </a:p>
          <a:p>
            <a:pPr algn="l">
              <a:buNone/>
            </a:pPr>
            <a:r>
              <a:rPr lang="en-US" sz="100">
                <a:effectLst/>
              </a:rPr>
              <a:t> </a:t>
            </a:r>
            <a:endParaRPr lang="en-US"/>
          </a:p>
        </p:txBody>
      </p:sp>
      <p:sp>
        <p:nvSpPr>
          <p:cNvPr id="491" name="Rectangle 490">
            <a:extLst>
              <a:ext uri="{FF2B5EF4-FFF2-40B4-BE49-F238E27FC236}">
                <a16:creationId xmlns:a16="http://schemas.microsoft.com/office/drawing/2014/main" id="{A6CD5A68-359B-6968-CD21-5EDA1CFF7934}"/>
              </a:ext>
            </a:extLst>
          </p:cNvPr>
          <p:cNvSpPr/>
          <p:nvPr/>
        </p:nvSpPr>
        <p:spPr>
          <a:xfrm>
            <a:off x="457200" y="2788920"/>
            <a:ext cx="8229600" cy="9525"/>
          </a:xfrm>
          <a:prstGeom prst="rect">
            <a:avLst/>
          </a:prstGeom>
          <a:solidFill>
            <a:srgbClr val="E6DCE9"/>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2" name="Rectangle 501">
            <a:extLst>
              <a:ext uri="{FF2B5EF4-FFF2-40B4-BE49-F238E27FC236}">
                <a16:creationId xmlns:a16="http://schemas.microsoft.com/office/drawing/2014/main" id="{8E5F14AF-FCC4-C144-90C5-69B26158779B}"/>
              </a:ext>
            </a:extLst>
          </p:cNvPr>
          <p:cNvSpPr/>
          <p:nvPr/>
        </p:nvSpPr>
        <p:spPr>
          <a:xfrm>
            <a:off x="777240" y="2834640"/>
            <a:ext cx="237744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b="1" spc="200">
                <a:solidFill>
                  <a:srgbClr val="8A3D93"/>
                </a:solidFill>
                <a:effectLst/>
                <a:latin typeface="Calibri" panose="020F0502020204030204" pitchFamily="34" charset="0"/>
              </a:rPr>
              <a:t>ACTIONS</a:t>
            </a:r>
          </a:p>
          <a:p>
            <a:pPr algn="l">
              <a:buNone/>
            </a:pPr>
            <a:r>
              <a:rPr lang="en-US" sz="100">
                <a:effectLst/>
              </a:rPr>
              <a:t> </a:t>
            </a:r>
            <a:endParaRPr lang="en-US"/>
          </a:p>
        </p:txBody>
      </p:sp>
      <p:sp>
        <p:nvSpPr>
          <p:cNvPr id="514" name="Rectangle 513">
            <a:extLst>
              <a:ext uri="{FF2B5EF4-FFF2-40B4-BE49-F238E27FC236}">
                <a16:creationId xmlns:a16="http://schemas.microsoft.com/office/drawing/2014/main" id="{68502BE2-C05A-D469-03D9-131CF8BEAFC9}"/>
              </a:ext>
            </a:extLst>
          </p:cNvPr>
          <p:cNvSpPr/>
          <p:nvPr/>
        </p:nvSpPr>
        <p:spPr>
          <a:xfrm>
            <a:off x="3108960" y="2834640"/>
            <a:ext cx="566928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1F2933"/>
                </a:solidFill>
                <a:effectLst/>
                <a:latin typeface="Calibri" panose="020F0502020204030204" pitchFamily="34" charset="0"/>
              </a:rPr>
              <a:t>Name the Toolbox, MCP, or function-tool boundary</a:t>
            </a:r>
          </a:p>
          <a:p>
            <a:pPr algn="l">
              <a:buNone/>
            </a:pPr>
            <a:r>
              <a:rPr lang="en-US" sz="100">
                <a:effectLst/>
              </a:rPr>
              <a:t> </a:t>
            </a:r>
            <a:endParaRPr lang="en-US"/>
          </a:p>
        </p:txBody>
      </p:sp>
      <p:sp>
        <p:nvSpPr>
          <p:cNvPr id="527" name="Rectangle 526">
            <a:extLst>
              <a:ext uri="{FF2B5EF4-FFF2-40B4-BE49-F238E27FC236}">
                <a16:creationId xmlns:a16="http://schemas.microsoft.com/office/drawing/2014/main" id="{8C125583-52AD-EFC4-B84E-0412EC28876E}"/>
              </a:ext>
            </a:extLst>
          </p:cNvPr>
          <p:cNvSpPr/>
          <p:nvPr/>
        </p:nvSpPr>
        <p:spPr>
          <a:xfrm>
            <a:off x="457200" y="3291840"/>
            <a:ext cx="8229600" cy="9525"/>
          </a:xfrm>
          <a:prstGeom prst="rect">
            <a:avLst/>
          </a:prstGeom>
          <a:solidFill>
            <a:srgbClr val="E6DCE9"/>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1" name="Rectangle 540">
            <a:extLst>
              <a:ext uri="{FF2B5EF4-FFF2-40B4-BE49-F238E27FC236}">
                <a16:creationId xmlns:a16="http://schemas.microsoft.com/office/drawing/2014/main" id="{9D32698F-2C46-B6D7-0F6A-48271C8EB31C}"/>
              </a:ext>
            </a:extLst>
          </p:cNvPr>
          <p:cNvSpPr/>
          <p:nvPr/>
        </p:nvSpPr>
        <p:spPr>
          <a:xfrm>
            <a:off x="777240" y="3337560"/>
            <a:ext cx="237744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b="1" spc="200">
                <a:solidFill>
                  <a:srgbClr val="8A3D93"/>
                </a:solidFill>
                <a:effectLst/>
                <a:latin typeface="Calibri" panose="020F0502020204030204" pitchFamily="34" charset="0"/>
              </a:rPr>
              <a:t>KNOWLEDGE</a:t>
            </a:r>
          </a:p>
          <a:p>
            <a:pPr algn="l">
              <a:buNone/>
            </a:pPr>
            <a:r>
              <a:rPr lang="en-US" sz="100">
                <a:effectLst/>
              </a:rPr>
              <a:t> </a:t>
            </a:r>
            <a:endParaRPr lang="en-US"/>
          </a:p>
        </p:txBody>
      </p:sp>
      <p:sp>
        <p:nvSpPr>
          <p:cNvPr id="556" name="Rectangle 555">
            <a:extLst>
              <a:ext uri="{FF2B5EF4-FFF2-40B4-BE49-F238E27FC236}">
                <a16:creationId xmlns:a16="http://schemas.microsoft.com/office/drawing/2014/main" id="{7046EC20-E799-DE02-78D2-8E0AA239465A}"/>
              </a:ext>
            </a:extLst>
          </p:cNvPr>
          <p:cNvSpPr/>
          <p:nvPr/>
        </p:nvSpPr>
        <p:spPr>
          <a:xfrm>
            <a:off x="3108960" y="3337560"/>
            <a:ext cx="566928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1F2933"/>
                </a:solidFill>
                <a:effectLst/>
                <a:latin typeface="Calibri" panose="020F0502020204030204" pitchFamily="34" charset="0"/>
              </a:rPr>
              <a:t>Name the Foundry IQ source or custom RAG path</a:t>
            </a:r>
          </a:p>
          <a:p>
            <a:pPr algn="l">
              <a:buNone/>
            </a:pPr>
            <a:r>
              <a:rPr lang="en-US" sz="100">
                <a:effectLst/>
              </a:rPr>
              <a:t> </a:t>
            </a:r>
            <a:endParaRPr lang="en-US"/>
          </a:p>
        </p:txBody>
      </p:sp>
      <p:sp>
        <p:nvSpPr>
          <p:cNvPr id="572" name="Rectangle 571">
            <a:extLst>
              <a:ext uri="{FF2B5EF4-FFF2-40B4-BE49-F238E27FC236}">
                <a16:creationId xmlns:a16="http://schemas.microsoft.com/office/drawing/2014/main" id="{AE57674B-982A-36A0-FA58-AAB6302A3715}"/>
              </a:ext>
            </a:extLst>
          </p:cNvPr>
          <p:cNvSpPr/>
          <p:nvPr/>
        </p:nvSpPr>
        <p:spPr>
          <a:xfrm>
            <a:off x="457200" y="3794760"/>
            <a:ext cx="8229600" cy="9525"/>
          </a:xfrm>
          <a:prstGeom prst="rect">
            <a:avLst/>
          </a:prstGeom>
          <a:solidFill>
            <a:srgbClr val="E6DCE9"/>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9" name="Rectangle 588">
            <a:extLst>
              <a:ext uri="{FF2B5EF4-FFF2-40B4-BE49-F238E27FC236}">
                <a16:creationId xmlns:a16="http://schemas.microsoft.com/office/drawing/2014/main" id="{3B5720E6-4CE4-434B-32C7-D720B86163AE}"/>
              </a:ext>
            </a:extLst>
          </p:cNvPr>
          <p:cNvSpPr/>
          <p:nvPr/>
        </p:nvSpPr>
        <p:spPr>
          <a:xfrm>
            <a:off x="777240" y="3840480"/>
            <a:ext cx="237744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b="1" spc="200">
                <a:solidFill>
                  <a:srgbClr val="8A3D93"/>
                </a:solidFill>
                <a:effectLst/>
                <a:latin typeface="Calibri" panose="020F0502020204030204" pitchFamily="34" charset="0"/>
              </a:rPr>
              <a:t>OPS</a:t>
            </a:r>
          </a:p>
          <a:p>
            <a:pPr algn="l">
              <a:buNone/>
            </a:pPr>
            <a:r>
              <a:rPr lang="en-US" sz="100">
                <a:effectLst/>
              </a:rPr>
              <a:t> </a:t>
            </a:r>
            <a:endParaRPr lang="en-US"/>
          </a:p>
        </p:txBody>
      </p:sp>
      <p:sp>
        <p:nvSpPr>
          <p:cNvPr id="607" name="Rectangle 606">
            <a:extLst>
              <a:ext uri="{FF2B5EF4-FFF2-40B4-BE49-F238E27FC236}">
                <a16:creationId xmlns:a16="http://schemas.microsoft.com/office/drawing/2014/main" id="{C1974666-3346-B48B-566A-23C769F023FF}"/>
              </a:ext>
            </a:extLst>
          </p:cNvPr>
          <p:cNvSpPr/>
          <p:nvPr/>
        </p:nvSpPr>
        <p:spPr>
          <a:xfrm>
            <a:off x="3108960" y="3840480"/>
            <a:ext cx="566928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1F2933"/>
                </a:solidFill>
                <a:effectLst/>
                <a:latin typeface="Calibri" panose="020F0502020204030204" pitchFamily="34" charset="0"/>
              </a:rPr>
              <a:t>Place identity, safety, evaluation, trace, latency, and cost evidence</a:t>
            </a:r>
          </a:p>
          <a:p>
            <a:pPr algn="l">
              <a:buNone/>
            </a:pPr>
            <a:r>
              <a:rPr lang="en-US" sz="100">
                <a:effectLst/>
              </a:rPr>
              <a:t> </a:t>
            </a:r>
            <a:endParaRPr lang="en-US"/>
          </a:p>
        </p:txBody>
      </p:sp>
      <p:sp>
        <p:nvSpPr>
          <p:cNvPr id="626" name="Rectangle 625">
            <a:extLst>
              <a:ext uri="{FF2B5EF4-FFF2-40B4-BE49-F238E27FC236}">
                <a16:creationId xmlns:a16="http://schemas.microsoft.com/office/drawing/2014/main" id="{020B4B95-F31D-104A-EF34-FBC6E9F4C828}"/>
              </a:ext>
            </a:extLst>
          </p:cNvPr>
          <p:cNvSpPr/>
          <p:nvPr/>
        </p:nvSpPr>
        <p:spPr>
          <a:xfrm>
            <a:off x="457200" y="4297680"/>
            <a:ext cx="8229600" cy="9525"/>
          </a:xfrm>
          <a:prstGeom prst="rect">
            <a:avLst/>
          </a:prstGeom>
          <a:solidFill>
            <a:srgbClr val="E6DCE9"/>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6" name="Rectangle 645">
            <a:extLst>
              <a:ext uri="{FF2B5EF4-FFF2-40B4-BE49-F238E27FC236}">
                <a16:creationId xmlns:a16="http://schemas.microsoft.com/office/drawing/2014/main" id="{D7F80DFF-CD73-AE6B-9CDE-88351232C2E8}"/>
              </a:ext>
            </a:extLst>
          </p:cNvPr>
          <p:cNvSpPr/>
          <p:nvPr/>
        </p:nvSpPr>
        <p:spPr>
          <a:xfrm>
            <a:off x="365760" y="4480560"/>
            <a:ext cx="84124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i="1">
                <a:solidFill>
                  <a:srgbClr val="52606D"/>
                </a:solidFill>
                <a:effectLst/>
                <a:latin typeface="Calibri" panose="020F0502020204030204" pitchFamily="34" charset="0"/>
              </a:rPr>
              <a:t>Foundry's own architecture distinguishes the Foundry resource, projects, project assets, and connected Azure services.</a:t>
            </a:r>
          </a:p>
          <a:p>
            <a:pPr algn="l">
              <a:buNone/>
            </a:pPr>
            <a:r>
              <a:rPr lang="en-US" sz="100">
                <a:effectLst/>
              </a:rPr>
              <a:t> </a:t>
            </a:r>
            <a:endParaRPr lang="en-US"/>
          </a:p>
        </p:txBody>
      </p:sp>
      <p:sp>
        <p:nvSpPr>
          <p:cNvPr id="667" name="Rectangle 666">
            <a:extLst>
              <a:ext uri="{FF2B5EF4-FFF2-40B4-BE49-F238E27FC236}">
                <a16:creationId xmlns:a16="http://schemas.microsoft.com/office/drawing/2014/main" id="{F6680F97-84D8-9898-2756-83DE10E6F7BC}"/>
              </a:ext>
            </a:extLst>
          </p:cNvPr>
          <p:cNvSpPr/>
          <p:nvPr/>
        </p:nvSpPr>
        <p:spPr>
          <a:xfrm>
            <a:off x="365760" y="4823460"/>
            <a:ext cx="5669280" cy="2286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52606D"/>
                </a:solidFill>
                <a:effectLst/>
                <a:latin typeface="Calibri" panose="020F0502020204030204" pitchFamily="34" charset="0"/>
              </a:rPr>
              <a:t>Capstone Scoping  ·  Microsoft Agent Framework</a:t>
            </a:r>
          </a:p>
          <a:p>
            <a:pPr algn="l">
              <a:buNone/>
            </a:pPr>
            <a:r>
              <a:rPr lang="en-US" sz="100">
                <a:effectLst/>
              </a:rPr>
              <a:t> </a:t>
            </a:r>
            <a:endParaRPr lang="en-US"/>
          </a:p>
        </p:txBody>
      </p:sp>
      <p:sp>
        <p:nvSpPr>
          <p:cNvPr id="689" name="Rectangle 688">
            <a:extLst>
              <a:ext uri="{FF2B5EF4-FFF2-40B4-BE49-F238E27FC236}">
                <a16:creationId xmlns:a16="http://schemas.microsoft.com/office/drawing/2014/main" id="{E5369DF7-4C4F-0DAA-2D5C-00FBDFE9B532}"/>
              </a:ext>
            </a:extLst>
          </p:cNvPr>
          <p:cNvSpPr/>
          <p:nvPr/>
        </p:nvSpPr>
        <p:spPr>
          <a:xfrm>
            <a:off x="7680960" y="4823460"/>
            <a:ext cx="1280160" cy="2286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buNone/>
            </a:pPr>
            <a:r>
              <a:rPr lang="en-US" sz="1200">
                <a:solidFill>
                  <a:srgbClr val="52606D"/>
                </a:solidFill>
                <a:effectLst/>
                <a:latin typeface="Calibri" panose="020F0502020204030204" pitchFamily="34" charset="0"/>
              </a:rPr>
              <a:t>3 / 6</a:t>
            </a:r>
          </a:p>
          <a:p>
            <a:pPr algn="r">
              <a:buNone/>
            </a:pPr>
            <a:r>
              <a:rPr lang="en-US" sz="100">
                <a:effectLst/>
              </a:rPr>
              <a:t> </a:t>
            </a:r>
            <a:endParaRPr lang="en-US"/>
          </a:p>
        </p:txBody>
      </p:sp>
      <p:pic>
        <p:nvPicPr>
          <p:cNvPr id="690" name="Picture 689" descr="working/ic7/i7.png">
            <a:extLst>
              <a:ext uri="{FF2B5EF4-FFF2-40B4-BE49-F238E27FC236}">
                <a16:creationId xmlns:a16="http://schemas.microsoft.com/office/drawing/2014/main" id="{390A0CAC-CE6B-D5DA-37AD-C628B9C13830}"/>
              </a:ext>
            </a:extLst>
          </p:cNvPr>
          <p:cNvPicPr>
            <a:picLocks noChangeAspect="1"/>
          </p:cNvPicPr>
          <p:nvPr/>
        </p:nvPicPr>
        <p:blipFill>
          <a:blip r:embed="rId3"/>
          <a:stretch>
            <a:fillRect/>
          </a:stretch>
        </p:blipFill>
        <p:spPr>
          <a:xfrm>
            <a:off x="457200" y="1874520"/>
            <a:ext cx="274320" cy="274320"/>
          </a:xfrm>
          <a:prstGeom prst="rect">
            <a:avLst/>
          </a:prstGeom>
        </p:spPr>
      </p:pic>
      <p:pic>
        <p:nvPicPr>
          <p:cNvPr id="691" name="Picture 690" descr="working/ic7/i19.png">
            <a:extLst>
              <a:ext uri="{FF2B5EF4-FFF2-40B4-BE49-F238E27FC236}">
                <a16:creationId xmlns:a16="http://schemas.microsoft.com/office/drawing/2014/main" id="{567216D8-32E1-41A2-69DB-A8ADFD4FEC70}"/>
              </a:ext>
            </a:extLst>
          </p:cNvPr>
          <p:cNvPicPr>
            <a:picLocks noChangeAspect="1"/>
          </p:cNvPicPr>
          <p:nvPr/>
        </p:nvPicPr>
        <p:blipFill>
          <a:blip r:embed="rId4"/>
          <a:stretch>
            <a:fillRect/>
          </a:stretch>
        </p:blipFill>
        <p:spPr>
          <a:xfrm>
            <a:off x="457200" y="2377440"/>
            <a:ext cx="274320" cy="274320"/>
          </a:xfrm>
          <a:prstGeom prst="rect">
            <a:avLst/>
          </a:prstGeom>
        </p:spPr>
      </p:pic>
      <p:pic>
        <p:nvPicPr>
          <p:cNvPr id="692" name="Picture 691" descr="working/ic7/i14.png">
            <a:extLst>
              <a:ext uri="{FF2B5EF4-FFF2-40B4-BE49-F238E27FC236}">
                <a16:creationId xmlns:a16="http://schemas.microsoft.com/office/drawing/2014/main" id="{CD2FFB6F-2BAA-AEC2-CAE6-C0ADFE8D31B5}"/>
              </a:ext>
            </a:extLst>
          </p:cNvPr>
          <p:cNvPicPr>
            <a:picLocks noChangeAspect="1"/>
          </p:cNvPicPr>
          <p:nvPr/>
        </p:nvPicPr>
        <p:blipFill>
          <a:blip r:embed="rId5"/>
          <a:stretch>
            <a:fillRect/>
          </a:stretch>
        </p:blipFill>
        <p:spPr>
          <a:xfrm>
            <a:off x="457200" y="2880360"/>
            <a:ext cx="274320" cy="274320"/>
          </a:xfrm>
          <a:prstGeom prst="rect">
            <a:avLst/>
          </a:prstGeom>
        </p:spPr>
      </p:pic>
      <p:pic>
        <p:nvPicPr>
          <p:cNvPr id="693" name="Picture 692" descr="working/ic7/i9.png">
            <a:extLst>
              <a:ext uri="{FF2B5EF4-FFF2-40B4-BE49-F238E27FC236}">
                <a16:creationId xmlns:a16="http://schemas.microsoft.com/office/drawing/2014/main" id="{D4DC7CB9-0153-D8FA-4ECD-E6BEF7895667}"/>
              </a:ext>
            </a:extLst>
          </p:cNvPr>
          <p:cNvPicPr>
            <a:picLocks noChangeAspect="1"/>
          </p:cNvPicPr>
          <p:nvPr/>
        </p:nvPicPr>
        <p:blipFill>
          <a:blip r:embed="rId6"/>
          <a:stretch>
            <a:fillRect/>
          </a:stretch>
        </p:blipFill>
        <p:spPr>
          <a:xfrm>
            <a:off x="457200" y="3383280"/>
            <a:ext cx="274320" cy="274320"/>
          </a:xfrm>
          <a:prstGeom prst="rect">
            <a:avLst/>
          </a:prstGeom>
        </p:spPr>
      </p:pic>
      <p:pic>
        <p:nvPicPr>
          <p:cNvPr id="694" name="Picture 693" descr="working/ic7/i6.png">
            <a:extLst>
              <a:ext uri="{FF2B5EF4-FFF2-40B4-BE49-F238E27FC236}">
                <a16:creationId xmlns:a16="http://schemas.microsoft.com/office/drawing/2014/main" id="{452C7DE2-3B67-558B-9C56-CCAD20CDE241}"/>
              </a:ext>
            </a:extLst>
          </p:cNvPr>
          <p:cNvPicPr>
            <a:picLocks noChangeAspect="1"/>
          </p:cNvPicPr>
          <p:nvPr/>
        </p:nvPicPr>
        <p:blipFill>
          <a:blip r:embed="rId7"/>
          <a:stretch>
            <a:fillRect/>
          </a:stretch>
        </p:blipFill>
        <p:spPr>
          <a:xfrm>
            <a:off x="457200" y="3886200"/>
            <a:ext cx="274320" cy="274320"/>
          </a:xfrm>
          <a:prstGeom prst="rect">
            <a:avLst/>
          </a:prstGeom>
        </p:spPr>
      </p:pic>
    </p:spTree>
    <p:extLst>
      <p:ext uri="{BB962C8B-B14F-4D97-AF65-F5344CB8AC3E}">
        <p14:creationId xmlns:p14="http://schemas.microsoft.com/office/powerpoint/2010/main" val="247374010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5" name="Rectangle 694">
            <a:extLst>
              <a:ext uri="{FF2B5EF4-FFF2-40B4-BE49-F238E27FC236}">
                <a16:creationId xmlns:a16="http://schemas.microsoft.com/office/drawing/2014/main" id="{B159A7FC-5C56-3A81-B477-44A6773C7BE0}"/>
              </a:ext>
            </a:extLst>
          </p:cNvPr>
          <p:cNvSpPr/>
          <p:nvPr/>
        </p:nvSpPr>
        <p:spPr>
          <a:xfrm>
            <a:off x="365760" y="292608"/>
            <a:ext cx="84124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b="1" spc="400">
                <a:solidFill>
                  <a:srgbClr val="8A3D93"/>
                </a:solidFill>
                <a:effectLst/>
                <a:latin typeface="Calibri" panose="020F0502020204030204" pitchFamily="34" charset="0"/>
              </a:rPr>
              <a:t>TASK ≠ CRITERION</a:t>
            </a:r>
          </a:p>
          <a:p>
            <a:pPr algn="l">
              <a:buNone/>
            </a:pPr>
            <a:r>
              <a:rPr lang="en-US" sz="100">
                <a:effectLst/>
              </a:rPr>
              <a:t> </a:t>
            </a:r>
            <a:endParaRPr lang="en-US"/>
          </a:p>
        </p:txBody>
      </p:sp>
      <p:sp>
        <p:nvSpPr>
          <p:cNvPr id="697" name="Rectangle 696">
            <a:extLst>
              <a:ext uri="{FF2B5EF4-FFF2-40B4-BE49-F238E27FC236}">
                <a16:creationId xmlns:a16="http://schemas.microsoft.com/office/drawing/2014/main" id="{CC4CAE12-C993-926C-B6CB-D386267BD2F2}"/>
              </a:ext>
            </a:extLst>
          </p:cNvPr>
          <p:cNvSpPr/>
          <p:nvPr/>
        </p:nvSpPr>
        <p:spPr>
          <a:xfrm>
            <a:off x="365760" y="566928"/>
            <a:ext cx="841248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2800" b="1">
                <a:solidFill>
                  <a:srgbClr val="1F2933"/>
                </a:solidFill>
                <a:effectLst/>
                <a:latin typeface="Calibri" panose="020F0502020204030204" pitchFamily="34" charset="0"/>
              </a:rPr>
              <a:t>Write criteria, not tasks</a:t>
            </a:r>
          </a:p>
          <a:p>
            <a:pPr algn="l">
              <a:buNone/>
            </a:pPr>
            <a:r>
              <a:rPr lang="en-US" sz="100">
                <a:effectLst/>
              </a:rPr>
              <a:t> </a:t>
            </a:r>
            <a:endParaRPr lang="en-US"/>
          </a:p>
        </p:txBody>
      </p:sp>
      <p:sp>
        <p:nvSpPr>
          <p:cNvPr id="700" name="Rectangle 699">
            <a:extLst>
              <a:ext uri="{FF2B5EF4-FFF2-40B4-BE49-F238E27FC236}">
                <a16:creationId xmlns:a16="http://schemas.microsoft.com/office/drawing/2014/main" id="{10C05F7F-D44C-6FFA-20B4-48CFB5F2736A}"/>
              </a:ext>
            </a:extLst>
          </p:cNvPr>
          <p:cNvSpPr/>
          <p:nvPr/>
        </p:nvSpPr>
        <p:spPr>
          <a:xfrm>
            <a:off x="457200" y="1225296"/>
            <a:ext cx="731520" cy="25400"/>
          </a:xfrm>
          <a:prstGeom prst="rect">
            <a:avLst/>
          </a:prstGeom>
          <a:solidFill>
            <a:srgbClr val="8A3D93"/>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4" name="Rectangle 703">
            <a:extLst>
              <a:ext uri="{FF2B5EF4-FFF2-40B4-BE49-F238E27FC236}">
                <a16:creationId xmlns:a16="http://schemas.microsoft.com/office/drawing/2014/main" id="{A3F3F58E-8092-B981-98F1-CCB13CC7F30A}"/>
              </a:ext>
            </a:extLst>
          </p:cNvPr>
          <p:cNvSpPr/>
          <p:nvPr/>
        </p:nvSpPr>
        <p:spPr>
          <a:xfrm>
            <a:off x="365760" y="1417320"/>
            <a:ext cx="841248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300">
                <a:solidFill>
                  <a:srgbClr val="52606D"/>
                </a:solidFill>
                <a:effectLst/>
                <a:latin typeface="Calibri" panose="020F0502020204030204" pitchFamily="34" charset="0"/>
              </a:rPr>
              <a:t>A task says what to implement; a criterion says what evidence must meet which acceptance rule.</a:t>
            </a:r>
          </a:p>
          <a:p>
            <a:pPr algn="l">
              <a:buNone/>
            </a:pPr>
            <a:r>
              <a:rPr lang="en-US" sz="100">
                <a:effectLst/>
              </a:rPr>
              <a:t> </a:t>
            </a:r>
            <a:endParaRPr lang="en-US"/>
          </a:p>
        </p:txBody>
      </p:sp>
      <p:sp>
        <p:nvSpPr>
          <p:cNvPr id="709" name="Rectangle 708">
            <a:extLst>
              <a:ext uri="{FF2B5EF4-FFF2-40B4-BE49-F238E27FC236}">
                <a16:creationId xmlns:a16="http://schemas.microsoft.com/office/drawing/2014/main" id="{7523B874-BCC4-0DBF-99AA-07D2F356C359}"/>
              </a:ext>
            </a:extLst>
          </p:cNvPr>
          <p:cNvSpPr/>
          <p:nvPr/>
        </p:nvSpPr>
        <p:spPr>
          <a:xfrm>
            <a:off x="457200" y="1874520"/>
            <a:ext cx="3977640" cy="2514600"/>
          </a:xfrm>
          <a:prstGeom prst="rect">
            <a:avLst/>
          </a:prstGeom>
          <a:solidFill>
            <a:srgbClr val="FFFFFF"/>
          </a:solidFill>
          <a:ln w="9525">
            <a:solidFill>
              <a:srgbClr val="E6DCE9"/>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5" name="Rectangle 714">
            <a:extLst>
              <a:ext uri="{FF2B5EF4-FFF2-40B4-BE49-F238E27FC236}">
                <a16:creationId xmlns:a16="http://schemas.microsoft.com/office/drawing/2014/main" id="{15370B8E-D716-BE80-DA8F-7426A2D40865}"/>
              </a:ext>
            </a:extLst>
          </p:cNvPr>
          <p:cNvSpPr/>
          <p:nvPr/>
        </p:nvSpPr>
        <p:spPr>
          <a:xfrm>
            <a:off x="1005840" y="1965960"/>
            <a:ext cx="333756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b="1" spc="200">
                <a:solidFill>
                  <a:srgbClr val="8A3D93"/>
                </a:solidFill>
                <a:effectLst/>
                <a:latin typeface="Calibri" panose="020F0502020204030204" pitchFamily="34" charset="0"/>
              </a:rPr>
              <a:t>IMPLEMENT</a:t>
            </a:r>
          </a:p>
          <a:p>
            <a:pPr algn="l">
              <a:buNone/>
            </a:pPr>
            <a:r>
              <a:rPr lang="en-US" sz="100">
                <a:effectLst/>
              </a:rPr>
              <a:t> </a:t>
            </a:r>
            <a:endParaRPr lang="en-US"/>
          </a:p>
        </p:txBody>
      </p:sp>
      <p:sp>
        <p:nvSpPr>
          <p:cNvPr id="722" name="Rectangle 721">
            <a:extLst>
              <a:ext uri="{FF2B5EF4-FFF2-40B4-BE49-F238E27FC236}">
                <a16:creationId xmlns:a16="http://schemas.microsoft.com/office/drawing/2014/main" id="{A821740F-3DC3-B1A1-890E-69219F0929B5}"/>
              </a:ext>
            </a:extLst>
          </p:cNvPr>
          <p:cNvSpPr/>
          <p:nvPr/>
        </p:nvSpPr>
        <p:spPr>
          <a:xfrm>
            <a:off x="594360" y="2331720"/>
            <a:ext cx="374904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600" b="1">
                <a:solidFill>
                  <a:srgbClr val="1F2933"/>
                </a:solidFill>
                <a:effectLst/>
                <a:latin typeface="Calibri" panose="020F0502020204030204" pitchFamily="34" charset="0"/>
              </a:rPr>
              <a:t>Implementation task</a:t>
            </a:r>
          </a:p>
          <a:p>
            <a:pPr algn="l">
              <a:buNone/>
            </a:pPr>
            <a:r>
              <a:rPr lang="en-US" sz="100">
                <a:effectLst/>
              </a:rPr>
              <a:t> </a:t>
            </a:r>
            <a:endParaRPr lang="en-US"/>
          </a:p>
        </p:txBody>
      </p:sp>
      <p:sp>
        <p:nvSpPr>
          <p:cNvPr id="730" name="Rectangle 729">
            <a:extLst>
              <a:ext uri="{FF2B5EF4-FFF2-40B4-BE49-F238E27FC236}">
                <a16:creationId xmlns:a16="http://schemas.microsoft.com/office/drawing/2014/main" id="{DF396A87-210D-5F6B-268B-CD30E915444B}"/>
              </a:ext>
            </a:extLst>
          </p:cNvPr>
          <p:cNvSpPr/>
          <p:nvPr/>
        </p:nvSpPr>
        <p:spPr>
          <a:xfrm>
            <a:off x="685800" y="2651760"/>
            <a:ext cx="3566160" cy="9525"/>
          </a:xfrm>
          <a:prstGeom prst="rect">
            <a:avLst/>
          </a:prstGeom>
          <a:solidFill>
            <a:srgbClr val="E6DCE9"/>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9" name="Rectangle 738">
            <a:extLst>
              <a:ext uri="{FF2B5EF4-FFF2-40B4-BE49-F238E27FC236}">
                <a16:creationId xmlns:a16="http://schemas.microsoft.com/office/drawing/2014/main" id="{4DF0D840-8273-0F51-A30F-C96F13E8C508}"/>
              </a:ext>
            </a:extLst>
          </p:cNvPr>
          <p:cNvSpPr/>
          <p:nvPr/>
        </p:nvSpPr>
        <p:spPr>
          <a:xfrm>
            <a:off x="594360" y="2697480"/>
            <a:ext cx="374904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1F2933"/>
                </a:solidFill>
                <a:effectLst/>
                <a:latin typeface="Calibri" panose="020F0502020204030204" pitchFamily="34" charset="0"/>
              </a:rPr>
              <a:t>“Enable tracing”</a:t>
            </a:r>
          </a:p>
          <a:p>
            <a:pPr algn="l">
              <a:buNone/>
            </a:pPr>
            <a:r>
              <a:rPr lang="en-US" sz="100">
                <a:effectLst/>
              </a:rPr>
              <a:t> </a:t>
            </a:r>
            <a:endParaRPr lang="en-US"/>
          </a:p>
        </p:txBody>
      </p:sp>
      <p:sp>
        <p:nvSpPr>
          <p:cNvPr id="749" name="Rectangle 748">
            <a:extLst>
              <a:ext uri="{FF2B5EF4-FFF2-40B4-BE49-F238E27FC236}">
                <a16:creationId xmlns:a16="http://schemas.microsoft.com/office/drawing/2014/main" id="{CF746E43-87FD-F016-28C9-C304C3538027}"/>
              </a:ext>
            </a:extLst>
          </p:cNvPr>
          <p:cNvSpPr/>
          <p:nvPr/>
        </p:nvSpPr>
        <p:spPr>
          <a:xfrm>
            <a:off x="594360" y="3200400"/>
            <a:ext cx="374904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1F2933"/>
                </a:solidFill>
                <a:effectLst/>
                <a:latin typeface="Calibri" panose="020F0502020204030204" pitchFamily="34" charset="0"/>
              </a:rPr>
              <a:t>“Add an evaluator”</a:t>
            </a:r>
          </a:p>
          <a:p>
            <a:pPr algn="l">
              <a:buNone/>
            </a:pPr>
            <a:r>
              <a:rPr lang="en-US" sz="100">
                <a:effectLst/>
              </a:rPr>
              <a:t> </a:t>
            </a:r>
            <a:endParaRPr lang="en-US"/>
          </a:p>
        </p:txBody>
      </p:sp>
      <p:sp>
        <p:nvSpPr>
          <p:cNvPr id="760" name="Rectangle 759">
            <a:extLst>
              <a:ext uri="{FF2B5EF4-FFF2-40B4-BE49-F238E27FC236}">
                <a16:creationId xmlns:a16="http://schemas.microsoft.com/office/drawing/2014/main" id="{5364C2CF-0D41-5B8B-2BDE-4E793C46755B}"/>
              </a:ext>
            </a:extLst>
          </p:cNvPr>
          <p:cNvSpPr/>
          <p:nvPr/>
        </p:nvSpPr>
        <p:spPr>
          <a:xfrm>
            <a:off x="594360" y="3703320"/>
            <a:ext cx="374904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1F2933"/>
                </a:solidFill>
                <a:effectLst/>
                <a:latin typeface="Calibri" panose="020F0502020204030204" pitchFamily="34" charset="0"/>
              </a:rPr>
              <a:t>“Configure a permission”</a:t>
            </a:r>
          </a:p>
          <a:p>
            <a:pPr algn="l">
              <a:buNone/>
            </a:pPr>
            <a:r>
              <a:rPr lang="en-US" sz="100">
                <a:effectLst/>
              </a:rPr>
              <a:t> </a:t>
            </a:r>
            <a:endParaRPr lang="en-US"/>
          </a:p>
        </p:txBody>
      </p:sp>
      <p:sp>
        <p:nvSpPr>
          <p:cNvPr id="785" name="Rectangle 784">
            <a:extLst>
              <a:ext uri="{FF2B5EF4-FFF2-40B4-BE49-F238E27FC236}">
                <a16:creationId xmlns:a16="http://schemas.microsoft.com/office/drawing/2014/main" id="{1CB765AE-E3D4-A516-D50B-1A3EB30BDA24}"/>
              </a:ext>
            </a:extLst>
          </p:cNvPr>
          <p:cNvSpPr/>
          <p:nvPr/>
        </p:nvSpPr>
        <p:spPr>
          <a:xfrm>
            <a:off x="4709160" y="1874520"/>
            <a:ext cx="3977640" cy="2514600"/>
          </a:xfrm>
          <a:prstGeom prst="rect">
            <a:avLst/>
          </a:prstGeom>
          <a:solidFill>
            <a:srgbClr val="FAF5FB"/>
          </a:solidFill>
          <a:ln w="9525">
            <a:solidFill>
              <a:srgbClr val="E6DCE9"/>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9" name="Rectangle 798">
            <a:extLst>
              <a:ext uri="{FF2B5EF4-FFF2-40B4-BE49-F238E27FC236}">
                <a16:creationId xmlns:a16="http://schemas.microsoft.com/office/drawing/2014/main" id="{A010B50A-833C-32FA-0D9E-D2833BF3D0C2}"/>
              </a:ext>
            </a:extLst>
          </p:cNvPr>
          <p:cNvSpPr/>
          <p:nvPr/>
        </p:nvSpPr>
        <p:spPr>
          <a:xfrm>
            <a:off x="5257800" y="1965960"/>
            <a:ext cx="333756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b="1" spc="200">
                <a:solidFill>
                  <a:srgbClr val="8A3D93"/>
                </a:solidFill>
                <a:effectLst/>
                <a:latin typeface="Calibri" panose="020F0502020204030204" pitchFamily="34" charset="0"/>
              </a:rPr>
              <a:t>MEASURE</a:t>
            </a:r>
          </a:p>
          <a:p>
            <a:pPr algn="l">
              <a:buNone/>
            </a:pPr>
            <a:r>
              <a:rPr lang="en-US" sz="100">
                <a:effectLst/>
              </a:rPr>
              <a:t> </a:t>
            </a:r>
            <a:endParaRPr lang="en-US"/>
          </a:p>
        </p:txBody>
      </p:sp>
      <p:sp>
        <p:nvSpPr>
          <p:cNvPr id="814" name="Rectangle 813">
            <a:extLst>
              <a:ext uri="{FF2B5EF4-FFF2-40B4-BE49-F238E27FC236}">
                <a16:creationId xmlns:a16="http://schemas.microsoft.com/office/drawing/2014/main" id="{9B2EAD19-CBAB-F771-4F06-6178D9F60FDC}"/>
              </a:ext>
            </a:extLst>
          </p:cNvPr>
          <p:cNvSpPr/>
          <p:nvPr/>
        </p:nvSpPr>
        <p:spPr>
          <a:xfrm>
            <a:off x="4846320" y="2331720"/>
            <a:ext cx="374904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600" b="1">
                <a:solidFill>
                  <a:srgbClr val="1F2933"/>
                </a:solidFill>
                <a:effectLst/>
                <a:latin typeface="Calibri" panose="020F0502020204030204" pitchFamily="34" charset="0"/>
              </a:rPr>
              <a:t>Success criterion</a:t>
            </a:r>
          </a:p>
          <a:p>
            <a:pPr algn="l">
              <a:buNone/>
            </a:pPr>
            <a:r>
              <a:rPr lang="en-US" sz="100">
                <a:effectLst/>
              </a:rPr>
              <a:t> </a:t>
            </a:r>
            <a:endParaRPr lang="en-US"/>
          </a:p>
        </p:txBody>
      </p:sp>
      <p:sp>
        <p:nvSpPr>
          <p:cNvPr id="830" name="Rectangle 829">
            <a:extLst>
              <a:ext uri="{FF2B5EF4-FFF2-40B4-BE49-F238E27FC236}">
                <a16:creationId xmlns:a16="http://schemas.microsoft.com/office/drawing/2014/main" id="{A8BB0CFB-5AF5-9D36-BEEC-73F1FC107682}"/>
              </a:ext>
            </a:extLst>
          </p:cNvPr>
          <p:cNvSpPr/>
          <p:nvPr/>
        </p:nvSpPr>
        <p:spPr>
          <a:xfrm>
            <a:off x="4937760" y="2651760"/>
            <a:ext cx="3566160" cy="9525"/>
          </a:xfrm>
          <a:prstGeom prst="rect">
            <a:avLst/>
          </a:prstGeom>
          <a:solidFill>
            <a:srgbClr val="E6DCE9"/>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7" name="Rectangle 846">
            <a:extLst>
              <a:ext uri="{FF2B5EF4-FFF2-40B4-BE49-F238E27FC236}">
                <a16:creationId xmlns:a16="http://schemas.microsoft.com/office/drawing/2014/main" id="{59F25359-7585-ECE8-3D57-222F447B79AE}"/>
              </a:ext>
            </a:extLst>
          </p:cNvPr>
          <p:cNvSpPr/>
          <p:nvPr/>
        </p:nvSpPr>
        <p:spPr>
          <a:xfrm>
            <a:off x="4846320" y="2697480"/>
            <a:ext cx="374904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1F2933"/>
                </a:solidFill>
                <a:effectLst/>
                <a:latin typeface="Calibri" panose="020F0502020204030204" pitchFamily="34" charset="0"/>
              </a:rPr>
              <a:t>“For GS-04, the trace identifies the failed retrieval span”</a:t>
            </a:r>
          </a:p>
          <a:p>
            <a:pPr algn="l">
              <a:buNone/>
            </a:pPr>
            <a:r>
              <a:rPr lang="en-US" sz="100">
                <a:effectLst/>
              </a:rPr>
              <a:t> </a:t>
            </a:r>
            <a:endParaRPr lang="en-US"/>
          </a:p>
        </p:txBody>
      </p:sp>
      <p:sp>
        <p:nvSpPr>
          <p:cNvPr id="865" name="Rectangle 864">
            <a:extLst>
              <a:ext uri="{FF2B5EF4-FFF2-40B4-BE49-F238E27FC236}">
                <a16:creationId xmlns:a16="http://schemas.microsoft.com/office/drawing/2014/main" id="{5C80AD33-2A4B-275E-38DB-1B601B6613B1}"/>
              </a:ext>
            </a:extLst>
          </p:cNvPr>
          <p:cNvSpPr/>
          <p:nvPr/>
        </p:nvSpPr>
        <p:spPr>
          <a:xfrm>
            <a:off x="4846320" y="3063240"/>
            <a:ext cx="374904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1F2933"/>
                </a:solidFill>
                <a:effectLst/>
                <a:latin typeface="Calibri" panose="020F0502020204030204" pitchFamily="34" charset="0"/>
              </a:rPr>
              <a:t>“Across the same ≥10 cases, the evaluator result meets the team threshold and does not regress”</a:t>
            </a:r>
            <a:endParaRPr lang="en-US"/>
          </a:p>
        </p:txBody>
      </p:sp>
      <p:sp>
        <p:nvSpPr>
          <p:cNvPr id="884" name="Rectangle 883">
            <a:extLst>
              <a:ext uri="{FF2B5EF4-FFF2-40B4-BE49-F238E27FC236}">
                <a16:creationId xmlns:a16="http://schemas.microsoft.com/office/drawing/2014/main" id="{2615B3DF-3EAD-8A59-EE92-6700E3C68310}"/>
              </a:ext>
            </a:extLst>
          </p:cNvPr>
          <p:cNvSpPr/>
          <p:nvPr/>
        </p:nvSpPr>
        <p:spPr>
          <a:xfrm>
            <a:off x="4846320" y="3566160"/>
            <a:ext cx="374904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1F2933"/>
                </a:solidFill>
                <a:effectLst/>
                <a:latin typeface="Calibri" panose="020F0502020204030204" pitchFamily="34" charset="0"/>
              </a:rPr>
              <a:t>“The named boundary denies the restricted-document case”</a:t>
            </a:r>
          </a:p>
          <a:p>
            <a:pPr algn="l">
              <a:buNone/>
            </a:pPr>
            <a:r>
              <a:rPr lang="en-US" sz="100">
                <a:effectLst/>
              </a:rPr>
              <a:t> </a:t>
            </a:r>
            <a:endParaRPr lang="en-US"/>
          </a:p>
        </p:txBody>
      </p:sp>
      <p:sp>
        <p:nvSpPr>
          <p:cNvPr id="925" name="Rectangle 924">
            <a:extLst>
              <a:ext uri="{FF2B5EF4-FFF2-40B4-BE49-F238E27FC236}">
                <a16:creationId xmlns:a16="http://schemas.microsoft.com/office/drawing/2014/main" id="{C7EBE459-6930-DAD7-5E6B-AA894D14671E}"/>
              </a:ext>
            </a:extLst>
          </p:cNvPr>
          <p:cNvSpPr/>
          <p:nvPr/>
        </p:nvSpPr>
        <p:spPr>
          <a:xfrm>
            <a:off x="365760" y="4480560"/>
            <a:ext cx="84124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i="1">
                <a:solidFill>
                  <a:srgbClr val="52606D"/>
                </a:solidFill>
                <a:effectLst/>
                <a:latin typeface="Calibri" panose="020F0502020204030204" pitchFamily="34" charset="0"/>
              </a:rPr>
              <a:t>A task describes work; a criterion names the evidence and the acceptance rule. Teams need 3–5 criteria and ≥10 planned cases.</a:t>
            </a:r>
            <a:endParaRPr lang="en-US"/>
          </a:p>
        </p:txBody>
      </p:sp>
      <p:sp>
        <p:nvSpPr>
          <p:cNvPr id="947" name="Rectangle 946">
            <a:extLst>
              <a:ext uri="{FF2B5EF4-FFF2-40B4-BE49-F238E27FC236}">
                <a16:creationId xmlns:a16="http://schemas.microsoft.com/office/drawing/2014/main" id="{F6F5BEDF-F061-034F-1F94-B2E5AB271F50}"/>
              </a:ext>
            </a:extLst>
          </p:cNvPr>
          <p:cNvSpPr/>
          <p:nvPr/>
        </p:nvSpPr>
        <p:spPr>
          <a:xfrm>
            <a:off x="365760" y="4823460"/>
            <a:ext cx="5669280" cy="2286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52606D"/>
                </a:solidFill>
                <a:effectLst/>
                <a:latin typeface="Calibri" panose="020F0502020204030204" pitchFamily="34" charset="0"/>
              </a:rPr>
              <a:t>Capstone Scoping  ·  Microsoft Agent Framework</a:t>
            </a:r>
          </a:p>
          <a:p>
            <a:pPr algn="l">
              <a:buNone/>
            </a:pPr>
            <a:r>
              <a:rPr lang="en-US" sz="100">
                <a:effectLst/>
              </a:rPr>
              <a:t> </a:t>
            </a:r>
            <a:endParaRPr lang="en-US"/>
          </a:p>
        </p:txBody>
      </p:sp>
      <p:sp>
        <p:nvSpPr>
          <p:cNvPr id="970" name="Rectangle 969">
            <a:extLst>
              <a:ext uri="{FF2B5EF4-FFF2-40B4-BE49-F238E27FC236}">
                <a16:creationId xmlns:a16="http://schemas.microsoft.com/office/drawing/2014/main" id="{FAC80741-FD5E-6375-DC2B-45B2F6F5834A}"/>
              </a:ext>
            </a:extLst>
          </p:cNvPr>
          <p:cNvSpPr/>
          <p:nvPr/>
        </p:nvSpPr>
        <p:spPr>
          <a:xfrm>
            <a:off x="7680960" y="4823460"/>
            <a:ext cx="1280160" cy="2286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buNone/>
            </a:pPr>
            <a:r>
              <a:rPr lang="en-US" sz="1200">
                <a:solidFill>
                  <a:srgbClr val="52606D"/>
                </a:solidFill>
                <a:effectLst/>
                <a:latin typeface="Calibri" panose="020F0502020204030204" pitchFamily="34" charset="0"/>
              </a:rPr>
              <a:t>4 / 6</a:t>
            </a:r>
          </a:p>
          <a:p>
            <a:pPr algn="r">
              <a:buNone/>
            </a:pPr>
            <a:r>
              <a:rPr lang="en-US" sz="100">
                <a:effectLst/>
              </a:rPr>
              <a:t> </a:t>
            </a:r>
            <a:endParaRPr lang="en-US"/>
          </a:p>
        </p:txBody>
      </p:sp>
      <p:pic>
        <p:nvPicPr>
          <p:cNvPr id="971" name="Picture 970" descr="working/ic7/i8.png">
            <a:extLst>
              <a:ext uri="{FF2B5EF4-FFF2-40B4-BE49-F238E27FC236}">
                <a16:creationId xmlns:a16="http://schemas.microsoft.com/office/drawing/2014/main" id="{05D08E34-9636-0092-FBFA-EE72C49937B5}"/>
              </a:ext>
            </a:extLst>
          </p:cNvPr>
          <p:cNvPicPr>
            <a:picLocks noChangeAspect="1"/>
          </p:cNvPicPr>
          <p:nvPr/>
        </p:nvPicPr>
        <p:blipFill>
          <a:blip r:embed="rId3"/>
          <a:stretch>
            <a:fillRect/>
          </a:stretch>
        </p:blipFill>
        <p:spPr>
          <a:xfrm>
            <a:off x="685800" y="1965960"/>
            <a:ext cx="320040" cy="320040"/>
          </a:xfrm>
          <a:prstGeom prst="rect">
            <a:avLst/>
          </a:prstGeom>
        </p:spPr>
      </p:pic>
      <p:pic>
        <p:nvPicPr>
          <p:cNvPr id="972" name="Picture 971" descr="working/ic7/i5.png">
            <a:extLst>
              <a:ext uri="{FF2B5EF4-FFF2-40B4-BE49-F238E27FC236}">
                <a16:creationId xmlns:a16="http://schemas.microsoft.com/office/drawing/2014/main" id="{E1F0A520-FA6C-8A9C-47C1-44580875DC6C}"/>
              </a:ext>
            </a:extLst>
          </p:cNvPr>
          <p:cNvPicPr>
            <a:picLocks noChangeAspect="1"/>
          </p:cNvPicPr>
          <p:nvPr/>
        </p:nvPicPr>
        <p:blipFill>
          <a:blip r:embed="rId4"/>
          <a:stretch>
            <a:fillRect/>
          </a:stretch>
        </p:blipFill>
        <p:spPr>
          <a:xfrm>
            <a:off x="4937760" y="1965960"/>
            <a:ext cx="320040" cy="320040"/>
          </a:xfrm>
          <a:prstGeom prst="rect">
            <a:avLst/>
          </a:prstGeom>
        </p:spPr>
      </p:pic>
    </p:spTree>
    <p:extLst>
      <p:ext uri="{BB962C8B-B14F-4D97-AF65-F5344CB8AC3E}">
        <p14:creationId xmlns:p14="http://schemas.microsoft.com/office/powerpoint/2010/main" val="384025076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73" name="Rectangle 972">
            <a:extLst>
              <a:ext uri="{FF2B5EF4-FFF2-40B4-BE49-F238E27FC236}">
                <a16:creationId xmlns:a16="http://schemas.microsoft.com/office/drawing/2014/main" id="{539CC9DA-15FA-F3F1-A68B-BEC2AB6A48C5}"/>
              </a:ext>
            </a:extLst>
          </p:cNvPr>
          <p:cNvSpPr/>
          <p:nvPr/>
        </p:nvSpPr>
        <p:spPr>
          <a:xfrm>
            <a:off x="365760" y="292608"/>
            <a:ext cx="84124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b="1" spc="400">
                <a:solidFill>
                  <a:srgbClr val="8A3D93"/>
                </a:solidFill>
                <a:effectLst/>
                <a:latin typeface="Calibri" panose="020F0502020204030204" pitchFamily="34" charset="0"/>
              </a:rPr>
              <a:t>MEASURED DELTA, NOT A BETTER DEMO</a:t>
            </a:r>
          </a:p>
          <a:p>
            <a:pPr algn="l">
              <a:buNone/>
            </a:pPr>
            <a:r>
              <a:rPr lang="en-US" sz="100">
                <a:effectLst/>
              </a:rPr>
              <a:t> </a:t>
            </a:r>
            <a:endParaRPr lang="en-US"/>
          </a:p>
        </p:txBody>
      </p:sp>
      <p:sp>
        <p:nvSpPr>
          <p:cNvPr id="975" name="Rectangle 974">
            <a:extLst>
              <a:ext uri="{FF2B5EF4-FFF2-40B4-BE49-F238E27FC236}">
                <a16:creationId xmlns:a16="http://schemas.microsoft.com/office/drawing/2014/main" id="{CFB0B660-EA05-2681-C7AC-C411F0F4F7D0}"/>
              </a:ext>
            </a:extLst>
          </p:cNvPr>
          <p:cNvSpPr/>
          <p:nvPr/>
        </p:nvSpPr>
        <p:spPr>
          <a:xfrm>
            <a:off x="365760" y="566928"/>
            <a:ext cx="841248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2800" b="1">
                <a:solidFill>
                  <a:srgbClr val="1F2933"/>
                </a:solidFill>
                <a:effectLst/>
                <a:latin typeface="Calibri" panose="020F0502020204030204" pitchFamily="34" charset="0"/>
              </a:rPr>
              <a:t>Define baseline and candidate</a:t>
            </a:r>
          </a:p>
          <a:p>
            <a:pPr algn="l">
              <a:buNone/>
            </a:pPr>
            <a:r>
              <a:rPr lang="en-US" sz="100">
                <a:effectLst/>
              </a:rPr>
              <a:t> </a:t>
            </a:r>
            <a:endParaRPr lang="en-US"/>
          </a:p>
        </p:txBody>
      </p:sp>
      <p:sp>
        <p:nvSpPr>
          <p:cNvPr id="978" name="Rectangle 977">
            <a:extLst>
              <a:ext uri="{FF2B5EF4-FFF2-40B4-BE49-F238E27FC236}">
                <a16:creationId xmlns:a16="http://schemas.microsoft.com/office/drawing/2014/main" id="{0BA5E7C8-220F-E48D-C159-A1469E0AA0A3}"/>
              </a:ext>
            </a:extLst>
          </p:cNvPr>
          <p:cNvSpPr/>
          <p:nvPr/>
        </p:nvSpPr>
        <p:spPr>
          <a:xfrm>
            <a:off x="457200" y="1225296"/>
            <a:ext cx="731520" cy="25400"/>
          </a:xfrm>
          <a:prstGeom prst="rect">
            <a:avLst/>
          </a:prstGeom>
          <a:solidFill>
            <a:srgbClr val="8A3D93"/>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82" name="Rectangle 981">
            <a:extLst>
              <a:ext uri="{FF2B5EF4-FFF2-40B4-BE49-F238E27FC236}">
                <a16:creationId xmlns:a16="http://schemas.microsoft.com/office/drawing/2014/main" id="{5768069C-68EE-FE87-87F4-1D8E41DCA3B7}"/>
              </a:ext>
            </a:extLst>
          </p:cNvPr>
          <p:cNvSpPr/>
          <p:nvPr/>
        </p:nvSpPr>
        <p:spPr>
          <a:xfrm>
            <a:off x="365760" y="1417320"/>
            <a:ext cx="841248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300">
                <a:solidFill>
                  <a:srgbClr val="52606D"/>
                </a:solidFill>
                <a:effectLst/>
                <a:latin typeface="Calibri" panose="020F0502020204030204" pitchFamily="34" charset="0"/>
              </a:rPr>
              <a:t>Improvement is a measured delta against an acceptance rule.</a:t>
            </a:r>
          </a:p>
          <a:p>
            <a:pPr algn="l">
              <a:buNone/>
            </a:pPr>
            <a:r>
              <a:rPr lang="en-US" sz="100">
                <a:effectLst/>
              </a:rPr>
              <a:t> </a:t>
            </a:r>
            <a:endParaRPr lang="en-US"/>
          </a:p>
        </p:txBody>
      </p:sp>
      <p:sp>
        <p:nvSpPr>
          <p:cNvPr id="987" name="Rectangle 986">
            <a:extLst>
              <a:ext uri="{FF2B5EF4-FFF2-40B4-BE49-F238E27FC236}">
                <a16:creationId xmlns:a16="http://schemas.microsoft.com/office/drawing/2014/main" id="{E14CFD64-4229-69DB-BC3D-42BE45A9D9DA}"/>
              </a:ext>
            </a:extLst>
          </p:cNvPr>
          <p:cNvSpPr/>
          <p:nvPr/>
        </p:nvSpPr>
        <p:spPr>
          <a:xfrm>
            <a:off x="457200" y="1874520"/>
            <a:ext cx="3977640" cy="1508760"/>
          </a:xfrm>
          <a:prstGeom prst="rect">
            <a:avLst/>
          </a:prstGeom>
          <a:solidFill>
            <a:srgbClr val="FFFFFF"/>
          </a:solidFill>
          <a:ln w="9525">
            <a:solidFill>
              <a:srgbClr val="E6DCE9"/>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93" name="Rectangle 992">
            <a:extLst>
              <a:ext uri="{FF2B5EF4-FFF2-40B4-BE49-F238E27FC236}">
                <a16:creationId xmlns:a16="http://schemas.microsoft.com/office/drawing/2014/main" id="{38073890-2430-2224-C34E-D00D982E668B}"/>
              </a:ext>
            </a:extLst>
          </p:cNvPr>
          <p:cNvSpPr/>
          <p:nvPr/>
        </p:nvSpPr>
        <p:spPr>
          <a:xfrm>
            <a:off x="1005840" y="1965960"/>
            <a:ext cx="333756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b="1" spc="200">
                <a:solidFill>
                  <a:srgbClr val="8A3D93"/>
                </a:solidFill>
                <a:effectLst/>
                <a:latin typeface="Calibri" panose="020F0502020204030204" pitchFamily="34" charset="0"/>
              </a:rPr>
              <a:t>BASELINE</a:t>
            </a:r>
          </a:p>
          <a:p>
            <a:pPr algn="l">
              <a:buNone/>
            </a:pPr>
            <a:r>
              <a:rPr lang="en-US" sz="100">
                <a:effectLst/>
              </a:rPr>
              <a:t> </a:t>
            </a:r>
            <a:endParaRPr lang="en-US"/>
          </a:p>
        </p:txBody>
      </p:sp>
      <p:sp>
        <p:nvSpPr>
          <p:cNvPr id="1000" name="Rectangle 999">
            <a:extLst>
              <a:ext uri="{FF2B5EF4-FFF2-40B4-BE49-F238E27FC236}">
                <a16:creationId xmlns:a16="http://schemas.microsoft.com/office/drawing/2014/main" id="{94E225D3-8DA9-1407-BBEC-2C0A7AE691A7}"/>
              </a:ext>
            </a:extLst>
          </p:cNvPr>
          <p:cNvSpPr/>
          <p:nvPr/>
        </p:nvSpPr>
        <p:spPr>
          <a:xfrm>
            <a:off x="594360" y="2331720"/>
            <a:ext cx="374904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500" b="1">
                <a:solidFill>
                  <a:srgbClr val="1F2933"/>
                </a:solidFill>
                <a:effectLst/>
                <a:latin typeface="Calibri" panose="020F0502020204030204" pitchFamily="34" charset="0"/>
              </a:rPr>
              <a:t>Freeze the baseline</a:t>
            </a:r>
          </a:p>
          <a:p>
            <a:pPr algn="l">
              <a:buNone/>
            </a:pPr>
            <a:r>
              <a:rPr lang="en-US" sz="100">
                <a:effectLst/>
              </a:rPr>
              <a:t> </a:t>
            </a:r>
            <a:endParaRPr lang="en-US"/>
          </a:p>
        </p:txBody>
      </p:sp>
      <p:sp>
        <p:nvSpPr>
          <p:cNvPr id="1008" name="Rectangle 1007">
            <a:extLst>
              <a:ext uri="{FF2B5EF4-FFF2-40B4-BE49-F238E27FC236}">
                <a16:creationId xmlns:a16="http://schemas.microsoft.com/office/drawing/2014/main" id="{B2372955-BEA6-4DBF-1877-2E5CF8992A30}"/>
              </a:ext>
            </a:extLst>
          </p:cNvPr>
          <p:cNvSpPr/>
          <p:nvPr/>
        </p:nvSpPr>
        <p:spPr>
          <a:xfrm>
            <a:off x="594360" y="2697480"/>
            <a:ext cx="3749040" cy="5486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1F2933"/>
                </a:solidFill>
                <a:effectLst/>
                <a:latin typeface="Calibri" panose="020F0502020204030204" pitchFamily="34" charset="0"/>
              </a:rPr>
              <a:t>Record configuration, cases, evaluator settings, trace link, and the initial result</a:t>
            </a:r>
          </a:p>
          <a:p>
            <a:pPr algn="l">
              <a:buNone/>
            </a:pPr>
            <a:r>
              <a:rPr lang="en-US" sz="100">
                <a:effectLst/>
              </a:rPr>
              <a:t> </a:t>
            </a:r>
            <a:endParaRPr lang="en-US"/>
          </a:p>
        </p:txBody>
      </p:sp>
      <p:sp>
        <p:nvSpPr>
          <p:cNvPr id="1017" name="Rectangle 1016">
            <a:extLst>
              <a:ext uri="{FF2B5EF4-FFF2-40B4-BE49-F238E27FC236}">
                <a16:creationId xmlns:a16="http://schemas.microsoft.com/office/drawing/2014/main" id="{E4BA4715-4588-BB67-C071-3227C7F629BD}"/>
              </a:ext>
            </a:extLst>
          </p:cNvPr>
          <p:cNvSpPr/>
          <p:nvPr/>
        </p:nvSpPr>
        <p:spPr>
          <a:xfrm>
            <a:off x="4709160" y="1874520"/>
            <a:ext cx="3977640" cy="1508760"/>
          </a:xfrm>
          <a:prstGeom prst="rect">
            <a:avLst/>
          </a:prstGeom>
          <a:solidFill>
            <a:srgbClr val="FAF5FB"/>
          </a:solidFill>
          <a:ln w="9525">
            <a:solidFill>
              <a:srgbClr val="E6DCE9"/>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7" name="Rectangle 1026">
            <a:extLst>
              <a:ext uri="{FF2B5EF4-FFF2-40B4-BE49-F238E27FC236}">
                <a16:creationId xmlns:a16="http://schemas.microsoft.com/office/drawing/2014/main" id="{FF229D9A-B135-BACA-5AAE-78233A0CA4DC}"/>
              </a:ext>
            </a:extLst>
          </p:cNvPr>
          <p:cNvSpPr/>
          <p:nvPr/>
        </p:nvSpPr>
        <p:spPr>
          <a:xfrm>
            <a:off x="5257800" y="1965960"/>
            <a:ext cx="333756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b="1" spc="200">
                <a:solidFill>
                  <a:srgbClr val="8A3D93"/>
                </a:solidFill>
                <a:effectLst/>
                <a:latin typeface="Calibri" panose="020F0502020204030204" pitchFamily="34" charset="0"/>
              </a:rPr>
              <a:t>CANDIDATE</a:t>
            </a:r>
          </a:p>
          <a:p>
            <a:pPr algn="l">
              <a:buNone/>
            </a:pPr>
            <a:r>
              <a:rPr lang="en-US" sz="100">
                <a:effectLst/>
              </a:rPr>
              <a:t> </a:t>
            </a:r>
            <a:endParaRPr lang="en-US"/>
          </a:p>
        </p:txBody>
      </p:sp>
      <p:sp>
        <p:nvSpPr>
          <p:cNvPr id="1038" name="Rectangle 1037">
            <a:extLst>
              <a:ext uri="{FF2B5EF4-FFF2-40B4-BE49-F238E27FC236}">
                <a16:creationId xmlns:a16="http://schemas.microsoft.com/office/drawing/2014/main" id="{2964309D-93F1-0FAE-E108-C546170601A4}"/>
              </a:ext>
            </a:extLst>
          </p:cNvPr>
          <p:cNvSpPr/>
          <p:nvPr/>
        </p:nvSpPr>
        <p:spPr>
          <a:xfrm>
            <a:off x="4846320" y="2331720"/>
            <a:ext cx="374904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500" b="1">
                <a:solidFill>
                  <a:srgbClr val="1F2933"/>
                </a:solidFill>
                <a:effectLst/>
                <a:latin typeface="Calibri" panose="020F0502020204030204" pitchFamily="34" charset="0"/>
              </a:rPr>
              <a:t>Name one candidate change</a:t>
            </a:r>
          </a:p>
          <a:p>
            <a:pPr algn="l">
              <a:buNone/>
            </a:pPr>
            <a:r>
              <a:rPr lang="en-US" sz="100">
                <a:effectLst/>
              </a:rPr>
              <a:t> </a:t>
            </a:r>
            <a:endParaRPr lang="en-US"/>
          </a:p>
        </p:txBody>
      </p:sp>
      <p:sp>
        <p:nvSpPr>
          <p:cNvPr id="1050" name="Rectangle 1049">
            <a:extLst>
              <a:ext uri="{FF2B5EF4-FFF2-40B4-BE49-F238E27FC236}">
                <a16:creationId xmlns:a16="http://schemas.microsoft.com/office/drawing/2014/main" id="{0F405A5A-8831-890A-52C5-901D5CE5EB3C}"/>
              </a:ext>
            </a:extLst>
          </p:cNvPr>
          <p:cNvSpPr/>
          <p:nvPr/>
        </p:nvSpPr>
        <p:spPr>
          <a:xfrm>
            <a:off x="4846320" y="2697480"/>
            <a:ext cx="3749040" cy="5486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1F2933"/>
                </a:solidFill>
                <a:effectLst/>
                <a:latin typeface="Calibri" panose="020F0502020204030204" pitchFamily="34" charset="0"/>
              </a:rPr>
              <a:t>Instruction, tool, retrieval, control, or orchestration — not “everything”</a:t>
            </a:r>
          </a:p>
          <a:p>
            <a:pPr algn="l">
              <a:buNone/>
            </a:pPr>
            <a:r>
              <a:rPr lang="en-US" sz="100">
                <a:effectLst/>
              </a:rPr>
              <a:t> </a:t>
            </a:r>
            <a:endParaRPr lang="en-US"/>
          </a:p>
        </p:txBody>
      </p:sp>
      <p:sp>
        <p:nvSpPr>
          <p:cNvPr id="1063" name="Rectangle 1062">
            <a:extLst>
              <a:ext uri="{FF2B5EF4-FFF2-40B4-BE49-F238E27FC236}">
                <a16:creationId xmlns:a16="http://schemas.microsoft.com/office/drawing/2014/main" id="{837B7EBB-444E-B17B-9CAA-3E0A2BFF43B8}"/>
              </a:ext>
            </a:extLst>
          </p:cNvPr>
          <p:cNvSpPr/>
          <p:nvPr/>
        </p:nvSpPr>
        <p:spPr>
          <a:xfrm>
            <a:off x="457200" y="3520440"/>
            <a:ext cx="8229600" cy="457200"/>
          </a:xfrm>
          <a:prstGeom prst="rect">
            <a:avLst/>
          </a:prstGeom>
          <a:solidFill>
            <a:srgbClr val="8A3D93"/>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7" name="Rectangle 1076">
            <a:extLst>
              <a:ext uri="{FF2B5EF4-FFF2-40B4-BE49-F238E27FC236}">
                <a16:creationId xmlns:a16="http://schemas.microsoft.com/office/drawing/2014/main" id="{388F35CF-2B3B-79AE-36A1-06CA23457CAF}"/>
              </a:ext>
            </a:extLst>
          </p:cNvPr>
          <p:cNvSpPr/>
          <p:nvPr/>
        </p:nvSpPr>
        <p:spPr>
          <a:xfrm>
            <a:off x="822960" y="3520440"/>
            <a:ext cx="347472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b="1" spc="200">
                <a:solidFill>
                  <a:srgbClr val="FFFFFF"/>
                </a:solidFill>
                <a:effectLst/>
                <a:latin typeface="Calibri" panose="020F0502020204030204" pitchFamily="34" charset="0"/>
              </a:rPr>
              <a:t>HOLD THE COMPARISON STABLE</a:t>
            </a:r>
          </a:p>
          <a:p>
            <a:pPr algn="l">
              <a:buNone/>
            </a:pPr>
            <a:r>
              <a:rPr lang="en-US" sz="100">
                <a:effectLst/>
              </a:rPr>
              <a:t> </a:t>
            </a:r>
            <a:endParaRPr lang="en-US"/>
          </a:p>
        </p:txBody>
      </p:sp>
      <p:sp>
        <p:nvSpPr>
          <p:cNvPr id="1092" name="Rectangle 1091">
            <a:extLst>
              <a:ext uri="{FF2B5EF4-FFF2-40B4-BE49-F238E27FC236}">
                <a16:creationId xmlns:a16="http://schemas.microsoft.com/office/drawing/2014/main" id="{839E0C97-6166-2372-355A-7EDCA97B26F9}"/>
              </a:ext>
            </a:extLst>
          </p:cNvPr>
          <p:cNvSpPr/>
          <p:nvPr/>
        </p:nvSpPr>
        <p:spPr>
          <a:xfrm>
            <a:off x="4297680" y="3520440"/>
            <a:ext cx="438912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FFFFFF"/>
                </a:solidFill>
                <a:effectLst/>
                <a:latin typeface="Calibri" panose="020F0502020204030204" pitchFamily="34" charset="0"/>
              </a:rPr>
              <a:t>Same cases and evaluator settings; record versions and run IDs</a:t>
            </a:r>
            <a:endParaRPr lang="en-US"/>
          </a:p>
        </p:txBody>
      </p:sp>
      <p:sp>
        <p:nvSpPr>
          <p:cNvPr id="1108" name="Rectangle 1107">
            <a:extLst>
              <a:ext uri="{FF2B5EF4-FFF2-40B4-BE49-F238E27FC236}">
                <a16:creationId xmlns:a16="http://schemas.microsoft.com/office/drawing/2014/main" id="{33F7B93B-61B7-547C-F31A-D4852E6A0524}"/>
              </a:ext>
            </a:extLst>
          </p:cNvPr>
          <p:cNvSpPr/>
          <p:nvPr/>
        </p:nvSpPr>
        <p:spPr>
          <a:xfrm>
            <a:off x="365760" y="4114800"/>
            <a:ext cx="2743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b="1" spc="200">
                <a:solidFill>
                  <a:srgbClr val="8A3D93"/>
                </a:solidFill>
                <a:effectLst/>
                <a:latin typeface="Calibri" panose="020F0502020204030204" pitchFamily="34" charset="0"/>
              </a:rPr>
              <a:t>WEEK 1</a:t>
            </a:r>
          </a:p>
          <a:p>
            <a:pPr algn="l">
              <a:buNone/>
            </a:pPr>
            <a:r>
              <a:rPr lang="en-US" sz="100">
                <a:effectLst/>
              </a:rPr>
              <a:t> </a:t>
            </a:r>
            <a:endParaRPr lang="en-US"/>
          </a:p>
        </p:txBody>
      </p:sp>
      <p:sp>
        <p:nvSpPr>
          <p:cNvPr id="1125" name="Rectangle 1124">
            <a:extLst>
              <a:ext uri="{FF2B5EF4-FFF2-40B4-BE49-F238E27FC236}">
                <a16:creationId xmlns:a16="http://schemas.microsoft.com/office/drawing/2014/main" id="{8D1F416F-560F-F8E8-A3AA-8B2B4396AE1A}"/>
              </a:ext>
            </a:extLst>
          </p:cNvPr>
          <p:cNvSpPr/>
          <p:nvPr/>
        </p:nvSpPr>
        <p:spPr>
          <a:xfrm>
            <a:off x="365760" y="4389120"/>
            <a:ext cx="2743200" cy="2971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1F2933"/>
                </a:solidFill>
                <a:effectLst/>
                <a:latin typeface="Calibri" panose="020F0502020204030204" pitchFamily="34" charset="0"/>
              </a:rPr>
              <a:t>Spike and baseline</a:t>
            </a:r>
          </a:p>
          <a:p>
            <a:pPr algn="l">
              <a:buNone/>
            </a:pPr>
            <a:r>
              <a:rPr lang="en-US" sz="100">
                <a:effectLst/>
              </a:rPr>
              <a:t> </a:t>
            </a:r>
            <a:endParaRPr lang="en-US"/>
          </a:p>
        </p:txBody>
      </p:sp>
      <p:sp>
        <p:nvSpPr>
          <p:cNvPr id="1143" name="Rectangle 1142">
            <a:extLst>
              <a:ext uri="{FF2B5EF4-FFF2-40B4-BE49-F238E27FC236}">
                <a16:creationId xmlns:a16="http://schemas.microsoft.com/office/drawing/2014/main" id="{17CAE9F6-C556-453C-7D36-7275D5E4C994}"/>
              </a:ext>
            </a:extLst>
          </p:cNvPr>
          <p:cNvSpPr/>
          <p:nvPr/>
        </p:nvSpPr>
        <p:spPr>
          <a:xfrm>
            <a:off x="3154680" y="4114800"/>
            <a:ext cx="2743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b="1" spc="200">
                <a:solidFill>
                  <a:srgbClr val="8A3D93"/>
                </a:solidFill>
                <a:effectLst/>
                <a:latin typeface="Calibri" panose="020F0502020204030204" pitchFamily="34" charset="0"/>
              </a:rPr>
              <a:t>WEEK 2</a:t>
            </a:r>
          </a:p>
          <a:p>
            <a:pPr algn="l">
              <a:buNone/>
            </a:pPr>
            <a:r>
              <a:rPr lang="en-US" sz="100">
                <a:effectLst/>
              </a:rPr>
              <a:t> </a:t>
            </a:r>
            <a:endParaRPr lang="en-US"/>
          </a:p>
        </p:txBody>
      </p:sp>
      <p:sp>
        <p:nvSpPr>
          <p:cNvPr id="1162" name="Rectangle 1161">
            <a:extLst>
              <a:ext uri="{FF2B5EF4-FFF2-40B4-BE49-F238E27FC236}">
                <a16:creationId xmlns:a16="http://schemas.microsoft.com/office/drawing/2014/main" id="{388C4FDE-82D9-C586-C719-F34442265FB9}"/>
              </a:ext>
            </a:extLst>
          </p:cNvPr>
          <p:cNvSpPr/>
          <p:nvPr/>
        </p:nvSpPr>
        <p:spPr>
          <a:xfrm>
            <a:off x="3154680" y="4389120"/>
            <a:ext cx="2743200" cy="2971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1F2933"/>
                </a:solidFill>
                <a:effectLst/>
                <a:latin typeface="Calibri" panose="020F0502020204030204" pitchFamily="34" charset="0"/>
              </a:rPr>
              <a:t>Candidate and final result</a:t>
            </a:r>
          </a:p>
          <a:p>
            <a:pPr algn="l">
              <a:buNone/>
            </a:pPr>
            <a:r>
              <a:rPr lang="en-US" sz="100">
                <a:effectLst/>
              </a:rPr>
              <a:t> </a:t>
            </a:r>
            <a:endParaRPr lang="en-US"/>
          </a:p>
        </p:txBody>
      </p:sp>
      <p:sp>
        <p:nvSpPr>
          <p:cNvPr id="1182" name="Rectangle 1181">
            <a:extLst>
              <a:ext uri="{FF2B5EF4-FFF2-40B4-BE49-F238E27FC236}">
                <a16:creationId xmlns:a16="http://schemas.microsoft.com/office/drawing/2014/main" id="{E20C8173-08ED-370B-E7EA-02E2DE65AAA2}"/>
              </a:ext>
            </a:extLst>
          </p:cNvPr>
          <p:cNvSpPr/>
          <p:nvPr/>
        </p:nvSpPr>
        <p:spPr>
          <a:xfrm>
            <a:off x="5943600" y="4114800"/>
            <a:ext cx="2743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b="1" spc="200">
                <a:solidFill>
                  <a:srgbClr val="8A3D93"/>
                </a:solidFill>
                <a:effectLst/>
                <a:latin typeface="Calibri" panose="020F0502020204030204" pitchFamily="34" charset="0"/>
              </a:rPr>
              <a:t>WEEK 2–3</a:t>
            </a:r>
          </a:p>
          <a:p>
            <a:pPr algn="l">
              <a:buNone/>
            </a:pPr>
            <a:r>
              <a:rPr lang="en-US" sz="100">
                <a:effectLst/>
              </a:rPr>
              <a:t> </a:t>
            </a:r>
            <a:endParaRPr lang="en-US"/>
          </a:p>
        </p:txBody>
      </p:sp>
      <p:sp>
        <p:nvSpPr>
          <p:cNvPr id="1203" name="Rectangle 1202">
            <a:extLst>
              <a:ext uri="{FF2B5EF4-FFF2-40B4-BE49-F238E27FC236}">
                <a16:creationId xmlns:a16="http://schemas.microsoft.com/office/drawing/2014/main" id="{DA31C97D-BBF1-B088-EA83-FAE827345EE8}"/>
              </a:ext>
            </a:extLst>
          </p:cNvPr>
          <p:cNvSpPr/>
          <p:nvPr/>
        </p:nvSpPr>
        <p:spPr>
          <a:xfrm>
            <a:off x="5943600" y="4389120"/>
            <a:ext cx="2743200" cy="2971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1F2933"/>
                </a:solidFill>
                <a:effectLst/>
                <a:latin typeface="Calibri" panose="020F0502020204030204" pitchFamily="34" charset="0"/>
              </a:rPr>
              <a:t>Rehearsal</a:t>
            </a:r>
          </a:p>
          <a:p>
            <a:pPr algn="l">
              <a:buNone/>
            </a:pPr>
            <a:r>
              <a:rPr lang="en-US" sz="100">
                <a:effectLst/>
              </a:rPr>
              <a:t> </a:t>
            </a:r>
            <a:endParaRPr lang="en-US"/>
          </a:p>
        </p:txBody>
      </p:sp>
      <p:sp>
        <p:nvSpPr>
          <p:cNvPr id="1225" name="Rectangle 1224">
            <a:extLst>
              <a:ext uri="{FF2B5EF4-FFF2-40B4-BE49-F238E27FC236}">
                <a16:creationId xmlns:a16="http://schemas.microsoft.com/office/drawing/2014/main" id="{AD66C240-02E0-2011-A154-1C79FF6045AB}"/>
              </a:ext>
            </a:extLst>
          </p:cNvPr>
          <p:cNvSpPr/>
          <p:nvPr/>
        </p:nvSpPr>
        <p:spPr>
          <a:xfrm>
            <a:off x="365760" y="4823460"/>
            <a:ext cx="5669280" cy="2286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52606D"/>
                </a:solidFill>
                <a:effectLst/>
                <a:latin typeface="Calibri" panose="020F0502020204030204" pitchFamily="34" charset="0"/>
              </a:rPr>
              <a:t>Capstone Scoping  ·  Microsoft Agent Framework</a:t>
            </a:r>
          </a:p>
          <a:p>
            <a:pPr algn="l">
              <a:buNone/>
            </a:pPr>
            <a:r>
              <a:rPr lang="en-US" sz="100">
                <a:effectLst/>
              </a:rPr>
              <a:t> </a:t>
            </a:r>
            <a:endParaRPr lang="en-US"/>
          </a:p>
        </p:txBody>
      </p:sp>
      <p:sp>
        <p:nvSpPr>
          <p:cNvPr id="1248" name="Rectangle 1247">
            <a:extLst>
              <a:ext uri="{FF2B5EF4-FFF2-40B4-BE49-F238E27FC236}">
                <a16:creationId xmlns:a16="http://schemas.microsoft.com/office/drawing/2014/main" id="{BDB169E0-5968-F967-3BE3-115B24F65AA9}"/>
              </a:ext>
            </a:extLst>
          </p:cNvPr>
          <p:cNvSpPr/>
          <p:nvPr/>
        </p:nvSpPr>
        <p:spPr>
          <a:xfrm>
            <a:off x="7680960" y="4823460"/>
            <a:ext cx="1280160" cy="2286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buNone/>
            </a:pPr>
            <a:r>
              <a:rPr lang="en-US" sz="1200">
                <a:solidFill>
                  <a:srgbClr val="52606D"/>
                </a:solidFill>
                <a:effectLst/>
                <a:latin typeface="Calibri" panose="020F0502020204030204" pitchFamily="34" charset="0"/>
              </a:rPr>
              <a:t>5 / 6</a:t>
            </a:r>
          </a:p>
          <a:p>
            <a:pPr algn="r">
              <a:buNone/>
            </a:pPr>
            <a:r>
              <a:rPr lang="en-US" sz="100">
                <a:effectLst/>
              </a:rPr>
              <a:t> </a:t>
            </a:r>
            <a:endParaRPr lang="en-US"/>
          </a:p>
        </p:txBody>
      </p:sp>
      <p:pic>
        <p:nvPicPr>
          <p:cNvPr id="1249" name="Picture 1248" descr="working/ic7/i11.png">
            <a:extLst>
              <a:ext uri="{FF2B5EF4-FFF2-40B4-BE49-F238E27FC236}">
                <a16:creationId xmlns:a16="http://schemas.microsoft.com/office/drawing/2014/main" id="{F3BDF724-2104-B9CE-603B-D6BAEC368AF7}"/>
              </a:ext>
            </a:extLst>
          </p:cNvPr>
          <p:cNvPicPr>
            <a:picLocks noChangeAspect="1"/>
          </p:cNvPicPr>
          <p:nvPr/>
        </p:nvPicPr>
        <p:blipFill>
          <a:blip r:embed="rId3"/>
          <a:stretch>
            <a:fillRect/>
          </a:stretch>
        </p:blipFill>
        <p:spPr>
          <a:xfrm>
            <a:off x="685800" y="1965960"/>
            <a:ext cx="320040" cy="320040"/>
          </a:xfrm>
          <a:prstGeom prst="rect">
            <a:avLst/>
          </a:prstGeom>
        </p:spPr>
      </p:pic>
      <p:pic>
        <p:nvPicPr>
          <p:cNvPr id="1250" name="Picture 1249" descr="working/ic7/i12.png">
            <a:extLst>
              <a:ext uri="{FF2B5EF4-FFF2-40B4-BE49-F238E27FC236}">
                <a16:creationId xmlns:a16="http://schemas.microsoft.com/office/drawing/2014/main" id="{F4664F35-00AA-6A81-8A54-378D041794A1}"/>
              </a:ext>
            </a:extLst>
          </p:cNvPr>
          <p:cNvPicPr>
            <a:picLocks noChangeAspect="1"/>
          </p:cNvPicPr>
          <p:nvPr/>
        </p:nvPicPr>
        <p:blipFill>
          <a:blip r:embed="rId4"/>
          <a:stretch>
            <a:fillRect/>
          </a:stretch>
        </p:blipFill>
        <p:spPr>
          <a:xfrm>
            <a:off x="4937760" y="1965960"/>
            <a:ext cx="320040" cy="320040"/>
          </a:xfrm>
          <a:prstGeom prst="rect">
            <a:avLst/>
          </a:prstGeom>
        </p:spPr>
      </p:pic>
      <p:pic>
        <p:nvPicPr>
          <p:cNvPr id="1251" name="Picture 1250" descr="working/ic7/i1.png">
            <a:extLst>
              <a:ext uri="{FF2B5EF4-FFF2-40B4-BE49-F238E27FC236}">
                <a16:creationId xmlns:a16="http://schemas.microsoft.com/office/drawing/2014/main" id="{86D3326F-B4BC-650B-9407-27825F0D17D8}"/>
              </a:ext>
            </a:extLst>
          </p:cNvPr>
          <p:cNvPicPr>
            <a:picLocks noChangeAspect="1"/>
          </p:cNvPicPr>
          <p:nvPr/>
        </p:nvPicPr>
        <p:blipFill>
          <a:blip r:embed="rId5"/>
          <a:stretch>
            <a:fillRect/>
          </a:stretch>
        </p:blipFill>
        <p:spPr>
          <a:xfrm>
            <a:off x="548640" y="3611880"/>
            <a:ext cx="274320" cy="274320"/>
          </a:xfrm>
          <a:prstGeom prst="rect">
            <a:avLst/>
          </a:prstGeom>
        </p:spPr>
      </p:pic>
    </p:spTree>
    <p:extLst>
      <p:ext uri="{BB962C8B-B14F-4D97-AF65-F5344CB8AC3E}">
        <p14:creationId xmlns:p14="http://schemas.microsoft.com/office/powerpoint/2010/main" val="75925613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2" name="Rectangle 1251">
            <a:extLst>
              <a:ext uri="{FF2B5EF4-FFF2-40B4-BE49-F238E27FC236}">
                <a16:creationId xmlns:a16="http://schemas.microsoft.com/office/drawing/2014/main" id="{0578FFA7-6C61-FCD2-7F06-A211B1EA34FB}"/>
              </a:ext>
            </a:extLst>
          </p:cNvPr>
          <p:cNvSpPr/>
          <p:nvPr/>
        </p:nvSpPr>
        <p:spPr>
          <a:xfrm>
            <a:off x="365760" y="292608"/>
            <a:ext cx="84124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b="1" spc="400">
                <a:solidFill>
                  <a:srgbClr val="8A3D93"/>
                </a:solidFill>
                <a:effectLst/>
                <a:latin typeface="Calibri" panose="020F0502020204030204" pitchFamily="34" charset="0"/>
              </a:rPr>
              <a:t>FIRST CHALLENGE, THEN DISPOSITION</a:t>
            </a:r>
          </a:p>
          <a:p>
            <a:pPr algn="l">
              <a:buNone/>
            </a:pPr>
            <a:r>
              <a:rPr lang="en-US" sz="100">
                <a:effectLst/>
              </a:rPr>
              <a:t> </a:t>
            </a:r>
            <a:endParaRPr lang="en-US"/>
          </a:p>
        </p:txBody>
      </p:sp>
      <p:sp>
        <p:nvSpPr>
          <p:cNvPr id="1254" name="Rectangle 1253">
            <a:extLst>
              <a:ext uri="{FF2B5EF4-FFF2-40B4-BE49-F238E27FC236}">
                <a16:creationId xmlns:a16="http://schemas.microsoft.com/office/drawing/2014/main" id="{05C78EE0-4D59-1E28-694A-B8E6A561B272}"/>
              </a:ext>
            </a:extLst>
          </p:cNvPr>
          <p:cNvSpPr/>
          <p:nvPr/>
        </p:nvSpPr>
        <p:spPr>
          <a:xfrm>
            <a:off x="365760" y="566928"/>
            <a:ext cx="841248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2800" b="1">
                <a:solidFill>
                  <a:srgbClr val="1F2933"/>
                </a:solidFill>
                <a:effectLst/>
                <a:latin typeface="Calibri" panose="020F0502020204030204" pitchFamily="34" charset="0"/>
              </a:rPr>
              <a:t>Challenge, coach, and record disposition</a:t>
            </a:r>
          </a:p>
          <a:p>
            <a:pPr algn="l">
              <a:buNone/>
            </a:pPr>
            <a:r>
              <a:rPr lang="en-US" sz="100">
                <a:effectLst/>
              </a:rPr>
              <a:t> </a:t>
            </a:r>
            <a:endParaRPr lang="en-US"/>
          </a:p>
        </p:txBody>
      </p:sp>
      <p:sp>
        <p:nvSpPr>
          <p:cNvPr id="1257" name="Rectangle 1256">
            <a:extLst>
              <a:ext uri="{FF2B5EF4-FFF2-40B4-BE49-F238E27FC236}">
                <a16:creationId xmlns:a16="http://schemas.microsoft.com/office/drawing/2014/main" id="{04B2AAB0-DA71-1B3F-5820-E4F5FFD63B42}"/>
              </a:ext>
            </a:extLst>
          </p:cNvPr>
          <p:cNvSpPr/>
          <p:nvPr/>
        </p:nvSpPr>
        <p:spPr>
          <a:xfrm>
            <a:off x="457200" y="1225296"/>
            <a:ext cx="731520" cy="25400"/>
          </a:xfrm>
          <a:prstGeom prst="rect">
            <a:avLst/>
          </a:prstGeom>
          <a:solidFill>
            <a:srgbClr val="8A3D93"/>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61" name="Rectangle 1260">
            <a:extLst>
              <a:ext uri="{FF2B5EF4-FFF2-40B4-BE49-F238E27FC236}">
                <a16:creationId xmlns:a16="http://schemas.microsoft.com/office/drawing/2014/main" id="{EC4A9517-7646-4717-A5E1-F483CB821460}"/>
              </a:ext>
            </a:extLst>
          </p:cNvPr>
          <p:cNvSpPr/>
          <p:nvPr/>
        </p:nvSpPr>
        <p:spPr>
          <a:xfrm>
            <a:off x="365760" y="1417320"/>
            <a:ext cx="841248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300">
                <a:solidFill>
                  <a:srgbClr val="52606D"/>
                </a:solidFill>
                <a:effectLst/>
                <a:latin typeface="Calibri" panose="020F0502020204030204" pitchFamily="34" charset="0"/>
              </a:rPr>
              <a:t>Do not infer that a drawn control works — peers challenge it, then the disposition is recorded.</a:t>
            </a:r>
          </a:p>
          <a:p>
            <a:pPr algn="l">
              <a:buNone/>
            </a:pPr>
            <a:r>
              <a:rPr lang="en-US" sz="100">
                <a:effectLst/>
              </a:rPr>
              <a:t> </a:t>
            </a:r>
            <a:endParaRPr lang="en-US"/>
          </a:p>
        </p:txBody>
      </p:sp>
      <p:sp>
        <p:nvSpPr>
          <p:cNvPr id="1266" name="Oval 1265">
            <a:extLst>
              <a:ext uri="{FF2B5EF4-FFF2-40B4-BE49-F238E27FC236}">
                <a16:creationId xmlns:a16="http://schemas.microsoft.com/office/drawing/2014/main" id="{5610C41E-A9CD-1DBC-69F8-A4D8EE9DA7A0}"/>
              </a:ext>
            </a:extLst>
          </p:cNvPr>
          <p:cNvSpPr/>
          <p:nvPr/>
        </p:nvSpPr>
        <p:spPr>
          <a:xfrm>
            <a:off x="457200" y="1874520"/>
            <a:ext cx="365760" cy="365760"/>
          </a:xfrm>
          <a:prstGeom prst="ellipse">
            <a:avLst/>
          </a:prstGeom>
          <a:solidFill>
            <a:srgbClr val="8A3D93"/>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uNone/>
            </a:pPr>
            <a:r>
              <a:rPr lang="en-US" sz="1200" b="1">
                <a:solidFill>
                  <a:srgbClr val="FFFFFF"/>
                </a:solidFill>
                <a:effectLst/>
                <a:latin typeface="Calibri" panose="020F0502020204030204" pitchFamily="34" charset="0"/>
              </a:rPr>
              <a:t>1</a:t>
            </a:r>
          </a:p>
          <a:p>
            <a:pPr algn="ctr">
              <a:buNone/>
            </a:pPr>
            <a:r>
              <a:rPr lang="en-US" sz="100">
                <a:effectLst/>
              </a:rPr>
              <a:t> </a:t>
            </a:r>
            <a:endParaRPr lang="en-US"/>
          </a:p>
        </p:txBody>
      </p:sp>
      <p:sp>
        <p:nvSpPr>
          <p:cNvPr id="1272" name="Rectangle 1271">
            <a:extLst>
              <a:ext uri="{FF2B5EF4-FFF2-40B4-BE49-F238E27FC236}">
                <a16:creationId xmlns:a16="http://schemas.microsoft.com/office/drawing/2014/main" id="{CF6BCF4C-6E57-E120-DA21-D5737DD3A35A}"/>
              </a:ext>
            </a:extLst>
          </p:cNvPr>
          <p:cNvSpPr/>
          <p:nvPr/>
        </p:nvSpPr>
        <p:spPr>
          <a:xfrm>
            <a:off x="868680" y="1874520"/>
            <a:ext cx="237744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b="1" spc="200">
                <a:solidFill>
                  <a:srgbClr val="8A3D93"/>
                </a:solidFill>
                <a:effectLst/>
                <a:latin typeface="Calibri" panose="020F0502020204030204" pitchFamily="34" charset="0"/>
              </a:rPr>
              <a:t>Failure path</a:t>
            </a:r>
          </a:p>
          <a:p>
            <a:pPr algn="l">
              <a:buNone/>
            </a:pPr>
            <a:r>
              <a:rPr lang="en-US" sz="100">
                <a:effectLst/>
              </a:rPr>
              <a:t> </a:t>
            </a:r>
            <a:endParaRPr lang="en-US"/>
          </a:p>
        </p:txBody>
      </p:sp>
      <p:sp>
        <p:nvSpPr>
          <p:cNvPr id="1279" name="Rectangle 1278">
            <a:extLst>
              <a:ext uri="{FF2B5EF4-FFF2-40B4-BE49-F238E27FC236}">
                <a16:creationId xmlns:a16="http://schemas.microsoft.com/office/drawing/2014/main" id="{FBB5CD5E-5E12-7BA4-B788-30D06429BB27}"/>
              </a:ext>
            </a:extLst>
          </p:cNvPr>
          <p:cNvSpPr/>
          <p:nvPr/>
        </p:nvSpPr>
        <p:spPr>
          <a:xfrm>
            <a:off x="3154680" y="1874520"/>
            <a:ext cx="5623560" cy="5029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1F2933"/>
                </a:solidFill>
                <a:effectLst/>
                <a:latin typeface="Calibri" panose="020F0502020204030204" pitchFamily="34" charset="0"/>
              </a:rPr>
              <a:t>Choose one failure case, its control, enforcement point, expected outcome, and verifying evidence</a:t>
            </a:r>
          </a:p>
          <a:p>
            <a:pPr algn="l">
              <a:buNone/>
            </a:pPr>
            <a:r>
              <a:rPr lang="en-US" sz="100">
                <a:effectLst/>
              </a:rPr>
              <a:t> </a:t>
            </a:r>
            <a:endParaRPr lang="en-US"/>
          </a:p>
        </p:txBody>
      </p:sp>
      <p:sp>
        <p:nvSpPr>
          <p:cNvPr id="1287" name="Rectangle 1286">
            <a:extLst>
              <a:ext uri="{FF2B5EF4-FFF2-40B4-BE49-F238E27FC236}">
                <a16:creationId xmlns:a16="http://schemas.microsoft.com/office/drawing/2014/main" id="{EC1FEA75-0081-0995-FE74-17D4E89660E6}"/>
              </a:ext>
            </a:extLst>
          </p:cNvPr>
          <p:cNvSpPr/>
          <p:nvPr/>
        </p:nvSpPr>
        <p:spPr>
          <a:xfrm>
            <a:off x="457200" y="2377440"/>
            <a:ext cx="8229600" cy="9525"/>
          </a:xfrm>
          <a:prstGeom prst="rect">
            <a:avLst/>
          </a:prstGeom>
          <a:solidFill>
            <a:srgbClr val="E6DCE9"/>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96" name="Oval 1295">
            <a:extLst>
              <a:ext uri="{FF2B5EF4-FFF2-40B4-BE49-F238E27FC236}">
                <a16:creationId xmlns:a16="http://schemas.microsoft.com/office/drawing/2014/main" id="{7DDD64FB-00E4-0997-2E85-F90F92B9F91F}"/>
              </a:ext>
            </a:extLst>
          </p:cNvPr>
          <p:cNvSpPr/>
          <p:nvPr/>
        </p:nvSpPr>
        <p:spPr>
          <a:xfrm>
            <a:off x="457200" y="2468880"/>
            <a:ext cx="365760" cy="365760"/>
          </a:xfrm>
          <a:prstGeom prst="ellipse">
            <a:avLst/>
          </a:prstGeom>
          <a:solidFill>
            <a:srgbClr val="8A3D93"/>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uNone/>
            </a:pPr>
            <a:r>
              <a:rPr lang="en-US" sz="1200" b="1">
                <a:solidFill>
                  <a:srgbClr val="FFFFFF"/>
                </a:solidFill>
                <a:effectLst/>
                <a:latin typeface="Calibri" panose="020F0502020204030204" pitchFamily="34" charset="0"/>
              </a:rPr>
              <a:t>2</a:t>
            </a:r>
          </a:p>
          <a:p>
            <a:pPr algn="ctr">
              <a:buNone/>
            </a:pPr>
            <a:r>
              <a:rPr lang="en-US" sz="100">
                <a:effectLst/>
              </a:rPr>
              <a:t> </a:t>
            </a:r>
            <a:endParaRPr lang="en-US"/>
          </a:p>
        </p:txBody>
      </p:sp>
      <p:sp>
        <p:nvSpPr>
          <p:cNvPr id="1306" name="Rectangle 1305">
            <a:extLst>
              <a:ext uri="{FF2B5EF4-FFF2-40B4-BE49-F238E27FC236}">
                <a16:creationId xmlns:a16="http://schemas.microsoft.com/office/drawing/2014/main" id="{2698FB58-ECAA-09D3-C9AE-ECA96B83CD58}"/>
              </a:ext>
            </a:extLst>
          </p:cNvPr>
          <p:cNvSpPr/>
          <p:nvPr/>
        </p:nvSpPr>
        <p:spPr>
          <a:xfrm>
            <a:off x="868680" y="2468880"/>
            <a:ext cx="237744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b="1" spc="200">
                <a:solidFill>
                  <a:srgbClr val="8A3D93"/>
                </a:solidFill>
                <a:effectLst/>
                <a:latin typeface="Calibri" panose="020F0502020204030204" pitchFamily="34" charset="0"/>
              </a:rPr>
              <a:t>Risk check</a:t>
            </a:r>
          </a:p>
          <a:p>
            <a:pPr algn="l">
              <a:buNone/>
            </a:pPr>
            <a:r>
              <a:rPr lang="en-US" sz="100">
                <a:effectLst/>
              </a:rPr>
              <a:t> </a:t>
            </a:r>
            <a:endParaRPr lang="en-US"/>
          </a:p>
        </p:txBody>
      </p:sp>
      <p:sp>
        <p:nvSpPr>
          <p:cNvPr id="1317" name="Rectangle 1316">
            <a:extLst>
              <a:ext uri="{FF2B5EF4-FFF2-40B4-BE49-F238E27FC236}">
                <a16:creationId xmlns:a16="http://schemas.microsoft.com/office/drawing/2014/main" id="{67FBC0E0-A5B9-91E5-9EF6-562C45BAA375}"/>
              </a:ext>
            </a:extLst>
          </p:cNvPr>
          <p:cNvSpPr/>
          <p:nvPr/>
        </p:nvSpPr>
        <p:spPr>
          <a:xfrm>
            <a:off x="3154680" y="2468880"/>
            <a:ext cx="562356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1F2933"/>
                </a:solidFill>
                <a:effectLst/>
                <a:latin typeface="Calibri" panose="020F0502020204030204" pitchFamily="34" charset="0"/>
              </a:rPr>
              <a:t>Challenge one permission or cost/latency assumption; name its owner and smallest test</a:t>
            </a:r>
          </a:p>
          <a:p>
            <a:pPr algn="l">
              <a:buNone/>
            </a:pPr>
            <a:r>
              <a:rPr lang="en-US" sz="100">
                <a:effectLst/>
              </a:rPr>
              <a:t> </a:t>
            </a:r>
            <a:endParaRPr lang="en-US"/>
          </a:p>
        </p:txBody>
      </p:sp>
      <p:sp>
        <p:nvSpPr>
          <p:cNvPr id="1329" name="Rectangle 1328">
            <a:extLst>
              <a:ext uri="{FF2B5EF4-FFF2-40B4-BE49-F238E27FC236}">
                <a16:creationId xmlns:a16="http://schemas.microsoft.com/office/drawing/2014/main" id="{9C047CFF-5FF2-2472-4FB2-5E87DA59F37C}"/>
              </a:ext>
            </a:extLst>
          </p:cNvPr>
          <p:cNvSpPr/>
          <p:nvPr/>
        </p:nvSpPr>
        <p:spPr>
          <a:xfrm>
            <a:off x="457200" y="2971800"/>
            <a:ext cx="8229600" cy="9525"/>
          </a:xfrm>
          <a:prstGeom prst="rect">
            <a:avLst/>
          </a:prstGeom>
          <a:solidFill>
            <a:srgbClr val="E6DCE9"/>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42" name="Oval 1341">
            <a:extLst>
              <a:ext uri="{FF2B5EF4-FFF2-40B4-BE49-F238E27FC236}">
                <a16:creationId xmlns:a16="http://schemas.microsoft.com/office/drawing/2014/main" id="{59D97BB8-8226-FDD4-3A16-EC3C6AAF3BC9}"/>
              </a:ext>
            </a:extLst>
          </p:cNvPr>
          <p:cNvSpPr/>
          <p:nvPr/>
        </p:nvSpPr>
        <p:spPr>
          <a:xfrm>
            <a:off x="457200" y="3063240"/>
            <a:ext cx="365760" cy="365760"/>
          </a:xfrm>
          <a:prstGeom prst="ellipse">
            <a:avLst/>
          </a:prstGeom>
          <a:solidFill>
            <a:srgbClr val="8A3D93"/>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uNone/>
            </a:pPr>
            <a:r>
              <a:rPr lang="en-US" sz="1200" b="1">
                <a:solidFill>
                  <a:srgbClr val="FFFFFF"/>
                </a:solidFill>
                <a:effectLst/>
                <a:latin typeface="Calibri" panose="020F0502020204030204" pitchFamily="34" charset="0"/>
              </a:rPr>
              <a:t>3</a:t>
            </a:r>
          </a:p>
          <a:p>
            <a:pPr algn="ctr">
              <a:buNone/>
            </a:pPr>
            <a:r>
              <a:rPr lang="en-US" sz="100">
                <a:effectLst/>
              </a:rPr>
              <a:t> </a:t>
            </a:r>
            <a:endParaRPr lang="en-US"/>
          </a:p>
        </p:txBody>
      </p:sp>
      <p:sp>
        <p:nvSpPr>
          <p:cNvPr id="1356" name="Rectangle 1355">
            <a:extLst>
              <a:ext uri="{FF2B5EF4-FFF2-40B4-BE49-F238E27FC236}">
                <a16:creationId xmlns:a16="http://schemas.microsoft.com/office/drawing/2014/main" id="{61507986-E828-9987-C61D-478A2CF3C405}"/>
              </a:ext>
            </a:extLst>
          </p:cNvPr>
          <p:cNvSpPr/>
          <p:nvPr/>
        </p:nvSpPr>
        <p:spPr>
          <a:xfrm>
            <a:off x="868680" y="3063240"/>
            <a:ext cx="237744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b="1" spc="200">
                <a:solidFill>
                  <a:srgbClr val="8A3D93"/>
                </a:solidFill>
                <a:effectLst/>
                <a:latin typeface="Calibri" panose="020F0502020204030204" pitchFamily="34" charset="0"/>
              </a:rPr>
              <a:t>Review</a:t>
            </a:r>
          </a:p>
          <a:p>
            <a:pPr algn="l">
              <a:buNone/>
            </a:pPr>
            <a:r>
              <a:rPr lang="en-US" sz="100">
                <a:effectLst/>
              </a:rPr>
              <a:t> </a:t>
            </a:r>
            <a:endParaRPr lang="en-US"/>
          </a:p>
        </p:txBody>
      </p:sp>
      <p:sp>
        <p:nvSpPr>
          <p:cNvPr id="1371" name="Rectangle 1370">
            <a:extLst>
              <a:ext uri="{FF2B5EF4-FFF2-40B4-BE49-F238E27FC236}">
                <a16:creationId xmlns:a16="http://schemas.microsoft.com/office/drawing/2014/main" id="{719D3555-6A50-7CE9-026B-162C445E018A}"/>
              </a:ext>
            </a:extLst>
          </p:cNvPr>
          <p:cNvSpPr/>
          <p:nvPr/>
        </p:nvSpPr>
        <p:spPr>
          <a:xfrm>
            <a:off x="3154680" y="3063240"/>
            <a:ext cx="562356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1F2933"/>
                </a:solidFill>
                <a:effectLst/>
                <a:latin typeface="Calibri" panose="020F0502020204030204" pitchFamily="34" charset="0"/>
              </a:rPr>
              <a:t>Record Reviewed — ready, Reviewed — changes required, or Needs review</a:t>
            </a:r>
          </a:p>
          <a:p>
            <a:pPr algn="l">
              <a:buNone/>
            </a:pPr>
            <a:r>
              <a:rPr lang="en-US" sz="100">
                <a:effectLst/>
              </a:rPr>
              <a:t> </a:t>
            </a:r>
            <a:endParaRPr lang="en-US"/>
          </a:p>
        </p:txBody>
      </p:sp>
      <p:sp>
        <p:nvSpPr>
          <p:cNvPr id="1387" name="Rectangle 1386">
            <a:extLst>
              <a:ext uri="{FF2B5EF4-FFF2-40B4-BE49-F238E27FC236}">
                <a16:creationId xmlns:a16="http://schemas.microsoft.com/office/drawing/2014/main" id="{250DA927-CE23-5D5A-5350-D864EC33D3A4}"/>
              </a:ext>
            </a:extLst>
          </p:cNvPr>
          <p:cNvSpPr/>
          <p:nvPr/>
        </p:nvSpPr>
        <p:spPr>
          <a:xfrm>
            <a:off x="457200" y="3566160"/>
            <a:ext cx="8229600" cy="9525"/>
          </a:xfrm>
          <a:prstGeom prst="rect">
            <a:avLst/>
          </a:prstGeom>
          <a:solidFill>
            <a:srgbClr val="E6DCE9"/>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04" name="Oval 1403">
            <a:extLst>
              <a:ext uri="{FF2B5EF4-FFF2-40B4-BE49-F238E27FC236}">
                <a16:creationId xmlns:a16="http://schemas.microsoft.com/office/drawing/2014/main" id="{FF309D67-FD01-39B4-C2C5-7BB077F622C5}"/>
              </a:ext>
            </a:extLst>
          </p:cNvPr>
          <p:cNvSpPr/>
          <p:nvPr/>
        </p:nvSpPr>
        <p:spPr>
          <a:xfrm>
            <a:off x="457200" y="3657600"/>
            <a:ext cx="365760" cy="365760"/>
          </a:xfrm>
          <a:prstGeom prst="ellipse">
            <a:avLst/>
          </a:prstGeom>
          <a:solidFill>
            <a:srgbClr val="8A3D93"/>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uNone/>
            </a:pPr>
            <a:r>
              <a:rPr lang="en-US" sz="1200" b="1">
                <a:solidFill>
                  <a:srgbClr val="FFFFFF"/>
                </a:solidFill>
                <a:effectLst/>
                <a:latin typeface="Calibri" panose="020F0502020204030204" pitchFamily="34" charset="0"/>
              </a:rPr>
              <a:t>4</a:t>
            </a:r>
          </a:p>
          <a:p>
            <a:pPr algn="ctr">
              <a:buNone/>
            </a:pPr>
            <a:r>
              <a:rPr lang="en-US" sz="100">
                <a:effectLst/>
              </a:rPr>
              <a:t> </a:t>
            </a:r>
            <a:endParaRPr lang="en-US"/>
          </a:p>
        </p:txBody>
      </p:sp>
      <p:sp>
        <p:nvSpPr>
          <p:cNvPr id="1422" name="Rectangle 1421">
            <a:extLst>
              <a:ext uri="{FF2B5EF4-FFF2-40B4-BE49-F238E27FC236}">
                <a16:creationId xmlns:a16="http://schemas.microsoft.com/office/drawing/2014/main" id="{5C7AA85B-0A88-1ED2-4F10-5417DAFF3238}"/>
              </a:ext>
            </a:extLst>
          </p:cNvPr>
          <p:cNvSpPr/>
          <p:nvPr/>
        </p:nvSpPr>
        <p:spPr>
          <a:xfrm>
            <a:off x="868680" y="3657600"/>
            <a:ext cx="237744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b="1" spc="200">
                <a:solidFill>
                  <a:srgbClr val="8A3D93"/>
                </a:solidFill>
                <a:effectLst/>
                <a:latin typeface="Calibri" panose="020F0502020204030204" pitchFamily="34" charset="0"/>
              </a:rPr>
              <a:t>Close gaps</a:t>
            </a:r>
          </a:p>
          <a:p>
            <a:pPr algn="l">
              <a:buNone/>
            </a:pPr>
            <a:r>
              <a:rPr lang="en-US" sz="100">
                <a:effectLst/>
              </a:rPr>
              <a:t> </a:t>
            </a:r>
            <a:endParaRPr lang="en-US"/>
          </a:p>
        </p:txBody>
      </p:sp>
      <p:sp>
        <p:nvSpPr>
          <p:cNvPr id="1441" name="Rectangle 1440">
            <a:extLst>
              <a:ext uri="{FF2B5EF4-FFF2-40B4-BE49-F238E27FC236}">
                <a16:creationId xmlns:a16="http://schemas.microsoft.com/office/drawing/2014/main" id="{EC9C1535-C7DA-7368-653D-4AF83B6D6812}"/>
              </a:ext>
            </a:extLst>
          </p:cNvPr>
          <p:cNvSpPr/>
          <p:nvPr/>
        </p:nvSpPr>
        <p:spPr>
          <a:xfrm>
            <a:off x="3154680" y="3657600"/>
            <a:ext cx="562356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1F2933"/>
                </a:solidFill>
                <a:effectLst/>
                <a:latin typeface="Calibri" panose="020F0502020204030204" pitchFamily="34" charset="0"/>
              </a:rPr>
              <a:t>Give every open item a status, owner, evidence request, and next action</a:t>
            </a:r>
          </a:p>
          <a:p>
            <a:pPr algn="l">
              <a:buNone/>
            </a:pPr>
            <a:r>
              <a:rPr lang="en-US" sz="100">
                <a:effectLst/>
              </a:rPr>
              <a:t> </a:t>
            </a:r>
            <a:endParaRPr lang="en-US"/>
          </a:p>
        </p:txBody>
      </p:sp>
      <p:sp>
        <p:nvSpPr>
          <p:cNvPr id="1461" name="Rectangle 1460">
            <a:extLst>
              <a:ext uri="{FF2B5EF4-FFF2-40B4-BE49-F238E27FC236}">
                <a16:creationId xmlns:a16="http://schemas.microsoft.com/office/drawing/2014/main" id="{61972567-41BB-7307-439F-231DF74BD80F}"/>
              </a:ext>
            </a:extLst>
          </p:cNvPr>
          <p:cNvSpPr/>
          <p:nvPr/>
        </p:nvSpPr>
        <p:spPr>
          <a:xfrm>
            <a:off x="457200" y="4160520"/>
            <a:ext cx="8229600" cy="9525"/>
          </a:xfrm>
          <a:prstGeom prst="rect">
            <a:avLst/>
          </a:prstGeom>
          <a:solidFill>
            <a:srgbClr val="E6DCE9"/>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82" name="Rectangle 1481">
            <a:extLst>
              <a:ext uri="{FF2B5EF4-FFF2-40B4-BE49-F238E27FC236}">
                <a16:creationId xmlns:a16="http://schemas.microsoft.com/office/drawing/2014/main" id="{22C2E382-7D4B-CDDB-76EB-9930D31B6533}"/>
              </a:ext>
            </a:extLst>
          </p:cNvPr>
          <p:cNvSpPr/>
          <p:nvPr/>
        </p:nvSpPr>
        <p:spPr>
          <a:xfrm>
            <a:off x="365760" y="4480560"/>
            <a:ext cx="84124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i="1">
                <a:solidFill>
                  <a:srgbClr val="52606D"/>
                </a:solidFill>
                <a:effectLst/>
                <a:latin typeface="Calibri" panose="020F0502020204030204" pitchFamily="34" charset="0"/>
              </a:rPr>
              <a:t>Final checkpoint: charter + sketch + ≥10 planned cases + milestones + review disposition + individual 30-day next steps.</a:t>
            </a:r>
          </a:p>
          <a:p>
            <a:pPr algn="l">
              <a:buNone/>
            </a:pPr>
            <a:r>
              <a:rPr lang="en-US" sz="100">
                <a:effectLst/>
              </a:rPr>
              <a:t> </a:t>
            </a:r>
            <a:endParaRPr lang="en-US"/>
          </a:p>
        </p:txBody>
      </p:sp>
      <p:sp>
        <p:nvSpPr>
          <p:cNvPr id="1504" name="Rectangle 1503">
            <a:extLst>
              <a:ext uri="{FF2B5EF4-FFF2-40B4-BE49-F238E27FC236}">
                <a16:creationId xmlns:a16="http://schemas.microsoft.com/office/drawing/2014/main" id="{0BEB484A-988E-0BD2-DA94-16CF4318FBDF}"/>
              </a:ext>
            </a:extLst>
          </p:cNvPr>
          <p:cNvSpPr/>
          <p:nvPr/>
        </p:nvSpPr>
        <p:spPr>
          <a:xfrm>
            <a:off x="365760" y="4823460"/>
            <a:ext cx="5669280" cy="2286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52606D"/>
                </a:solidFill>
                <a:effectLst/>
                <a:latin typeface="Calibri" panose="020F0502020204030204" pitchFamily="34" charset="0"/>
              </a:rPr>
              <a:t>Capstone Scoping  ·  Microsoft Agent Framework</a:t>
            </a:r>
          </a:p>
          <a:p>
            <a:pPr algn="l">
              <a:buNone/>
            </a:pPr>
            <a:r>
              <a:rPr lang="en-US" sz="100">
                <a:effectLst/>
              </a:rPr>
              <a:t> </a:t>
            </a:r>
            <a:endParaRPr lang="en-US"/>
          </a:p>
        </p:txBody>
      </p:sp>
      <p:sp>
        <p:nvSpPr>
          <p:cNvPr id="1527" name="Rectangle 1526">
            <a:extLst>
              <a:ext uri="{FF2B5EF4-FFF2-40B4-BE49-F238E27FC236}">
                <a16:creationId xmlns:a16="http://schemas.microsoft.com/office/drawing/2014/main" id="{700AC6E9-F696-4031-8093-B80D65F7731D}"/>
              </a:ext>
            </a:extLst>
          </p:cNvPr>
          <p:cNvSpPr/>
          <p:nvPr/>
        </p:nvSpPr>
        <p:spPr>
          <a:xfrm>
            <a:off x="7680960" y="4823460"/>
            <a:ext cx="1280160" cy="2286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buNone/>
            </a:pPr>
            <a:r>
              <a:rPr lang="en-US" sz="1200">
                <a:solidFill>
                  <a:srgbClr val="52606D"/>
                </a:solidFill>
                <a:effectLst/>
                <a:latin typeface="Calibri" panose="020F0502020204030204" pitchFamily="34" charset="0"/>
              </a:rPr>
              <a:t>6 / 6</a:t>
            </a:r>
          </a:p>
          <a:p>
            <a:pPr algn="r">
              <a:buNone/>
            </a:pPr>
            <a:r>
              <a:rPr lang="en-US" sz="100">
                <a:effectLst/>
              </a:rPr>
              <a:t> </a:t>
            </a:r>
            <a:endParaRPr lang="en-US"/>
          </a:p>
        </p:txBody>
      </p:sp>
    </p:spTree>
    <p:extLst>
      <p:ext uri="{BB962C8B-B14F-4D97-AF65-F5344CB8AC3E}">
        <p14:creationId xmlns:p14="http://schemas.microsoft.com/office/powerpoint/2010/main" val="404163996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9fbde396-1a24-4c79-8edf-9254a0f35055}" enabled="1" method="Standard" siteId="{72f988bf-86f1-41af-91ab-2d7cd011db47}" removed="0"/>
</clbl:labelList>
</file>

<file path=docProps/app.xml><?xml version="1.0" encoding="utf-8"?>
<Properties xmlns="http://schemas.openxmlformats.org/officeDocument/2006/extended-properties" xmlns:vt="http://schemas.openxmlformats.org/officeDocument/2006/docPropsVTypes">
  <TotalTime>0</TotalTime>
  <Words>1514</Words>
  <Application>Microsoft Macintosh PowerPoint</Application>
  <PresentationFormat>On-screen Show (16:9)</PresentationFormat>
  <Paragraphs>186</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vector>
  </TitlesOfParts>
  <Company>Building AI Apps and Agents Workshop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Capstone Scoping Working Session</dc:title>
  <dc:subject>Day 5 — Production Readiness and Capstone</dc:subject>
  <dc:creator>Building AI Apps and Agents Workshop</dc:creator>
  <cp:lastModifiedBy>Jim Welch</cp:lastModifiedBy>
  <cp:revision>2</cp:revision>
  <dcterms:created xsi:type="dcterms:W3CDTF">2026-09-18T20:55:31Z</dcterms:created>
  <dcterms:modified xsi:type="dcterms:W3CDTF">2026-09-20T19:43:38Z</dcterms:modified>
</cp:coreProperties>
</file>