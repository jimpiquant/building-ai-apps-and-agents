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467" r:id="rId2"/>
    <p:sldId id="668" r:id="rId3"/>
    <p:sldId id="869" r:id="rId4"/>
    <p:sldId id="1070" r:id="rId5"/>
    <p:sldId id="1271" r:id="rId6"/>
    <p:sldId id="1472" r:id="rId7"/>
    <p:sldId id="1673" r:id="rId8"/>
    <p:sldId id="1874" r:id="rId9"/>
    <p:sldId id="2075" r:id="rId10"/>
    <p:sldId id="2276" r:id="rId11"/>
    <p:sldId id="2477" r:id="rId12"/>
  </p:sldIdLst>
  <p:sldSz cx="9144000" cy="5143500" type="screen16x9"/>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91AEAB9-865B-4BD0-94DF-2A05C6443A48}" v="23" dt="2026-09-20T18:09:07.08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68" d="100"/>
          <a:sy n="168" d="100"/>
        </p:scale>
        <p:origin x="584"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clId="Web-{A91AEAB9-865B-4BD0-94DF-2A05C6443A48}"/>
    <pc:docChg chg="mod addSld delSld modSld setSldSz">
      <pc:chgData name="" userId="" providerId="" clId="Web-{A91AEAB9-865B-4BD0-94DF-2A05C6443A48}" dt="2026-09-20T18:09:07.084" v="46" actId="34807"/>
      <pc:docMkLst>
        <pc:docMk/>
      </pc:docMkLst>
      <pc:sldChg chg="modSp del">
        <pc:chgData name="" userId="" providerId="" clId="Web-{A91AEAB9-865B-4BD0-94DF-2A05C6443A48}" dt="2026-09-20T18:05:33.215" v="40" actId="34807"/>
        <pc:sldMkLst>
          <pc:docMk/>
          <pc:sldMk cId="0" sldId="256"/>
        </pc:sldMkLst>
        <pc:spChg chg="mod">
          <ac:chgData name="" userId="" providerId="" clId="Web-{A91AEAB9-865B-4BD0-94DF-2A05C6443A48}" dt="2026-09-20T18:01:07.704" v="0" actId="34807"/>
          <ac:spMkLst>
            <pc:docMk/>
            <pc:sldMk cId="0" sldId="256"/>
            <ac:spMk id="9" creationId="{00000000-0000-0000-0000-000000000000}"/>
          </ac:spMkLst>
        </pc:spChg>
        <pc:spChg chg="mod">
          <ac:chgData name="" userId="" providerId="" clId="Web-{A91AEAB9-865B-4BD0-94DF-2A05C6443A48}" dt="2026-09-20T18:01:07.704" v="0" actId="34807"/>
          <ac:spMkLst>
            <pc:docMk/>
            <pc:sldMk cId="0" sldId="256"/>
            <ac:spMk id="10" creationId="{00000000-0000-0000-0000-000000000000}"/>
          </ac:spMkLst>
        </pc:spChg>
        <pc:spChg chg="mod">
          <ac:chgData name="" userId="" providerId="" clId="Web-{A91AEAB9-865B-4BD0-94DF-2A05C6443A48}" dt="2026-09-20T18:01:07.704" v="0" actId="34807"/>
          <ac:spMkLst>
            <pc:docMk/>
            <pc:sldMk cId="0" sldId="256"/>
            <ac:spMk id="12" creationId="{00000000-0000-0000-0000-000000000000}"/>
          </ac:spMkLst>
        </pc:spChg>
        <pc:spChg chg="mod">
          <ac:chgData name="" userId="" providerId="" clId="Web-{A91AEAB9-865B-4BD0-94DF-2A05C6443A48}" dt="2026-09-20T18:01:07.704" v="0" actId="34807"/>
          <ac:spMkLst>
            <pc:docMk/>
            <pc:sldMk cId="0" sldId="256"/>
            <ac:spMk id="13" creationId="{00000000-0000-0000-0000-000000000000}"/>
          </ac:spMkLst>
        </pc:spChg>
        <pc:spChg chg="mod">
          <ac:chgData name="" userId="" providerId="" clId="Web-{A91AEAB9-865B-4BD0-94DF-2A05C6443A48}" dt="2026-09-20T18:01:07.704" v="0" actId="34807"/>
          <ac:spMkLst>
            <pc:docMk/>
            <pc:sldMk cId="0" sldId="256"/>
            <ac:spMk id="15" creationId="{00000000-0000-0000-0000-000000000000}"/>
          </ac:spMkLst>
        </pc:spChg>
        <pc:spChg chg="mod">
          <ac:chgData name="" userId="" providerId="" clId="Web-{A91AEAB9-865B-4BD0-94DF-2A05C6443A48}" dt="2026-09-20T18:01:07.704" v="0" actId="34807"/>
          <ac:spMkLst>
            <pc:docMk/>
            <pc:sldMk cId="0" sldId="256"/>
            <ac:spMk id="16" creationId="{00000000-0000-0000-0000-000000000000}"/>
          </ac:spMkLst>
        </pc:spChg>
        <pc:spChg chg="mod">
          <ac:chgData name="" userId="" providerId="" clId="Web-{A91AEAB9-865B-4BD0-94DF-2A05C6443A48}" dt="2026-09-20T18:01:07.704" v="0" actId="34807"/>
          <ac:spMkLst>
            <pc:docMk/>
            <pc:sldMk cId="0" sldId="256"/>
            <ac:spMk id="17" creationId="{00000000-0000-0000-0000-000000000000}"/>
          </ac:spMkLst>
        </pc:spChg>
        <pc:spChg chg="mod">
          <ac:chgData name="" userId="" providerId="" clId="Web-{A91AEAB9-865B-4BD0-94DF-2A05C6443A48}" dt="2026-09-20T18:01:07.704" v="0" actId="34807"/>
          <ac:spMkLst>
            <pc:docMk/>
            <pc:sldMk cId="0" sldId="256"/>
            <ac:spMk id="18" creationId="{00000000-0000-0000-0000-000000000000}"/>
          </ac:spMkLst>
        </pc:spChg>
        <pc:spChg chg="mod">
          <ac:chgData name="" userId="" providerId="" clId="Web-{A91AEAB9-865B-4BD0-94DF-2A05C6443A48}" dt="2026-09-20T18:01:07.704" v="0" actId="34807"/>
          <ac:spMkLst>
            <pc:docMk/>
            <pc:sldMk cId="0" sldId="256"/>
            <ac:spMk id="20" creationId="{00000000-0000-0000-0000-000000000000}"/>
          </ac:spMkLst>
        </pc:spChg>
        <pc:spChg chg="mod">
          <ac:chgData name="" userId="" providerId="" clId="Web-{A91AEAB9-865B-4BD0-94DF-2A05C6443A48}" dt="2026-09-20T18:01:07.704" v="0" actId="34807"/>
          <ac:spMkLst>
            <pc:docMk/>
            <pc:sldMk cId="0" sldId="256"/>
            <ac:spMk id="21" creationId="{00000000-0000-0000-0000-000000000000}"/>
          </ac:spMkLst>
        </pc:spChg>
      </pc:sldChg>
      <pc:sldChg chg="modSp del">
        <pc:chgData name="" userId="" providerId="" clId="Web-{A91AEAB9-865B-4BD0-94DF-2A05C6443A48}" dt="2026-09-20T18:05:33.215" v="40" actId="34807"/>
        <pc:sldMkLst>
          <pc:docMk/>
          <pc:sldMk cId="0" sldId="257"/>
        </pc:sldMkLst>
        <pc:spChg chg="mod">
          <ac:chgData name="" userId="" providerId="" clId="Web-{A91AEAB9-865B-4BD0-94DF-2A05C6443A48}" dt="2026-09-20T18:01:07.704" v="0" actId="34807"/>
          <ac:spMkLst>
            <pc:docMk/>
            <pc:sldMk cId="0" sldId="257"/>
            <ac:spMk id="2" creationId="{00000000-0000-0000-0000-000000000000}"/>
          </ac:spMkLst>
        </pc:spChg>
        <pc:spChg chg="mod">
          <ac:chgData name="" userId="" providerId="" clId="Web-{A91AEAB9-865B-4BD0-94DF-2A05C6443A48}" dt="2026-09-20T18:01:07.704" v="0" actId="34807"/>
          <ac:spMkLst>
            <pc:docMk/>
            <pc:sldMk cId="0" sldId="257"/>
            <ac:spMk id="5" creationId="{00000000-0000-0000-0000-000000000000}"/>
          </ac:spMkLst>
        </pc:spChg>
        <pc:spChg chg="mod">
          <ac:chgData name="" userId="" providerId="" clId="Web-{A91AEAB9-865B-4BD0-94DF-2A05C6443A48}" dt="2026-09-20T18:01:07.704" v="0" actId="34807"/>
          <ac:spMkLst>
            <pc:docMk/>
            <pc:sldMk cId="0" sldId="257"/>
            <ac:spMk id="12" creationId="{00000000-0000-0000-0000-000000000000}"/>
          </ac:spMkLst>
        </pc:spChg>
        <pc:spChg chg="mod">
          <ac:chgData name="" userId="" providerId="" clId="Web-{A91AEAB9-865B-4BD0-94DF-2A05C6443A48}" dt="2026-09-20T18:01:07.704" v="0" actId="34807"/>
          <ac:spMkLst>
            <pc:docMk/>
            <pc:sldMk cId="0" sldId="257"/>
            <ac:spMk id="18" creationId="{00000000-0000-0000-0000-000000000000}"/>
          </ac:spMkLst>
        </pc:spChg>
        <pc:spChg chg="mod">
          <ac:chgData name="" userId="" providerId="" clId="Web-{A91AEAB9-865B-4BD0-94DF-2A05C6443A48}" dt="2026-09-20T18:01:07.704" v="0" actId="34807"/>
          <ac:spMkLst>
            <pc:docMk/>
            <pc:sldMk cId="0" sldId="257"/>
            <ac:spMk id="21" creationId="{00000000-0000-0000-0000-000000000000}"/>
          </ac:spMkLst>
        </pc:spChg>
        <pc:spChg chg="mod">
          <ac:chgData name="" userId="" providerId="" clId="Web-{A91AEAB9-865B-4BD0-94DF-2A05C6443A48}" dt="2026-09-20T18:01:07.704" v="0" actId="34807"/>
          <ac:spMkLst>
            <pc:docMk/>
            <pc:sldMk cId="0" sldId="257"/>
            <ac:spMk id="26" creationId="{00000000-0000-0000-0000-000000000000}"/>
          </ac:spMkLst>
        </pc:spChg>
        <pc:spChg chg="mod">
          <ac:chgData name="" userId="" providerId="" clId="Web-{A91AEAB9-865B-4BD0-94DF-2A05C6443A48}" dt="2026-09-20T18:01:07.704" v="0" actId="34807"/>
          <ac:spMkLst>
            <pc:docMk/>
            <pc:sldMk cId="0" sldId="257"/>
            <ac:spMk id="30" creationId="{00000000-0000-0000-0000-000000000000}"/>
          </ac:spMkLst>
        </pc:spChg>
        <pc:spChg chg="mod">
          <ac:chgData name="" userId="" providerId="" clId="Web-{A91AEAB9-865B-4BD0-94DF-2A05C6443A48}" dt="2026-09-20T18:01:07.704" v="0" actId="34807"/>
          <ac:spMkLst>
            <pc:docMk/>
            <pc:sldMk cId="0" sldId="257"/>
            <ac:spMk id="31" creationId="{00000000-0000-0000-0000-000000000000}"/>
          </ac:spMkLst>
        </pc:spChg>
        <pc:spChg chg="mod">
          <ac:chgData name="" userId="" providerId="" clId="Web-{A91AEAB9-865B-4BD0-94DF-2A05C6443A48}" dt="2026-09-20T18:01:07.704" v="0" actId="34807"/>
          <ac:spMkLst>
            <pc:docMk/>
            <pc:sldMk cId="0" sldId="257"/>
            <ac:spMk id="33" creationId="{00000000-0000-0000-0000-000000000000}"/>
          </ac:spMkLst>
        </pc:spChg>
        <pc:spChg chg="mod">
          <ac:chgData name="" userId="" providerId="" clId="Web-{A91AEAB9-865B-4BD0-94DF-2A05C6443A48}" dt="2026-09-20T18:01:07.704" v="0" actId="34807"/>
          <ac:spMkLst>
            <pc:docMk/>
            <pc:sldMk cId="0" sldId="257"/>
            <ac:spMk id="35" creationId="{00000000-0000-0000-0000-000000000000}"/>
          </ac:spMkLst>
        </pc:spChg>
      </pc:sldChg>
      <pc:sldChg chg="modSp del">
        <pc:chgData name="" userId="" providerId="" clId="Web-{A91AEAB9-865B-4BD0-94DF-2A05C6443A48}" dt="2026-09-20T18:05:33.215" v="40" actId="34807"/>
        <pc:sldMkLst>
          <pc:docMk/>
          <pc:sldMk cId="0" sldId="258"/>
        </pc:sldMkLst>
        <pc:spChg chg="mod">
          <ac:chgData name="" userId="" providerId="" clId="Web-{A91AEAB9-865B-4BD0-94DF-2A05C6443A48}" dt="2026-09-20T18:01:07.704" v="0" actId="34807"/>
          <ac:spMkLst>
            <pc:docMk/>
            <pc:sldMk cId="0" sldId="258"/>
            <ac:spMk id="6" creationId="{00000000-0000-0000-0000-000000000000}"/>
          </ac:spMkLst>
        </pc:spChg>
        <pc:spChg chg="mod">
          <ac:chgData name="" userId="" providerId="" clId="Web-{A91AEAB9-865B-4BD0-94DF-2A05C6443A48}" dt="2026-09-20T18:01:07.704" v="0" actId="34807"/>
          <ac:spMkLst>
            <pc:docMk/>
            <pc:sldMk cId="0" sldId="258"/>
            <ac:spMk id="8" creationId="{00000000-0000-0000-0000-000000000000}"/>
          </ac:spMkLst>
        </pc:spChg>
        <pc:spChg chg="mod">
          <ac:chgData name="" userId="" providerId="" clId="Web-{A91AEAB9-865B-4BD0-94DF-2A05C6443A48}" dt="2026-09-20T18:01:07.704" v="0" actId="34807"/>
          <ac:spMkLst>
            <pc:docMk/>
            <pc:sldMk cId="0" sldId="258"/>
            <ac:spMk id="9" creationId="{00000000-0000-0000-0000-000000000000}"/>
          </ac:spMkLst>
        </pc:spChg>
        <pc:spChg chg="mod">
          <ac:chgData name="" userId="" providerId="" clId="Web-{A91AEAB9-865B-4BD0-94DF-2A05C6443A48}" dt="2026-09-20T18:01:07.704" v="0" actId="34807"/>
          <ac:spMkLst>
            <pc:docMk/>
            <pc:sldMk cId="0" sldId="258"/>
            <ac:spMk id="10" creationId="{00000000-0000-0000-0000-000000000000}"/>
          </ac:spMkLst>
        </pc:spChg>
        <pc:spChg chg="mod">
          <ac:chgData name="" userId="" providerId="" clId="Web-{A91AEAB9-865B-4BD0-94DF-2A05C6443A48}" dt="2026-09-20T18:01:07.704" v="0" actId="34807"/>
          <ac:spMkLst>
            <pc:docMk/>
            <pc:sldMk cId="0" sldId="258"/>
            <ac:spMk id="12" creationId="{00000000-0000-0000-0000-000000000000}"/>
          </ac:spMkLst>
        </pc:spChg>
        <pc:spChg chg="mod">
          <ac:chgData name="" userId="" providerId="" clId="Web-{A91AEAB9-865B-4BD0-94DF-2A05C6443A48}" dt="2026-09-20T18:01:07.704" v="0" actId="34807"/>
          <ac:spMkLst>
            <pc:docMk/>
            <pc:sldMk cId="0" sldId="258"/>
            <ac:spMk id="30" creationId="{00000000-0000-0000-0000-000000000000}"/>
          </ac:spMkLst>
        </pc:spChg>
        <pc:spChg chg="mod">
          <ac:chgData name="" userId="" providerId="" clId="Web-{A91AEAB9-865B-4BD0-94DF-2A05C6443A48}" dt="2026-09-20T18:01:07.704" v="0" actId="34807"/>
          <ac:spMkLst>
            <pc:docMk/>
            <pc:sldMk cId="0" sldId="258"/>
            <ac:spMk id="33" creationId="{00000000-0000-0000-0000-000000000000}"/>
          </ac:spMkLst>
        </pc:spChg>
        <pc:spChg chg="mod">
          <ac:chgData name="" userId="" providerId="" clId="Web-{A91AEAB9-865B-4BD0-94DF-2A05C6443A48}" dt="2026-09-20T18:01:07.704" v="0" actId="34807"/>
          <ac:spMkLst>
            <pc:docMk/>
            <pc:sldMk cId="0" sldId="258"/>
            <ac:spMk id="34" creationId="{00000000-0000-0000-0000-000000000000}"/>
          </ac:spMkLst>
        </pc:spChg>
        <pc:spChg chg="mod">
          <ac:chgData name="" userId="" providerId="" clId="Web-{A91AEAB9-865B-4BD0-94DF-2A05C6443A48}" dt="2026-09-20T18:01:07.704" v="0" actId="34807"/>
          <ac:spMkLst>
            <pc:docMk/>
            <pc:sldMk cId="0" sldId="258"/>
            <ac:spMk id="49" creationId="{00000000-0000-0000-0000-000000000000}"/>
          </ac:spMkLst>
        </pc:spChg>
        <pc:spChg chg="mod">
          <ac:chgData name="" userId="" providerId="" clId="Web-{A91AEAB9-865B-4BD0-94DF-2A05C6443A48}" dt="2026-09-20T18:01:07.704" v="0" actId="34807"/>
          <ac:spMkLst>
            <pc:docMk/>
            <pc:sldMk cId="0" sldId="258"/>
            <ac:spMk id="50" creationId="{00000000-0000-0000-0000-000000000000}"/>
          </ac:spMkLst>
        </pc:spChg>
      </pc:sldChg>
      <pc:sldChg chg="modSp del">
        <pc:chgData name="" userId="" providerId="" clId="Web-{A91AEAB9-865B-4BD0-94DF-2A05C6443A48}" dt="2026-09-20T18:05:33.215" v="40" actId="34807"/>
        <pc:sldMkLst>
          <pc:docMk/>
          <pc:sldMk cId="0" sldId="259"/>
        </pc:sldMkLst>
        <pc:spChg chg="mod">
          <ac:chgData name="" userId="" providerId="" clId="Web-{A91AEAB9-865B-4BD0-94DF-2A05C6443A48}" dt="2026-09-20T18:01:07.704" v="0" actId="34807"/>
          <ac:spMkLst>
            <pc:docMk/>
            <pc:sldMk cId="0" sldId="259"/>
            <ac:spMk id="3" creationId="{00000000-0000-0000-0000-000000000000}"/>
          </ac:spMkLst>
        </pc:spChg>
        <pc:spChg chg="mod">
          <ac:chgData name="" userId="" providerId="" clId="Web-{A91AEAB9-865B-4BD0-94DF-2A05C6443A48}" dt="2026-09-20T18:01:07.704" v="0" actId="34807"/>
          <ac:spMkLst>
            <pc:docMk/>
            <pc:sldMk cId="0" sldId="259"/>
            <ac:spMk id="5" creationId="{00000000-0000-0000-0000-000000000000}"/>
          </ac:spMkLst>
        </pc:spChg>
        <pc:spChg chg="mod">
          <ac:chgData name="" userId="" providerId="" clId="Web-{A91AEAB9-865B-4BD0-94DF-2A05C6443A48}" dt="2026-09-20T18:01:07.704" v="0" actId="34807"/>
          <ac:spMkLst>
            <pc:docMk/>
            <pc:sldMk cId="0" sldId="259"/>
            <ac:spMk id="9" creationId="{00000000-0000-0000-0000-000000000000}"/>
          </ac:spMkLst>
        </pc:spChg>
        <pc:spChg chg="mod">
          <ac:chgData name="" userId="" providerId="" clId="Web-{A91AEAB9-865B-4BD0-94DF-2A05C6443A48}" dt="2026-09-20T18:01:07.704" v="0" actId="34807"/>
          <ac:spMkLst>
            <pc:docMk/>
            <pc:sldMk cId="0" sldId="259"/>
            <ac:spMk id="11" creationId="{00000000-0000-0000-0000-000000000000}"/>
          </ac:spMkLst>
        </pc:spChg>
        <pc:spChg chg="mod">
          <ac:chgData name="" userId="" providerId="" clId="Web-{A91AEAB9-865B-4BD0-94DF-2A05C6443A48}" dt="2026-09-20T18:01:07.704" v="0" actId="34807"/>
          <ac:spMkLst>
            <pc:docMk/>
            <pc:sldMk cId="0" sldId="259"/>
            <ac:spMk id="15" creationId="{00000000-0000-0000-0000-000000000000}"/>
          </ac:spMkLst>
        </pc:spChg>
        <pc:spChg chg="mod">
          <ac:chgData name="" userId="" providerId="" clId="Web-{A91AEAB9-865B-4BD0-94DF-2A05C6443A48}" dt="2026-09-20T18:01:07.704" v="0" actId="34807"/>
          <ac:spMkLst>
            <pc:docMk/>
            <pc:sldMk cId="0" sldId="259"/>
            <ac:spMk id="24" creationId="{00000000-0000-0000-0000-000000000000}"/>
          </ac:spMkLst>
        </pc:spChg>
        <pc:spChg chg="mod">
          <ac:chgData name="" userId="" providerId="" clId="Web-{A91AEAB9-865B-4BD0-94DF-2A05C6443A48}" dt="2026-09-20T18:01:07.704" v="0" actId="34807"/>
          <ac:spMkLst>
            <pc:docMk/>
            <pc:sldMk cId="0" sldId="259"/>
            <ac:spMk id="29" creationId="{00000000-0000-0000-0000-000000000000}"/>
          </ac:spMkLst>
        </pc:spChg>
        <pc:spChg chg="mod">
          <ac:chgData name="" userId="" providerId="" clId="Web-{A91AEAB9-865B-4BD0-94DF-2A05C6443A48}" dt="2026-09-20T18:01:07.704" v="0" actId="34807"/>
          <ac:spMkLst>
            <pc:docMk/>
            <pc:sldMk cId="0" sldId="259"/>
            <ac:spMk id="33" creationId="{00000000-0000-0000-0000-000000000000}"/>
          </ac:spMkLst>
        </pc:spChg>
        <pc:spChg chg="mod">
          <ac:chgData name="" userId="" providerId="" clId="Web-{A91AEAB9-865B-4BD0-94DF-2A05C6443A48}" dt="2026-09-20T18:01:07.704" v="0" actId="34807"/>
          <ac:spMkLst>
            <pc:docMk/>
            <pc:sldMk cId="0" sldId="259"/>
            <ac:spMk id="35" creationId="{00000000-0000-0000-0000-000000000000}"/>
          </ac:spMkLst>
        </pc:spChg>
        <pc:spChg chg="mod">
          <ac:chgData name="" userId="" providerId="" clId="Web-{A91AEAB9-865B-4BD0-94DF-2A05C6443A48}" dt="2026-09-20T18:01:07.704" v="0" actId="34807"/>
          <ac:spMkLst>
            <pc:docMk/>
            <pc:sldMk cId="0" sldId="259"/>
            <ac:spMk id="38" creationId="{00000000-0000-0000-0000-000000000000}"/>
          </ac:spMkLst>
        </pc:spChg>
      </pc:sldChg>
      <pc:sldChg chg="modSp del">
        <pc:chgData name="" userId="" providerId="" clId="Web-{A91AEAB9-865B-4BD0-94DF-2A05C6443A48}" dt="2026-09-20T18:05:33.215" v="40" actId="34807"/>
        <pc:sldMkLst>
          <pc:docMk/>
          <pc:sldMk cId="0" sldId="260"/>
        </pc:sldMkLst>
        <pc:spChg chg="mod">
          <ac:chgData name="" userId="" providerId="" clId="Web-{A91AEAB9-865B-4BD0-94DF-2A05C6443A48}" dt="2026-09-20T18:01:07.704" v="0" actId="34807"/>
          <ac:spMkLst>
            <pc:docMk/>
            <pc:sldMk cId="0" sldId="260"/>
            <ac:spMk id="6" creationId="{00000000-0000-0000-0000-000000000000}"/>
          </ac:spMkLst>
        </pc:spChg>
        <pc:spChg chg="mod">
          <ac:chgData name="" userId="" providerId="" clId="Web-{A91AEAB9-865B-4BD0-94DF-2A05C6443A48}" dt="2026-09-20T18:01:07.704" v="0" actId="34807"/>
          <ac:spMkLst>
            <pc:docMk/>
            <pc:sldMk cId="0" sldId="260"/>
            <ac:spMk id="7" creationId="{00000000-0000-0000-0000-000000000000}"/>
          </ac:spMkLst>
        </pc:spChg>
        <pc:spChg chg="mod">
          <ac:chgData name="" userId="" providerId="" clId="Web-{A91AEAB9-865B-4BD0-94DF-2A05C6443A48}" dt="2026-09-20T18:01:07.704" v="0" actId="34807"/>
          <ac:spMkLst>
            <pc:docMk/>
            <pc:sldMk cId="0" sldId="260"/>
            <ac:spMk id="8" creationId="{00000000-0000-0000-0000-000000000000}"/>
          </ac:spMkLst>
        </pc:spChg>
        <pc:spChg chg="mod">
          <ac:chgData name="" userId="" providerId="" clId="Web-{A91AEAB9-865B-4BD0-94DF-2A05C6443A48}" dt="2026-09-20T18:01:07.704" v="0" actId="34807"/>
          <ac:spMkLst>
            <pc:docMk/>
            <pc:sldMk cId="0" sldId="260"/>
            <ac:spMk id="12" creationId="{00000000-0000-0000-0000-000000000000}"/>
          </ac:spMkLst>
        </pc:spChg>
        <pc:spChg chg="mod">
          <ac:chgData name="" userId="" providerId="" clId="Web-{A91AEAB9-865B-4BD0-94DF-2A05C6443A48}" dt="2026-09-20T18:01:07.704" v="0" actId="34807"/>
          <ac:spMkLst>
            <pc:docMk/>
            <pc:sldMk cId="0" sldId="260"/>
            <ac:spMk id="24" creationId="{00000000-0000-0000-0000-000000000000}"/>
          </ac:spMkLst>
        </pc:spChg>
        <pc:spChg chg="mod">
          <ac:chgData name="" userId="" providerId="" clId="Web-{A91AEAB9-865B-4BD0-94DF-2A05C6443A48}" dt="2026-09-20T18:01:07.704" v="0" actId="34807"/>
          <ac:spMkLst>
            <pc:docMk/>
            <pc:sldMk cId="0" sldId="260"/>
            <ac:spMk id="25" creationId="{00000000-0000-0000-0000-000000000000}"/>
          </ac:spMkLst>
        </pc:spChg>
        <pc:spChg chg="mod">
          <ac:chgData name="" userId="" providerId="" clId="Web-{A91AEAB9-865B-4BD0-94DF-2A05C6443A48}" dt="2026-09-20T18:01:07.704" v="0" actId="34807"/>
          <ac:spMkLst>
            <pc:docMk/>
            <pc:sldMk cId="0" sldId="260"/>
            <ac:spMk id="27" creationId="{00000000-0000-0000-0000-000000000000}"/>
          </ac:spMkLst>
        </pc:spChg>
        <pc:spChg chg="mod">
          <ac:chgData name="" userId="" providerId="" clId="Web-{A91AEAB9-865B-4BD0-94DF-2A05C6443A48}" dt="2026-09-20T18:01:07.704" v="0" actId="34807"/>
          <ac:spMkLst>
            <pc:docMk/>
            <pc:sldMk cId="0" sldId="260"/>
            <ac:spMk id="28" creationId="{00000000-0000-0000-0000-000000000000}"/>
          </ac:spMkLst>
        </pc:spChg>
        <pc:spChg chg="mod">
          <ac:chgData name="" userId="" providerId="" clId="Web-{A91AEAB9-865B-4BD0-94DF-2A05C6443A48}" dt="2026-09-20T18:01:07.704" v="0" actId="34807"/>
          <ac:spMkLst>
            <pc:docMk/>
            <pc:sldMk cId="0" sldId="260"/>
            <ac:spMk id="35" creationId="{00000000-0000-0000-0000-000000000000}"/>
          </ac:spMkLst>
        </pc:spChg>
        <pc:spChg chg="mod">
          <ac:chgData name="" userId="" providerId="" clId="Web-{A91AEAB9-865B-4BD0-94DF-2A05C6443A48}" dt="2026-09-20T18:01:07.704" v="0" actId="34807"/>
          <ac:spMkLst>
            <pc:docMk/>
            <pc:sldMk cId="0" sldId="260"/>
            <ac:spMk id="41" creationId="{00000000-0000-0000-0000-000000000000}"/>
          </ac:spMkLst>
        </pc:spChg>
      </pc:sldChg>
      <pc:sldChg chg="modSp del">
        <pc:chgData name="" userId="" providerId="" clId="Web-{A91AEAB9-865B-4BD0-94DF-2A05C6443A48}" dt="2026-09-20T18:05:33.215" v="40" actId="34807"/>
        <pc:sldMkLst>
          <pc:docMk/>
          <pc:sldMk cId="0" sldId="261"/>
        </pc:sldMkLst>
        <pc:spChg chg="mod">
          <ac:chgData name="" userId="" providerId="" clId="Web-{A91AEAB9-865B-4BD0-94DF-2A05C6443A48}" dt="2026-09-20T18:01:07.704" v="0" actId="34807"/>
          <ac:spMkLst>
            <pc:docMk/>
            <pc:sldMk cId="0" sldId="261"/>
            <ac:spMk id="3" creationId="{00000000-0000-0000-0000-000000000000}"/>
          </ac:spMkLst>
        </pc:spChg>
        <pc:spChg chg="mod">
          <ac:chgData name="" userId="" providerId="" clId="Web-{A91AEAB9-865B-4BD0-94DF-2A05C6443A48}" dt="2026-09-20T18:01:07.704" v="0" actId="34807"/>
          <ac:spMkLst>
            <pc:docMk/>
            <pc:sldMk cId="0" sldId="261"/>
            <ac:spMk id="5" creationId="{00000000-0000-0000-0000-000000000000}"/>
          </ac:spMkLst>
        </pc:spChg>
        <pc:spChg chg="mod">
          <ac:chgData name="" userId="" providerId="" clId="Web-{A91AEAB9-865B-4BD0-94DF-2A05C6443A48}" dt="2026-09-20T18:01:07.704" v="0" actId="34807"/>
          <ac:spMkLst>
            <pc:docMk/>
            <pc:sldMk cId="0" sldId="261"/>
            <ac:spMk id="7" creationId="{00000000-0000-0000-0000-000000000000}"/>
          </ac:spMkLst>
        </pc:spChg>
        <pc:spChg chg="mod">
          <ac:chgData name="" userId="" providerId="" clId="Web-{A91AEAB9-865B-4BD0-94DF-2A05C6443A48}" dt="2026-09-20T18:01:07.704" v="0" actId="34807"/>
          <ac:spMkLst>
            <pc:docMk/>
            <pc:sldMk cId="0" sldId="261"/>
            <ac:spMk id="9" creationId="{00000000-0000-0000-0000-000000000000}"/>
          </ac:spMkLst>
        </pc:spChg>
        <pc:spChg chg="mod">
          <ac:chgData name="" userId="" providerId="" clId="Web-{A91AEAB9-865B-4BD0-94DF-2A05C6443A48}" dt="2026-09-20T18:01:07.704" v="0" actId="34807"/>
          <ac:spMkLst>
            <pc:docMk/>
            <pc:sldMk cId="0" sldId="261"/>
            <ac:spMk id="11" creationId="{00000000-0000-0000-0000-000000000000}"/>
          </ac:spMkLst>
        </pc:spChg>
        <pc:spChg chg="mod">
          <ac:chgData name="" userId="" providerId="" clId="Web-{A91AEAB9-865B-4BD0-94DF-2A05C6443A48}" dt="2026-09-20T18:01:07.704" v="0" actId="34807"/>
          <ac:spMkLst>
            <pc:docMk/>
            <pc:sldMk cId="0" sldId="261"/>
            <ac:spMk id="12" creationId="{00000000-0000-0000-0000-000000000000}"/>
          </ac:spMkLst>
        </pc:spChg>
        <pc:spChg chg="mod">
          <ac:chgData name="" userId="" providerId="" clId="Web-{A91AEAB9-865B-4BD0-94DF-2A05C6443A48}" dt="2026-09-20T18:01:07.704" v="0" actId="34807"/>
          <ac:spMkLst>
            <pc:docMk/>
            <pc:sldMk cId="0" sldId="261"/>
            <ac:spMk id="16" creationId="{00000000-0000-0000-0000-000000000000}"/>
          </ac:spMkLst>
        </pc:spChg>
        <pc:spChg chg="mod">
          <ac:chgData name="" userId="" providerId="" clId="Web-{A91AEAB9-865B-4BD0-94DF-2A05C6443A48}" dt="2026-09-20T18:01:07.704" v="0" actId="34807"/>
          <ac:spMkLst>
            <pc:docMk/>
            <pc:sldMk cId="0" sldId="261"/>
            <ac:spMk id="17" creationId="{00000000-0000-0000-0000-000000000000}"/>
          </ac:spMkLst>
        </pc:spChg>
        <pc:spChg chg="mod">
          <ac:chgData name="" userId="" providerId="" clId="Web-{A91AEAB9-865B-4BD0-94DF-2A05C6443A48}" dt="2026-09-20T18:01:07.704" v="0" actId="34807"/>
          <ac:spMkLst>
            <pc:docMk/>
            <pc:sldMk cId="0" sldId="261"/>
            <ac:spMk id="22" creationId="{00000000-0000-0000-0000-000000000000}"/>
          </ac:spMkLst>
        </pc:spChg>
        <pc:spChg chg="mod">
          <ac:chgData name="" userId="" providerId="" clId="Web-{A91AEAB9-865B-4BD0-94DF-2A05C6443A48}" dt="2026-09-20T18:01:07.704" v="0" actId="34807"/>
          <ac:spMkLst>
            <pc:docMk/>
            <pc:sldMk cId="0" sldId="261"/>
            <ac:spMk id="23" creationId="{00000000-0000-0000-0000-000000000000}"/>
          </ac:spMkLst>
        </pc:spChg>
      </pc:sldChg>
      <pc:sldChg chg="modSp del">
        <pc:chgData name="" userId="" providerId="" clId="Web-{A91AEAB9-865B-4BD0-94DF-2A05C6443A48}" dt="2026-09-20T18:05:33.215" v="40" actId="34807"/>
        <pc:sldMkLst>
          <pc:docMk/>
          <pc:sldMk cId="0" sldId="262"/>
        </pc:sldMkLst>
        <pc:spChg chg="mod">
          <ac:chgData name="" userId="" providerId="" clId="Web-{A91AEAB9-865B-4BD0-94DF-2A05C6443A48}" dt="2026-09-20T18:01:07.704" v="0" actId="34807"/>
          <ac:spMkLst>
            <pc:docMk/>
            <pc:sldMk cId="0" sldId="262"/>
            <ac:spMk id="7" creationId="{00000000-0000-0000-0000-000000000000}"/>
          </ac:spMkLst>
        </pc:spChg>
        <pc:spChg chg="mod">
          <ac:chgData name="" userId="" providerId="" clId="Web-{A91AEAB9-865B-4BD0-94DF-2A05C6443A48}" dt="2026-09-20T18:01:07.704" v="0" actId="34807"/>
          <ac:spMkLst>
            <pc:docMk/>
            <pc:sldMk cId="0" sldId="262"/>
            <ac:spMk id="8" creationId="{00000000-0000-0000-0000-000000000000}"/>
          </ac:spMkLst>
        </pc:spChg>
        <pc:spChg chg="mod">
          <ac:chgData name="" userId="" providerId="" clId="Web-{A91AEAB9-865B-4BD0-94DF-2A05C6443A48}" dt="2026-09-20T18:01:07.704" v="0" actId="34807"/>
          <ac:spMkLst>
            <pc:docMk/>
            <pc:sldMk cId="0" sldId="262"/>
            <ac:spMk id="10" creationId="{00000000-0000-0000-0000-000000000000}"/>
          </ac:spMkLst>
        </pc:spChg>
        <pc:spChg chg="mod">
          <ac:chgData name="" userId="" providerId="" clId="Web-{A91AEAB9-865B-4BD0-94DF-2A05C6443A48}" dt="2026-09-20T18:01:07.704" v="0" actId="34807"/>
          <ac:spMkLst>
            <pc:docMk/>
            <pc:sldMk cId="0" sldId="262"/>
            <ac:spMk id="12" creationId="{00000000-0000-0000-0000-000000000000}"/>
          </ac:spMkLst>
        </pc:spChg>
        <pc:spChg chg="mod">
          <ac:chgData name="" userId="" providerId="" clId="Web-{A91AEAB9-865B-4BD0-94DF-2A05C6443A48}" dt="2026-09-20T18:01:07.704" v="0" actId="34807"/>
          <ac:spMkLst>
            <pc:docMk/>
            <pc:sldMk cId="0" sldId="262"/>
            <ac:spMk id="15" creationId="{00000000-0000-0000-0000-000000000000}"/>
          </ac:spMkLst>
        </pc:spChg>
        <pc:spChg chg="mod">
          <ac:chgData name="" userId="" providerId="" clId="Web-{A91AEAB9-865B-4BD0-94DF-2A05C6443A48}" dt="2026-09-20T18:01:07.704" v="0" actId="34807"/>
          <ac:spMkLst>
            <pc:docMk/>
            <pc:sldMk cId="0" sldId="262"/>
            <ac:spMk id="27" creationId="{00000000-0000-0000-0000-000000000000}"/>
          </ac:spMkLst>
        </pc:spChg>
        <pc:spChg chg="mod">
          <ac:chgData name="" userId="" providerId="" clId="Web-{A91AEAB9-865B-4BD0-94DF-2A05C6443A48}" dt="2026-09-20T18:01:07.704" v="0" actId="34807"/>
          <ac:spMkLst>
            <pc:docMk/>
            <pc:sldMk cId="0" sldId="262"/>
            <ac:spMk id="39" creationId="{00000000-0000-0000-0000-000000000000}"/>
          </ac:spMkLst>
        </pc:spChg>
        <pc:spChg chg="mod">
          <ac:chgData name="" userId="" providerId="" clId="Web-{A91AEAB9-865B-4BD0-94DF-2A05C6443A48}" dt="2026-09-20T18:01:07.704" v="0" actId="34807"/>
          <ac:spMkLst>
            <pc:docMk/>
            <pc:sldMk cId="0" sldId="262"/>
            <ac:spMk id="41" creationId="{00000000-0000-0000-0000-000000000000}"/>
          </ac:spMkLst>
        </pc:spChg>
        <pc:spChg chg="mod">
          <ac:chgData name="" userId="" providerId="" clId="Web-{A91AEAB9-865B-4BD0-94DF-2A05C6443A48}" dt="2026-09-20T18:01:07.704" v="0" actId="34807"/>
          <ac:spMkLst>
            <pc:docMk/>
            <pc:sldMk cId="0" sldId="262"/>
            <ac:spMk id="44" creationId="{00000000-0000-0000-0000-000000000000}"/>
          </ac:spMkLst>
        </pc:spChg>
        <pc:spChg chg="mod">
          <ac:chgData name="" userId="" providerId="" clId="Web-{A91AEAB9-865B-4BD0-94DF-2A05C6443A48}" dt="2026-09-20T18:01:07.704" v="0" actId="34807"/>
          <ac:spMkLst>
            <pc:docMk/>
            <pc:sldMk cId="0" sldId="262"/>
            <ac:spMk id="46" creationId="{00000000-0000-0000-0000-000000000000}"/>
          </ac:spMkLst>
        </pc:spChg>
      </pc:sldChg>
      <pc:sldChg chg="modSp del">
        <pc:chgData name="" userId="" providerId="" clId="Web-{A91AEAB9-865B-4BD0-94DF-2A05C6443A48}" dt="2026-09-20T18:05:33.215" v="40" actId="34807"/>
        <pc:sldMkLst>
          <pc:docMk/>
          <pc:sldMk cId="0" sldId="263"/>
        </pc:sldMkLst>
        <pc:spChg chg="mod">
          <ac:chgData name="" userId="" providerId="" clId="Web-{A91AEAB9-865B-4BD0-94DF-2A05C6443A48}" dt="2026-09-20T18:01:07.704" v="0" actId="34807"/>
          <ac:spMkLst>
            <pc:docMk/>
            <pc:sldMk cId="0" sldId="263"/>
            <ac:spMk id="4" creationId="{00000000-0000-0000-0000-000000000000}"/>
          </ac:spMkLst>
        </pc:spChg>
        <pc:spChg chg="mod">
          <ac:chgData name="" userId="" providerId="" clId="Web-{A91AEAB9-865B-4BD0-94DF-2A05C6443A48}" dt="2026-09-20T18:01:07.704" v="0" actId="34807"/>
          <ac:spMkLst>
            <pc:docMk/>
            <pc:sldMk cId="0" sldId="263"/>
            <ac:spMk id="6" creationId="{00000000-0000-0000-0000-000000000000}"/>
          </ac:spMkLst>
        </pc:spChg>
        <pc:spChg chg="mod">
          <ac:chgData name="" userId="" providerId="" clId="Web-{A91AEAB9-865B-4BD0-94DF-2A05C6443A48}" dt="2026-09-20T18:01:07.704" v="0" actId="34807"/>
          <ac:spMkLst>
            <pc:docMk/>
            <pc:sldMk cId="0" sldId="263"/>
            <ac:spMk id="8" creationId="{00000000-0000-0000-0000-000000000000}"/>
          </ac:spMkLst>
        </pc:spChg>
        <pc:spChg chg="mod">
          <ac:chgData name="" userId="" providerId="" clId="Web-{A91AEAB9-865B-4BD0-94DF-2A05C6443A48}" dt="2026-09-20T18:01:07.704" v="0" actId="34807"/>
          <ac:spMkLst>
            <pc:docMk/>
            <pc:sldMk cId="0" sldId="263"/>
            <ac:spMk id="16" creationId="{00000000-0000-0000-0000-000000000000}"/>
          </ac:spMkLst>
        </pc:spChg>
        <pc:spChg chg="mod">
          <ac:chgData name="" userId="" providerId="" clId="Web-{A91AEAB9-865B-4BD0-94DF-2A05C6443A48}" dt="2026-09-20T18:01:07.704" v="0" actId="34807"/>
          <ac:spMkLst>
            <pc:docMk/>
            <pc:sldMk cId="0" sldId="263"/>
            <ac:spMk id="21" creationId="{00000000-0000-0000-0000-000000000000}"/>
          </ac:spMkLst>
        </pc:spChg>
        <pc:spChg chg="mod">
          <ac:chgData name="" userId="" providerId="" clId="Web-{A91AEAB9-865B-4BD0-94DF-2A05C6443A48}" dt="2026-09-20T18:01:07.704" v="0" actId="34807"/>
          <ac:spMkLst>
            <pc:docMk/>
            <pc:sldMk cId="0" sldId="263"/>
            <ac:spMk id="26" creationId="{00000000-0000-0000-0000-000000000000}"/>
          </ac:spMkLst>
        </pc:spChg>
        <pc:spChg chg="mod">
          <ac:chgData name="" userId="" providerId="" clId="Web-{A91AEAB9-865B-4BD0-94DF-2A05C6443A48}" dt="2026-09-20T18:01:07.704" v="0" actId="34807"/>
          <ac:spMkLst>
            <pc:docMk/>
            <pc:sldMk cId="0" sldId="263"/>
            <ac:spMk id="27" creationId="{00000000-0000-0000-0000-000000000000}"/>
          </ac:spMkLst>
        </pc:spChg>
        <pc:spChg chg="mod">
          <ac:chgData name="" userId="" providerId="" clId="Web-{A91AEAB9-865B-4BD0-94DF-2A05C6443A48}" dt="2026-09-20T18:01:07.704" v="0" actId="34807"/>
          <ac:spMkLst>
            <pc:docMk/>
            <pc:sldMk cId="0" sldId="263"/>
            <ac:spMk id="28" creationId="{00000000-0000-0000-0000-000000000000}"/>
          </ac:spMkLst>
        </pc:spChg>
        <pc:spChg chg="mod">
          <ac:chgData name="" userId="" providerId="" clId="Web-{A91AEAB9-865B-4BD0-94DF-2A05C6443A48}" dt="2026-09-20T18:01:07.704" v="0" actId="34807"/>
          <ac:spMkLst>
            <pc:docMk/>
            <pc:sldMk cId="0" sldId="263"/>
            <ac:spMk id="35" creationId="{00000000-0000-0000-0000-000000000000}"/>
          </ac:spMkLst>
        </pc:spChg>
        <pc:spChg chg="mod">
          <ac:chgData name="" userId="" providerId="" clId="Web-{A91AEAB9-865B-4BD0-94DF-2A05C6443A48}" dt="2026-09-20T18:01:07.704" v="0" actId="34807"/>
          <ac:spMkLst>
            <pc:docMk/>
            <pc:sldMk cId="0" sldId="263"/>
            <ac:spMk id="37" creationId="{00000000-0000-0000-0000-000000000000}"/>
          </ac:spMkLst>
        </pc:spChg>
      </pc:sldChg>
      <pc:sldChg chg="modSp del">
        <pc:chgData name="" userId="" providerId="" clId="Web-{A91AEAB9-865B-4BD0-94DF-2A05C6443A48}" dt="2026-09-20T18:05:33.215" v="40" actId="34807"/>
        <pc:sldMkLst>
          <pc:docMk/>
          <pc:sldMk cId="0" sldId="264"/>
        </pc:sldMkLst>
        <pc:spChg chg="mod">
          <ac:chgData name="" userId="" providerId="" clId="Web-{A91AEAB9-865B-4BD0-94DF-2A05C6443A48}" dt="2026-09-20T18:01:07.704" v="0" actId="34807"/>
          <ac:spMkLst>
            <pc:docMk/>
            <pc:sldMk cId="0" sldId="264"/>
            <ac:spMk id="7" creationId="{00000000-0000-0000-0000-000000000000}"/>
          </ac:spMkLst>
        </pc:spChg>
        <pc:spChg chg="mod">
          <ac:chgData name="" userId="" providerId="" clId="Web-{A91AEAB9-865B-4BD0-94DF-2A05C6443A48}" dt="2026-09-20T18:01:07.704" v="0" actId="34807"/>
          <ac:spMkLst>
            <pc:docMk/>
            <pc:sldMk cId="0" sldId="264"/>
            <ac:spMk id="9" creationId="{00000000-0000-0000-0000-000000000000}"/>
          </ac:spMkLst>
        </pc:spChg>
        <pc:spChg chg="mod">
          <ac:chgData name="" userId="" providerId="" clId="Web-{A91AEAB9-865B-4BD0-94DF-2A05C6443A48}" dt="2026-09-20T18:01:07.704" v="0" actId="34807"/>
          <ac:spMkLst>
            <pc:docMk/>
            <pc:sldMk cId="0" sldId="264"/>
            <ac:spMk id="10" creationId="{00000000-0000-0000-0000-000000000000}"/>
          </ac:spMkLst>
        </pc:spChg>
        <pc:spChg chg="mod">
          <ac:chgData name="" userId="" providerId="" clId="Web-{A91AEAB9-865B-4BD0-94DF-2A05C6443A48}" dt="2026-09-20T18:01:07.704" v="0" actId="34807"/>
          <ac:spMkLst>
            <pc:docMk/>
            <pc:sldMk cId="0" sldId="264"/>
            <ac:spMk id="12" creationId="{00000000-0000-0000-0000-000000000000}"/>
          </ac:spMkLst>
        </pc:spChg>
        <pc:spChg chg="mod">
          <ac:chgData name="" userId="" providerId="" clId="Web-{A91AEAB9-865B-4BD0-94DF-2A05C6443A48}" dt="2026-09-20T18:01:07.704" v="0" actId="34807"/>
          <ac:spMkLst>
            <pc:docMk/>
            <pc:sldMk cId="0" sldId="264"/>
            <ac:spMk id="13" creationId="{00000000-0000-0000-0000-000000000000}"/>
          </ac:spMkLst>
        </pc:spChg>
        <pc:spChg chg="mod">
          <ac:chgData name="" userId="" providerId="" clId="Web-{A91AEAB9-865B-4BD0-94DF-2A05C6443A48}" dt="2026-09-20T18:01:07.704" v="0" actId="34807"/>
          <ac:spMkLst>
            <pc:docMk/>
            <pc:sldMk cId="0" sldId="264"/>
            <ac:spMk id="17" creationId="{00000000-0000-0000-0000-000000000000}"/>
          </ac:spMkLst>
        </pc:spChg>
        <pc:spChg chg="mod">
          <ac:chgData name="" userId="" providerId="" clId="Web-{A91AEAB9-865B-4BD0-94DF-2A05C6443A48}" dt="2026-09-20T18:01:07.704" v="0" actId="34807"/>
          <ac:spMkLst>
            <pc:docMk/>
            <pc:sldMk cId="0" sldId="264"/>
            <ac:spMk id="20" creationId="{00000000-0000-0000-0000-000000000000}"/>
          </ac:spMkLst>
        </pc:spChg>
        <pc:spChg chg="mod">
          <ac:chgData name="" userId="" providerId="" clId="Web-{A91AEAB9-865B-4BD0-94DF-2A05C6443A48}" dt="2026-09-20T18:01:07.704" v="0" actId="34807"/>
          <ac:spMkLst>
            <pc:docMk/>
            <pc:sldMk cId="0" sldId="264"/>
            <ac:spMk id="25" creationId="{00000000-0000-0000-0000-000000000000}"/>
          </ac:spMkLst>
        </pc:spChg>
        <pc:spChg chg="mod">
          <ac:chgData name="" userId="" providerId="" clId="Web-{A91AEAB9-865B-4BD0-94DF-2A05C6443A48}" dt="2026-09-20T18:01:07.704" v="0" actId="34807"/>
          <ac:spMkLst>
            <pc:docMk/>
            <pc:sldMk cId="0" sldId="264"/>
            <ac:spMk id="46" creationId="{00000000-0000-0000-0000-000000000000}"/>
          </ac:spMkLst>
        </pc:spChg>
        <pc:spChg chg="mod">
          <ac:chgData name="" userId="" providerId="" clId="Web-{A91AEAB9-865B-4BD0-94DF-2A05C6443A48}" dt="2026-09-20T18:01:07.704" v="0" actId="34807"/>
          <ac:spMkLst>
            <pc:docMk/>
            <pc:sldMk cId="0" sldId="264"/>
            <ac:spMk id="49" creationId="{00000000-0000-0000-0000-000000000000}"/>
          </ac:spMkLst>
        </pc:spChg>
      </pc:sldChg>
      <pc:sldChg chg="modSp del">
        <pc:chgData name="" userId="" providerId="" clId="Web-{A91AEAB9-865B-4BD0-94DF-2A05C6443A48}" dt="2026-09-20T18:05:33.215" v="40" actId="34807"/>
        <pc:sldMkLst>
          <pc:docMk/>
          <pc:sldMk cId="0" sldId="265"/>
        </pc:sldMkLst>
        <pc:spChg chg="mod">
          <ac:chgData name="" userId="" providerId="" clId="Web-{A91AEAB9-865B-4BD0-94DF-2A05C6443A48}" dt="2026-09-20T18:01:07.704" v="0" actId="34807"/>
          <ac:spMkLst>
            <pc:docMk/>
            <pc:sldMk cId="0" sldId="265"/>
            <ac:spMk id="16" creationId="{00000000-0000-0000-0000-000000000000}"/>
          </ac:spMkLst>
        </pc:spChg>
        <pc:spChg chg="mod">
          <ac:chgData name="" userId="" providerId="" clId="Web-{A91AEAB9-865B-4BD0-94DF-2A05C6443A48}" dt="2026-09-20T18:01:07.704" v="0" actId="34807"/>
          <ac:spMkLst>
            <pc:docMk/>
            <pc:sldMk cId="0" sldId="265"/>
            <ac:spMk id="17" creationId="{00000000-0000-0000-0000-000000000000}"/>
          </ac:spMkLst>
        </pc:spChg>
        <pc:spChg chg="mod">
          <ac:chgData name="" userId="" providerId="" clId="Web-{A91AEAB9-865B-4BD0-94DF-2A05C6443A48}" dt="2026-09-20T18:01:07.704" v="0" actId="34807"/>
          <ac:spMkLst>
            <pc:docMk/>
            <pc:sldMk cId="0" sldId="265"/>
            <ac:spMk id="23" creationId="{00000000-0000-0000-0000-000000000000}"/>
          </ac:spMkLst>
        </pc:spChg>
        <pc:spChg chg="mod">
          <ac:chgData name="" userId="" providerId="" clId="Web-{A91AEAB9-865B-4BD0-94DF-2A05C6443A48}" dt="2026-09-20T18:01:07.704" v="0" actId="34807"/>
          <ac:spMkLst>
            <pc:docMk/>
            <pc:sldMk cId="0" sldId="265"/>
            <ac:spMk id="30" creationId="{00000000-0000-0000-0000-000000000000}"/>
          </ac:spMkLst>
        </pc:spChg>
        <pc:spChg chg="mod">
          <ac:chgData name="" userId="" providerId="" clId="Web-{A91AEAB9-865B-4BD0-94DF-2A05C6443A48}" dt="2026-09-20T18:01:07.704" v="0" actId="34807"/>
          <ac:spMkLst>
            <pc:docMk/>
            <pc:sldMk cId="0" sldId="265"/>
            <ac:spMk id="31" creationId="{00000000-0000-0000-0000-000000000000}"/>
          </ac:spMkLst>
        </pc:spChg>
        <pc:spChg chg="mod">
          <ac:chgData name="" userId="" providerId="" clId="Web-{A91AEAB9-865B-4BD0-94DF-2A05C6443A48}" dt="2026-09-20T18:01:07.704" v="0" actId="34807"/>
          <ac:spMkLst>
            <pc:docMk/>
            <pc:sldMk cId="0" sldId="265"/>
            <ac:spMk id="34" creationId="{00000000-0000-0000-0000-000000000000}"/>
          </ac:spMkLst>
        </pc:spChg>
        <pc:spChg chg="mod">
          <ac:chgData name="" userId="" providerId="" clId="Web-{A91AEAB9-865B-4BD0-94DF-2A05C6443A48}" dt="2026-09-20T18:01:07.704" v="0" actId="34807"/>
          <ac:spMkLst>
            <pc:docMk/>
            <pc:sldMk cId="0" sldId="265"/>
            <ac:spMk id="38" creationId="{00000000-0000-0000-0000-000000000000}"/>
          </ac:spMkLst>
        </pc:spChg>
        <pc:spChg chg="mod">
          <ac:chgData name="" userId="" providerId="" clId="Web-{A91AEAB9-865B-4BD0-94DF-2A05C6443A48}" dt="2026-09-20T18:01:07.704" v="0" actId="34807"/>
          <ac:spMkLst>
            <pc:docMk/>
            <pc:sldMk cId="0" sldId="265"/>
            <ac:spMk id="39" creationId="{00000000-0000-0000-0000-000000000000}"/>
          </ac:spMkLst>
        </pc:spChg>
        <pc:spChg chg="mod">
          <ac:chgData name="" userId="" providerId="" clId="Web-{A91AEAB9-865B-4BD0-94DF-2A05C6443A48}" dt="2026-09-20T18:01:07.704" v="0" actId="34807"/>
          <ac:spMkLst>
            <pc:docMk/>
            <pc:sldMk cId="0" sldId="265"/>
            <ac:spMk id="42" creationId="{00000000-0000-0000-0000-000000000000}"/>
          </ac:spMkLst>
        </pc:spChg>
        <pc:spChg chg="mod">
          <ac:chgData name="" userId="" providerId="" clId="Web-{A91AEAB9-865B-4BD0-94DF-2A05C6443A48}" dt="2026-09-20T18:01:07.704" v="0" actId="34807"/>
          <ac:spMkLst>
            <pc:docMk/>
            <pc:sldMk cId="0" sldId="265"/>
            <ac:spMk id="43" creationId="{00000000-0000-0000-0000-000000000000}"/>
          </ac:spMkLst>
        </pc:spChg>
      </pc:sldChg>
      <pc:sldChg chg="modSp del">
        <pc:chgData name="" userId="" providerId="" clId="Web-{A91AEAB9-865B-4BD0-94DF-2A05C6443A48}" dt="2026-09-20T18:05:33.215" v="40" actId="34807"/>
        <pc:sldMkLst>
          <pc:docMk/>
          <pc:sldMk cId="0" sldId="266"/>
        </pc:sldMkLst>
        <pc:spChg chg="mod">
          <ac:chgData name="" userId="" providerId="" clId="Web-{A91AEAB9-865B-4BD0-94DF-2A05C6443A48}" dt="2026-09-20T18:01:07.704" v="0" actId="34807"/>
          <ac:spMkLst>
            <pc:docMk/>
            <pc:sldMk cId="0" sldId="266"/>
            <ac:spMk id="6" creationId="{00000000-0000-0000-0000-000000000000}"/>
          </ac:spMkLst>
        </pc:spChg>
        <pc:spChg chg="mod">
          <ac:chgData name="" userId="" providerId="" clId="Web-{A91AEAB9-865B-4BD0-94DF-2A05C6443A48}" dt="2026-09-20T18:01:07.704" v="0" actId="34807"/>
          <ac:spMkLst>
            <pc:docMk/>
            <pc:sldMk cId="0" sldId="266"/>
            <ac:spMk id="11" creationId="{00000000-0000-0000-0000-000000000000}"/>
          </ac:spMkLst>
        </pc:spChg>
        <pc:spChg chg="mod">
          <ac:chgData name="" userId="" providerId="" clId="Web-{A91AEAB9-865B-4BD0-94DF-2A05C6443A48}" dt="2026-09-20T18:01:07.704" v="0" actId="34807"/>
          <ac:spMkLst>
            <pc:docMk/>
            <pc:sldMk cId="0" sldId="266"/>
            <ac:spMk id="15" creationId="{00000000-0000-0000-0000-000000000000}"/>
          </ac:spMkLst>
        </pc:spChg>
        <pc:spChg chg="mod">
          <ac:chgData name="" userId="" providerId="" clId="Web-{A91AEAB9-865B-4BD0-94DF-2A05C6443A48}" dt="2026-09-20T18:01:07.704" v="0" actId="34807"/>
          <ac:spMkLst>
            <pc:docMk/>
            <pc:sldMk cId="0" sldId="266"/>
            <ac:spMk id="19" creationId="{00000000-0000-0000-0000-000000000000}"/>
          </ac:spMkLst>
        </pc:spChg>
        <pc:spChg chg="mod">
          <ac:chgData name="" userId="" providerId="" clId="Web-{A91AEAB9-865B-4BD0-94DF-2A05C6443A48}" dt="2026-09-20T18:01:07.704" v="0" actId="34807"/>
          <ac:spMkLst>
            <pc:docMk/>
            <pc:sldMk cId="0" sldId="266"/>
            <ac:spMk id="23" creationId="{00000000-0000-0000-0000-000000000000}"/>
          </ac:spMkLst>
        </pc:spChg>
        <pc:spChg chg="mod">
          <ac:chgData name="" userId="" providerId="" clId="Web-{A91AEAB9-865B-4BD0-94DF-2A05C6443A48}" dt="2026-09-20T18:01:07.704" v="0" actId="34807"/>
          <ac:spMkLst>
            <pc:docMk/>
            <pc:sldMk cId="0" sldId="266"/>
            <ac:spMk id="27" creationId="{00000000-0000-0000-0000-000000000000}"/>
          </ac:spMkLst>
        </pc:spChg>
        <pc:spChg chg="mod">
          <ac:chgData name="" userId="" providerId="" clId="Web-{A91AEAB9-865B-4BD0-94DF-2A05C6443A48}" dt="2026-09-20T18:01:07.704" v="0" actId="34807"/>
          <ac:spMkLst>
            <pc:docMk/>
            <pc:sldMk cId="0" sldId="266"/>
            <ac:spMk id="28" creationId="{00000000-0000-0000-0000-000000000000}"/>
          </ac:spMkLst>
        </pc:spChg>
        <pc:spChg chg="mod">
          <ac:chgData name="" userId="" providerId="" clId="Web-{A91AEAB9-865B-4BD0-94DF-2A05C6443A48}" dt="2026-09-20T18:01:07.704" v="0" actId="34807"/>
          <ac:spMkLst>
            <pc:docMk/>
            <pc:sldMk cId="0" sldId="266"/>
            <ac:spMk id="31" creationId="{00000000-0000-0000-0000-000000000000}"/>
          </ac:spMkLst>
        </pc:spChg>
        <pc:spChg chg="mod">
          <ac:chgData name="" userId="" providerId="" clId="Web-{A91AEAB9-865B-4BD0-94DF-2A05C6443A48}" dt="2026-09-20T18:01:07.704" v="0" actId="34807"/>
          <ac:spMkLst>
            <pc:docMk/>
            <pc:sldMk cId="0" sldId="266"/>
            <ac:spMk id="39" creationId="{00000000-0000-0000-0000-000000000000}"/>
          </ac:spMkLst>
        </pc:spChg>
        <pc:spChg chg="mod">
          <ac:chgData name="" userId="" providerId="" clId="Web-{A91AEAB9-865B-4BD0-94DF-2A05C6443A48}" dt="2026-09-20T18:01:07.704" v="0" actId="34807"/>
          <ac:spMkLst>
            <pc:docMk/>
            <pc:sldMk cId="0" sldId="266"/>
            <ac:spMk id="40" creationId="{00000000-0000-0000-0000-000000000000}"/>
          </ac:spMkLst>
        </pc:spChg>
      </pc:sldChg>
      <pc:sldChg chg="addSp modSp add modNotesTx">
        <pc:chgData name="" userId="" providerId="" clId="Web-{A91AEAB9-865B-4BD0-94DF-2A05C6443A48}" dt="2026-09-20T18:08:13.566" v="44" actId="34807"/>
        <pc:sldMkLst>
          <pc:docMk/>
          <pc:sldMk cId="3669282181" sldId="467"/>
        </pc:sldMkLst>
        <pc:spChg chg="add mod">
          <ac:chgData name="" userId="" providerId="" clId="Web-{A91AEAB9-865B-4BD0-94DF-2A05C6443A48}" dt="2026-09-20T18:01:52.706" v="2" actId="34807"/>
          <ac:spMkLst>
            <pc:docMk/>
            <pc:sldMk cId="3669282181" sldId="467"/>
            <ac:spMk id="52" creationId="{16773E05-5956-03E2-72EA-578684D5A2FD}"/>
          </ac:spMkLst>
        </pc:spChg>
        <pc:spChg chg="add mod">
          <ac:chgData name="" userId="" providerId="" clId="Web-{A91AEAB9-865B-4BD0-94DF-2A05C6443A48}" dt="2026-09-20T18:01:52.706" v="2" actId="34807"/>
          <ac:spMkLst>
            <pc:docMk/>
            <pc:sldMk cId="3669282181" sldId="467"/>
            <ac:spMk id="54" creationId="{4FC3DF53-B13B-34CD-3D37-856E5AB4A01B}"/>
          </ac:spMkLst>
        </pc:spChg>
        <pc:spChg chg="add mod">
          <ac:chgData name="" userId="" providerId="" clId="Web-{A91AEAB9-865B-4BD0-94DF-2A05C6443A48}" dt="2026-09-20T18:01:52.706" v="2" actId="34807"/>
          <ac:spMkLst>
            <pc:docMk/>
            <pc:sldMk cId="3669282181" sldId="467"/>
            <ac:spMk id="57" creationId="{CA2184B6-2490-CD08-9152-412BDEC1A8D8}"/>
          </ac:spMkLst>
        </pc:spChg>
        <pc:spChg chg="add mod">
          <ac:chgData name="" userId="" providerId="" clId="Web-{A91AEAB9-865B-4BD0-94DF-2A05C6443A48}" dt="2026-09-20T18:01:52.706" v="2" actId="34807"/>
          <ac:spMkLst>
            <pc:docMk/>
            <pc:sldMk cId="3669282181" sldId="467"/>
            <ac:spMk id="61" creationId="{22200899-49A0-8397-0BE7-4962D9C64445}"/>
          </ac:spMkLst>
        </pc:spChg>
        <pc:spChg chg="add mod">
          <ac:chgData name="" userId="" providerId="" clId="Web-{A91AEAB9-865B-4BD0-94DF-2A05C6443A48}" dt="2026-09-20T18:01:52.706" v="2" actId="34807"/>
          <ac:spMkLst>
            <pc:docMk/>
            <pc:sldMk cId="3669282181" sldId="467"/>
            <ac:spMk id="66" creationId="{D090478A-658D-44D3-2D67-D5F5D01E5DB4}"/>
          </ac:spMkLst>
        </pc:spChg>
      </pc:sldChg>
      <pc:sldChg chg="addSp modSp add modNotesTx">
        <pc:chgData name="" userId="" providerId="" clId="Web-{A91AEAB9-865B-4BD0-94DF-2A05C6443A48}" dt="2026-09-20T18:08:13.566" v="44" actId="34807"/>
        <pc:sldMkLst>
          <pc:docMk/>
          <pc:sldMk cId="2977683712" sldId="668"/>
        </pc:sldMkLst>
        <pc:spChg chg="add mod">
          <ac:chgData name="" userId="" providerId="" clId="Web-{A91AEAB9-865B-4BD0-94DF-2A05C6443A48}" dt="2026-09-20T18:01:59.487" v="5" actId="34807"/>
          <ac:spMkLst>
            <pc:docMk/>
            <pc:sldMk cId="2977683712" sldId="668"/>
            <ac:spMk id="67" creationId="{9909CC09-A367-6E0B-E4F1-0EB8AE6D6F70}"/>
          </ac:spMkLst>
        </pc:spChg>
        <pc:spChg chg="add mod">
          <ac:chgData name="" userId="" providerId="" clId="Web-{A91AEAB9-865B-4BD0-94DF-2A05C6443A48}" dt="2026-09-20T18:05:33.559" v="41" actId="34807"/>
          <ac:spMkLst>
            <pc:docMk/>
            <pc:sldMk cId="2977683712" sldId="668"/>
            <ac:spMk id="76" creationId="{231C2586-153D-AE51-823A-6ED53CE13C1E}"/>
          </ac:spMkLst>
        </pc:spChg>
        <pc:spChg chg="add mod">
          <ac:chgData name="" userId="" providerId="" clId="Web-{A91AEAB9-865B-4BD0-94DF-2A05C6443A48}" dt="2026-09-20T18:01:59.487" v="5" actId="34807"/>
          <ac:spMkLst>
            <pc:docMk/>
            <pc:sldMk cId="2977683712" sldId="668"/>
            <ac:spMk id="81" creationId="{B63F5DEA-EAD3-7E68-1288-CAB49E6C2BB8}"/>
          </ac:spMkLst>
        </pc:spChg>
        <pc:spChg chg="add mod">
          <ac:chgData name="" userId="" providerId="" clId="Web-{A91AEAB9-865B-4BD0-94DF-2A05C6443A48}" dt="2026-09-20T18:01:59.487" v="5" actId="34807"/>
          <ac:spMkLst>
            <pc:docMk/>
            <pc:sldMk cId="2977683712" sldId="668"/>
            <ac:spMk id="121" creationId="{0A5AD470-B228-6E05-7221-02A81651095C}"/>
          </ac:spMkLst>
        </pc:spChg>
        <pc:spChg chg="add mod">
          <ac:chgData name="" userId="" providerId="" clId="Web-{A91AEAB9-865B-4BD0-94DF-2A05C6443A48}" dt="2026-09-20T18:01:59.487" v="5" actId="34807"/>
          <ac:spMkLst>
            <pc:docMk/>
            <pc:sldMk cId="2977683712" sldId="668"/>
            <ac:spMk id="132" creationId="{243CC20C-B132-F34D-030A-D95DB3ABC186}"/>
          </ac:spMkLst>
        </pc:spChg>
        <pc:spChg chg="add mod">
          <ac:chgData name="" userId="" providerId="" clId="Web-{A91AEAB9-865B-4BD0-94DF-2A05C6443A48}" dt="2026-09-20T18:01:59.487" v="5" actId="34807"/>
          <ac:spMkLst>
            <pc:docMk/>
            <pc:sldMk cId="2977683712" sldId="668"/>
            <ac:spMk id="144" creationId="{F43D28D0-B37F-9A0B-EDED-805F296BFAE7}"/>
          </ac:spMkLst>
        </pc:spChg>
        <pc:spChg chg="add mod">
          <ac:chgData name="" userId="" providerId="" clId="Web-{A91AEAB9-865B-4BD0-94DF-2A05C6443A48}" dt="2026-09-20T18:01:59.487" v="5" actId="34807"/>
          <ac:spMkLst>
            <pc:docMk/>
            <pc:sldMk cId="2977683712" sldId="668"/>
            <ac:spMk id="157" creationId="{C865AF25-F9B1-C642-610D-2CF6D2E740F5}"/>
          </ac:spMkLst>
        </pc:spChg>
        <pc:spChg chg="add mod">
          <ac:chgData name="" userId="" providerId="" clId="Web-{A91AEAB9-865B-4BD0-94DF-2A05C6443A48}" dt="2026-09-20T18:01:59.487" v="5" actId="34807"/>
          <ac:spMkLst>
            <pc:docMk/>
            <pc:sldMk cId="2977683712" sldId="668"/>
            <ac:spMk id="219" creationId="{510EF46E-D537-AFBE-FCE7-A0DB711B3211}"/>
          </ac:spMkLst>
        </pc:spChg>
        <pc:spChg chg="add mod">
          <ac:chgData name="" userId="" providerId="" clId="Web-{A91AEAB9-865B-4BD0-94DF-2A05C6443A48}" dt="2026-09-20T18:01:59.487" v="5" actId="34807"/>
          <ac:spMkLst>
            <pc:docMk/>
            <pc:sldMk cId="2977683712" sldId="668"/>
            <ac:spMk id="256" creationId="{0AF1641E-CDE9-25B4-EA1F-8C3DBC200C53}"/>
          </ac:spMkLst>
        </pc:spChg>
        <pc:spChg chg="add mod">
          <ac:chgData name="" userId="" providerId="" clId="Web-{A91AEAB9-865B-4BD0-94DF-2A05C6443A48}" dt="2026-09-20T18:01:59.487" v="5" actId="34807"/>
          <ac:spMkLst>
            <pc:docMk/>
            <pc:sldMk cId="2977683712" sldId="668"/>
            <ac:spMk id="276" creationId="{BFC86BF2-013F-314C-0FC7-CF0479BA482C}"/>
          </ac:spMkLst>
        </pc:spChg>
        <pc:picChg chg="add">
          <ac:chgData name="" userId="" providerId="" clId="Web-{A91AEAB9-865B-4BD0-94DF-2A05C6443A48}" dt="2026-09-20T18:01:59.987" v="6" actId="34807"/>
          <ac:picMkLst>
            <pc:docMk/>
            <pc:sldMk cId="2977683712" sldId="668"/>
            <ac:picMk id="320" creationId="{F460DBEC-9325-E2EA-17FE-B11DFA752598}"/>
          </ac:picMkLst>
        </pc:picChg>
        <pc:picChg chg="add">
          <ac:chgData name="" userId="" providerId="" clId="Web-{A91AEAB9-865B-4BD0-94DF-2A05C6443A48}" dt="2026-09-20T18:01:59.987" v="6" actId="34807"/>
          <ac:picMkLst>
            <pc:docMk/>
            <pc:sldMk cId="2977683712" sldId="668"/>
            <ac:picMk id="321" creationId="{C7D98F1C-2DA3-3A9C-1FCB-BAF0AC9E3DF0}"/>
          </ac:picMkLst>
        </pc:picChg>
        <pc:picChg chg="add">
          <ac:chgData name="" userId="" providerId="" clId="Web-{A91AEAB9-865B-4BD0-94DF-2A05C6443A48}" dt="2026-09-20T18:01:59.987" v="6" actId="34807"/>
          <ac:picMkLst>
            <pc:docMk/>
            <pc:sldMk cId="2977683712" sldId="668"/>
            <ac:picMk id="322" creationId="{29E3F51A-61D4-483C-4CB4-31A29AF6E8C8}"/>
          </ac:picMkLst>
        </pc:picChg>
        <pc:picChg chg="add">
          <ac:chgData name="" userId="" providerId="" clId="Web-{A91AEAB9-865B-4BD0-94DF-2A05C6443A48}" dt="2026-09-20T18:01:59.987" v="6" actId="34807"/>
          <ac:picMkLst>
            <pc:docMk/>
            <pc:sldMk cId="2977683712" sldId="668"/>
            <ac:picMk id="323" creationId="{12CE7776-439D-0DA8-8EA3-3CEDE802E252}"/>
          </ac:picMkLst>
        </pc:picChg>
        <pc:picChg chg="add">
          <ac:chgData name="" userId="" providerId="" clId="Web-{A91AEAB9-865B-4BD0-94DF-2A05C6443A48}" dt="2026-09-20T18:01:59.987" v="6" actId="34807"/>
          <ac:picMkLst>
            <pc:docMk/>
            <pc:sldMk cId="2977683712" sldId="668"/>
            <ac:picMk id="324" creationId="{D4F049C8-A589-3181-BC49-F8C1AA4339F8}"/>
          </ac:picMkLst>
        </pc:picChg>
      </pc:sldChg>
      <pc:sldChg chg="addSp modSp add modNotesTx">
        <pc:chgData name="" userId="" providerId="" clId="Web-{A91AEAB9-865B-4BD0-94DF-2A05C6443A48}" dt="2026-09-20T18:09:07.084" v="46" actId="34807"/>
        <pc:sldMkLst>
          <pc:docMk/>
          <pc:sldMk cId="227339463" sldId="869"/>
        </pc:sldMkLst>
        <pc:spChg chg="add mod">
          <ac:chgData name="" userId="" providerId="" clId="Web-{A91AEAB9-865B-4BD0-94DF-2A05C6443A48}" dt="2026-09-20T18:02:07.128" v="9" actId="34807"/>
          <ac:spMkLst>
            <pc:docMk/>
            <pc:sldMk cId="227339463" sldId="869"/>
            <ac:spMk id="325" creationId="{F1749B2F-B1D0-35F0-45D4-6238732F665D}"/>
          </ac:spMkLst>
        </pc:spChg>
        <pc:spChg chg="add mod">
          <ac:chgData name="" userId="" providerId="" clId="Web-{A91AEAB9-865B-4BD0-94DF-2A05C6443A48}" dt="2026-09-20T18:02:07.128" v="9" actId="34807"/>
          <ac:spMkLst>
            <pc:docMk/>
            <pc:sldMk cId="227339463" sldId="869"/>
            <ac:spMk id="327" creationId="{0CE34830-818A-F735-A671-03E196A9EBD3}"/>
          </ac:spMkLst>
        </pc:spChg>
        <pc:spChg chg="add mod">
          <ac:chgData name="" userId="" providerId="" clId="Web-{A91AEAB9-865B-4BD0-94DF-2A05C6443A48}" dt="2026-09-20T18:02:07.128" v="9" actId="34807"/>
          <ac:spMkLst>
            <pc:docMk/>
            <pc:sldMk cId="227339463" sldId="869"/>
            <ac:spMk id="339" creationId="{5FE8ED02-0EEB-EEFE-78DA-3268B5B9AFAD}"/>
          </ac:spMkLst>
        </pc:spChg>
        <pc:spChg chg="mod">
          <ac:chgData name="" userId="" providerId="" clId="Web-{A91AEAB9-865B-4BD0-94DF-2A05C6443A48}" dt="2026-09-20T18:05:33.559" v="41" actId="34807"/>
          <ac:spMkLst>
            <pc:docMk/>
            <pc:sldMk cId="227339463" sldId="869"/>
            <ac:spMk id="345" creationId="{02D81A5E-0C5D-3A5D-4A47-7CFEEC27746F}"/>
          </ac:spMkLst>
        </pc:spChg>
        <pc:spChg chg="mod">
          <ac:chgData name="" userId="" providerId="" clId="Web-{A91AEAB9-865B-4BD0-94DF-2A05C6443A48}" dt="2026-09-20T18:05:33.559" v="41" actId="34807"/>
          <ac:spMkLst>
            <pc:docMk/>
            <pc:sldMk cId="227339463" sldId="869"/>
            <ac:spMk id="352" creationId="{0797A945-E08C-D8DB-69C5-FBFF3DC3813C}"/>
          </ac:spMkLst>
        </pc:spChg>
        <pc:spChg chg="mod">
          <ac:chgData name="" userId="" providerId="" clId="Web-{A91AEAB9-865B-4BD0-94DF-2A05C6443A48}" dt="2026-09-20T18:09:07.084" v="46" actId="34807"/>
          <ac:spMkLst>
            <pc:docMk/>
            <pc:sldMk cId="227339463" sldId="869"/>
            <ac:spMk id="369" creationId="{80AF2697-1103-AFE8-1F74-B334BAE064C2}"/>
          </ac:spMkLst>
        </pc:spChg>
        <pc:spChg chg="add mod">
          <ac:chgData name="" userId="" providerId="" clId="Web-{A91AEAB9-865B-4BD0-94DF-2A05C6443A48}" dt="2026-09-20T18:09:06.537" v="45" actId="34807"/>
          <ac:spMkLst>
            <pc:docMk/>
            <pc:sldMk cId="227339463" sldId="869"/>
            <ac:spMk id="379" creationId="{8B695712-8323-4103-B890-1A138407DE31}"/>
          </ac:spMkLst>
        </pc:spChg>
        <pc:spChg chg="add mod">
          <ac:chgData name="" userId="" providerId="" clId="Web-{A91AEAB9-865B-4BD0-94DF-2A05C6443A48}" dt="2026-09-20T18:05:33.559" v="41" actId="34807"/>
          <ac:spMkLst>
            <pc:docMk/>
            <pc:sldMk cId="227339463" sldId="869"/>
            <ac:spMk id="402" creationId="{A9A0F1D7-4005-8D69-E547-83D9D11D37DE}"/>
          </ac:spMkLst>
        </pc:spChg>
        <pc:spChg chg="mod">
          <ac:chgData name="" userId="" providerId="" clId="Web-{A91AEAB9-865B-4BD0-94DF-2A05C6443A48}" dt="2026-09-20T18:05:33.559" v="41" actId="34807"/>
          <ac:spMkLst>
            <pc:docMk/>
            <pc:sldMk cId="227339463" sldId="869"/>
            <ac:spMk id="415" creationId="{FD30576D-9CE2-130C-43C3-F2B89AA59378}"/>
          </ac:spMkLst>
        </pc:spChg>
        <pc:spChg chg="mod">
          <ac:chgData name="" userId="" providerId="" clId="Web-{A91AEAB9-865B-4BD0-94DF-2A05C6443A48}" dt="2026-09-20T18:09:06.537" v="45" actId="34807"/>
          <ac:spMkLst>
            <pc:docMk/>
            <pc:sldMk cId="227339463" sldId="869"/>
            <ac:spMk id="444" creationId="{DF9A7AFC-EA97-09B9-B4AB-FEAD6AD3BF63}"/>
          </ac:spMkLst>
        </pc:spChg>
        <pc:spChg chg="mod">
          <ac:chgData name="" userId="" providerId="" clId="Web-{A91AEAB9-865B-4BD0-94DF-2A05C6443A48}" dt="2026-09-20T18:09:06.537" v="45" actId="34807"/>
          <ac:spMkLst>
            <pc:docMk/>
            <pc:sldMk cId="227339463" sldId="869"/>
            <ac:spMk id="460" creationId="{89AC2A4F-E79A-BD26-B7BF-08A1A125E9E5}"/>
          </ac:spMkLst>
        </pc:spChg>
        <pc:spChg chg="add mod">
          <ac:chgData name="" userId="" providerId="" clId="Web-{A91AEAB9-865B-4BD0-94DF-2A05C6443A48}" dt="2026-09-20T18:02:07.128" v="9" actId="34807"/>
          <ac:spMkLst>
            <pc:docMk/>
            <pc:sldMk cId="227339463" sldId="869"/>
            <ac:spMk id="477" creationId="{04FD28AB-E49E-BC68-5899-91D6CD1BAF26}"/>
          </ac:spMkLst>
        </pc:spChg>
        <pc:spChg chg="mod">
          <ac:chgData name="" userId="" providerId="" clId="Web-{A91AEAB9-865B-4BD0-94DF-2A05C6443A48}" dt="2026-09-20T18:05:33.559" v="41" actId="34807"/>
          <ac:spMkLst>
            <pc:docMk/>
            <pc:sldMk cId="227339463" sldId="869"/>
            <ac:spMk id="495" creationId="{653B1F9C-A82F-25AD-EC40-4F4E3A6A72ED}"/>
          </ac:spMkLst>
        </pc:spChg>
        <pc:spChg chg="add mod">
          <ac:chgData name="" userId="" providerId="" clId="Web-{A91AEAB9-865B-4BD0-94DF-2A05C6443A48}" dt="2026-09-20T18:05:33.559" v="41" actId="34807"/>
          <ac:spMkLst>
            <pc:docMk/>
            <pc:sldMk cId="227339463" sldId="869"/>
            <ac:spMk id="514" creationId="{E18C82FA-5772-0C93-1360-30C2B462286E}"/>
          </ac:spMkLst>
        </pc:spChg>
        <pc:spChg chg="mod">
          <ac:chgData name="" userId="" providerId="" clId="Web-{A91AEAB9-865B-4BD0-94DF-2A05C6443A48}" dt="2026-09-20T18:09:06.537" v="45" actId="34807"/>
          <ac:spMkLst>
            <pc:docMk/>
            <pc:sldMk cId="227339463" sldId="869"/>
            <ac:spMk id="555" creationId="{D585641D-1B54-D579-CE9C-472D199CB27D}"/>
          </ac:spMkLst>
        </pc:spChg>
        <pc:spChg chg="add mod">
          <ac:chgData name="" userId="" providerId="" clId="Web-{A91AEAB9-865B-4BD0-94DF-2A05C6443A48}" dt="2026-09-20T18:09:06.537" v="45" actId="34807"/>
          <ac:spMkLst>
            <pc:docMk/>
            <pc:sldMk cId="227339463" sldId="869"/>
            <ac:spMk id="577" creationId="{1ADF1397-3918-693F-2A40-E4B0C9252337}"/>
          </ac:spMkLst>
        </pc:spChg>
        <pc:spChg chg="add mod">
          <ac:chgData name="" userId="" providerId="" clId="Web-{A91AEAB9-865B-4BD0-94DF-2A05C6443A48}" dt="2026-09-20T18:02:07.128" v="9" actId="34807"/>
          <ac:spMkLst>
            <pc:docMk/>
            <pc:sldMk cId="227339463" sldId="869"/>
            <ac:spMk id="600" creationId="{12382C13-D8EA-92C9-E17E-A95FD7E798C6}"/>
          </ac:spMkLst>
        </pc:spChg>
        <pc:spChg chg="add mod">
          <ac:chgData name="" userId="" providerId="" clId="Web-{A91AEAB9-865B-4BD0-94DF-2A05C6443A48}" dt="2026-09-20T18:02:07.128" v="9" actId="34807"/>
          <ac:spMkLst>
            <pc:docMk/>
            <pc:sldMk cId="227339463" sldId="869"/>
            <ac:spMk id="624" creationId="{2AE8D412-DBBC-97A8-1B88-02E076C13F55}"/>
          </ac:spMkLst>
        </pc:spChg>
        <pc:picChg chg="add">
          <ac:chgData name="" userId="" providerId="" clId="Web-{A91AEAB9-865B-4BD0-94DF-2A05C6443A48}" dt="2026-09-20T18:02:07.644" v="10" actId="34807"/>
          <ac:picMkLst>
            <pc:docMk/>
            <pc:sldMk cId="227339463" sldId="869"/>
            <ac:picMk id="650" creationId="{96F0F648-7414-C7E0-5C58-8E39BA4384B8}"/>
          </ac:picMkLst>
        </pc:picChg>
        <pc:picChg chg="add">
          <ac:chgData name="" userId="" providerId="" clId="Web-{A91AEAB9-865B-4BD0-94DF-2A05C6443A48}" dt="2026-09-20T18:02:07.644" v="10" actId="34807"/>
          <ac:picMkLst>
            <pc:docMk/>
            <pc:sldMk cId="227339463" sldId="869"/>
            <ac:picMk id="651" creationId="{9C7366FF-F431-91F6-6C15-CAF6A03BF271}"/>
          </ac:picMkLst>
        </pc:picChg>
        <pc:picChg chg="add">
          <ac:chgData name="" userId="" providerId="" clId="Web-{A91AEAB9-865B-4BD0-94DF-2A05C6443A48}" dt="2026-09-20T18:02:07.644" v="10" actId="34807"/>
          <ac:picMkLst>
            <pc:docMk/>
            <pc:sldMk cId="227339463" sldId="869"/>
            <ac:picMk id="652" creationId="{5D82EFC1-D595-32FE-F9D3-480D5E6C07E8}"/>
          </ac:picMkLst>
        </pc:picChg>
      </pc:sldChg>
      <pc:sldChg chg="addSp modSp add modNotesTx">
        <pc:chgData name="" userId="" providerId="" clId="Web-{A91AEAB9-865B-4BD0-94DF-2A05C6443A48}" dt="2026-09-20T18:08:13.566" v="44" actId="34807"/>
        <pc:sldMkLst>
          <pc:docMk/>
          <pc:sldMk cId="752207226" sldId="1070"/>
        </pc:sldMkLst>
        <pc:spChg chg="add mod">
          <ac:chgData name="" userId="" providerId="" clId="Web-{A91AEAB9-865B-4BD0-94DF-2A05C6443A48}" dt="2026-09-20T18:02:14.378" v="13" actId="34807"/>
          <ac:spMkLst>
            <pc:docMk/>
            <pc:sldMk cId="752207226" sldId="1070"/>
            <ac:spMk id="653" creationId="{979CA93F-D64D-8D2E-1282-A3E8CD4934B1}"/>
          </ac:spMkLst>
        </pc:spChg>
        <pc:spChg chg="add mod">
          <ac:chgData name="" userId="" providerId="" clId="Web-{A91AEAB9-865B-4BD0-94DF-2A05C6443A48}" dt="2026-09-20T18:02:14.378" v="13" actId="34807"/>
          <ac:spMkLst>
            <pc:docMk/>
            <pc:sldMk cId="752207226" sldId="1070"/>
            <ac:spMk id="655" creationId="{28EADBA3-8AEE-85DB-62B3-18C2A02DD1BC}"/>
          </ac:spMkLst>
        </pc:spChg>
        <pc:spChg chg="add mod">
          <ac:chgData name="" userId="" providerId="" clId="Web-{A91AEAB9-865B-4BD0-94DF-2A05C6443A48}" dt="2026-09-20T18:02:14.378" v="13" actId="34807"/>
          <ac:spMkLst>
            <pc:docMk/>
            <pc:sldMk cId="752207226" sldId="1070"/>
            <ac:spMk id="658" creationId="{1F1B0CEF-73A7-1844-0ED6-F647E7150758}"/>
          </ac:spMkLst>
        </pc:spChg>
        <pc:spChg chg="mod">
          <ac:chgData name="" userId="" providerId="" clId="Web-{A91AEAB9-865B-4BD0-94DF-2A05C6443A48}" dt="2026-09-20T18:07:18.579" v="42" actId="34807"/>
          <ac:spMkLst>
            <pc:docMk/>
            <pc:sldMk cId="752207226" sldId="1070"/>
            <ac:spMk id="673" creationId="{007CD5F3-C8B5-41A9-ABB2-DFBCCD4DACA9}"/>
          </ac:spMkLst>
        </pc:spChg>
        <pc:spChg chg="add mod">
          <ac:chgData name="" userId="" providerId="" clId="Web-{A91AEAB9-865B-4BD0-94DF-2A05C6443A48}" dt="2026-09-20T18:05:33.559" v="41" actId="34807"/>
          <ac:spMkLst>
            <pc:docMk/>
            <pc:sldMk cId="752207226" sldId="1070"/>
            <ac:spMk id="680" creationId="{036027DC-E888-9A90-9024-1B34FCB7F68E}"/>
          </ac:spMkLst>
        </pc:spChg>
        <pc:spChg chg="add mod">
          <ac:chgData name="" userId="" providerId="" clId="Web-{A91AEAB9-865B-4BD0-94DF-2A05C6443A48}" dt="2026-09-20T18:05:33.559" v="41" actId="34807"/>
          <ac:spMkLst>
            <pc:docMk/>
            <pc:sldMk cId="752207226" sldId="1070"/>
            <ac:spMk id="688" creationId="{AF856C3B-F9D1-BD2D-4BA2-4105AC6031DB}"/>
          </ac:spMkLst>
        </pc:spChg>
        <pc:spChg chg="mod">
          <ac:chgData name="" userId="" providerId="" clId="Web-{A91AEAB9-865B-4BD0-94DF-2A05C6443A48}" dt="2026-09-20T18:07:18.579" v="42" actId="34807"/>
          <ac:spMkLst>
            <pc:docMk/>
            <pc:sldMk cId="752207226" sldId="1070"/>
            <ac:spMk id="697" creationId="{82F506F8-B57D-2B5A-EE31-786E3F4AD928}"/>
          </ac:spMkLst>
        </pc:spChg>
        <pc:spChg chg="add mod">
          <ac:chgData name="" userId="" providerId="" clId="Web-{A91AEAB9-865B-4BD0-94DF-2A05C6443A48}" dt="2026-09-20T18:05:33.559" v="41" actId="34807"/>
          <ac:spMkLst>
            <pc:docMk/>
            <pc:sldMk cId="752207226" sldId="1070"/>
            <ac:spMk id="707" creationId="{4D1697F4-A58D-3B04-27DB-844B586029F4}"/>
          </ac:spMkLst>
        </pc:spChg>
        <pc:spChg chg="mod">
          <ac:chgData name="" userId="" providerId="" clId="Web-{A91AEAB9-865B-4BD0-94DF-2A05C6443A48}" dt="2026-09-20T18:07:18.579" v="42" actId="34807"/>
          <ac:spMkLst>
            <pc:docMk/>
            <pc:sldMk cId="752207226" sldId="1070"/>
            <ac:spMk id="730" creationId="{01E3379C-8724-97FE-9639-EEF7BA22FB9C}"/>
          </ac:spMkLst>
        </pc:spChg>
        <pc:spChg chg="mod">
          <ac:chgData name="" userId="" providerId="" clId="Web-{A91AEAB9-865B-4BD0-94DF-2A05C6443A48}" dt="2026-09-20T18:05:33.559" v="41" actId="34807"/>
          <ac:spMkLst>
            <pc:docMk/>
            <pc:sldMk cId="752207226" sldId="1070"/>
            <ac:spMk id="743" creationId="{859E10B4-5219-5A3C-2593-753EA64E403B}"/>
          </ac:spMkLst>
        </pc:spChg>
        <pc:spChg chg="add mod">
          <ac:chgData name="" userId="" providerId="" clId="Web-{A91AEAB9-865B-4BD0-94DF-2A05C6443A48}" dt="2026-09-20T18:02:14.378" v="13" actId="34807"/>
          <ac:spMkLst>
            <pc:docMk/>
            <pc:sldMk cId="752207226" sldId="1070"/>
            <ac:spMk id="757" creationId="{AE9CF83E-FE80-68D0-3553-CE0666F1BA1B}"/>
          </ac:spMkLst>
        </pc:spChg>
        <pc:spChg chg="mod">
          <ac:chgData name="" userId="" providerId="" clId="Web-{A91AEAB9-865B-4BD0-94DF-2A05C6443A48}" dt="2026-09-20T18:05:33.559" v="41" actId="34807"/>
          <ac:spMkLst>
            <pc:docMk/>
            <pc:sldMk cId="752207226" sldId="1070"/>
            <ac:spMk id="788" creationId="{F44D0F30-1C60-E098-7EE3-782D6233D6A2}"/>
          </ac:spMkLst>
        </pc:spChg>
        <pc:spChg chg="add mod">
          <ac:chgData name="" userId="" providerId="" clId="Web-{A91AEAB9-865B-4BD0-94DF-2A05C6443A48}" dt="2026-09-20T18:05:33.559" v="41" actId="34807"/>
          <ac:spMkLst>
            <pc:docMk/>
            <pc:sldMk cId="752207226" sldId="1070"/>
            <ac:spMk id="842" creationId="{4F6926A9-E83F-D2AC-C59C-24EEFB6BBC3E}"/>
          </ac:spMkLst>
        </pc:spChg>
        <pc:spChg chg="add mod">
          <ac:chgData name="" userId="" providerId="" clId="Web-{A91AEAB9-865B-4BD0-94DF-2A05C6443A48}" dt="2026-09-20T18:02:14.378" v="13" actId="34807"/>
          <ac:spMkLst>
            <pc:docMk/>
            <pc:sldMk cId="752207226" sldId="1070"/>
            <ac:spMk id="862" creationId="{5F32063E-C7A4-3237-504A-28A2D5DFF75A}"/>
          </ac:spMkLst>
        </pc:spChg>
        <pc:spChg chg="add mod">
          <ac:chgData name="" userId="" providerId="" clId="Web-{A91AEAB9-865B-4BD0-94DF-2A05C6443A48}" dt="2026-09-20T18:02:14.378" v="13" actId="34807"/>
          <ac:spMkLst>
            <pc:docMk/>
            <pc:sldMk cId="752207226" sldId="1070"/>
            <ac:spMk id="928" creationId="{B89F23E3-B446-3764-BA9F-C6748B456AEA}"/>
          </ac:spMkLst>
        </pc:spChg>
      </pc:sldChg>
      <pc:sldChg chg="addSp modSp add modNotesTx">
        <pc:chgData name="" userId="" providerId="" clId="Web-{A91AEAB9-865B-4BD0-94DF-2A05C6443A48}" dt="2026-09-20T18:08:13.566" v="44" actId="34807"/>
        <pc:sldMkLst>
          <pc:docMk/>
          <pc:sldMk cId="1635699241" sldId="1271"/>
        </pc:sldMkLst>
        <pc:spChg chg="add mod">
          <ac:chgData name="" userId="" providerId="" clId="Web-{A91AEAB9-865B-4BD0-94DF-2A05C6443A48}" dt="2026-09-20T18:04:21.540" v="17" actId="34807"/>
          <ac:spMkLst>
            <pc:docMk/>
            <pc:sldMk cId="1635699241" sldId="1271"/>
            <ac:spMk id="929" creationId="{5A556740-EE19-E65C-1778-8F4ADC867F7A}"/>
          </ac:spMkLst>
        </pc:spChg>
        <pc:spChg chg="add mod">
          <ac:chgData name="" userId="" providerId="" clId="Web-{A91AEAB9-865B-4BD0-94DF-2A05C6443A48}" dt="2026-09-20T18:04:21.540" v="17" actId="34807"/>
          <ac:spMkLst>
            <pc:docMk/>
            <pc:sldMk cId="1635699241" sldId="1271"/>
            <ac:spMk id="934" creationId="{B10D32A6-7B06-D7EA-3CBC-509BA7D7DA9B}"/>
          </ac:spMkLst>
        </pc:spChg>
        <pc:spChg chg="add mod">
          <ac:chgData name="" userId="" providerId="" clId="Web-{A91AEAB9-865B-4BD0-94DF-2A05C6443A48}" dt="2026-09-20T18:04:21.540" v="17" actId="34807"/>
          <ac:spMkLst>
            <pc:docMk/>
            <pc:sldMk cId="1635699241" sldId="1271"/>
            <ac:spMk id="943" creationId="{BC4D6502-1107-4A47-FA0D-B1B33DBACA1F}"/>
          </ac:spMkLst>
        </pc:spChg>
        <pc:spChg chg="mod">
          <ac:chgData name="" userId="" providerId="" clId="Web-{A91AEAB9-865B-4BD0-94DF-2A05C6443A48}" dt="2026-09-20T18:07:18.579" v="42" actId="34807"/>
          <ac:spMkLst>
            <pc:docMk/>
            <pc:sldMk cId="1635699241" sldId="1271"/>
            <ac:spMk id="949" creationId="{CA9D10DC-FBC2-252B-4066-ABF16F99439A}"/>
          </ac:spMkLst>
        </pc:spChg>
        <pc:spChg chg="add mod">
          <ac:chgData name="" userId="" providerId="" clId="Web-{A91AEAB9-865B-4BD0-94DF-2A05C6443A48}" dt="2026-09-20T18:04:21.540" v="17" actId="34807"/>
          <ac:spMkLst>
            <pc:docMk/>
            <pc:sldMk cId="1635699241" sldId="1271"/>
            <ac:spMk id="956" creationId="{5B15830D-CA06-E3E0-BB39-2AC95D7B0634}"/>
          </ac:spMkLst>
        </pc:spChg>
        <pc:spChg chg="add mod">
          <ac:chgData name="" userId="" providerId="" clId="Web-{A91AEAB9-865B-4BD0-94DF-2A05C6443A48}" dt="2026-09-20T18:04:21.540" v="17" actId="34807"/>
          <ac:spMkLst>
            <pc:docMk/>
            <pc:sldMk cId="1635699241" sldId="1271"/>
            <ac:spMk id="964" creationId="{EBA7B55B-6448-7959-B56B-E080BB05FCF2}"/>
          </ac:spMkLst>
        </pc:spChg>
        <pc:spChg chg="add mod">
          <ac:chgData name="" userId="" providerId="" clId="Web-{A91AEAB9-865B-4BD0-94DF-2A05C6443A48}" dt="2026-09-20T18:07:18.579" v="42" actId="34807"/>
          <ac:spMkLst>
            <pc:docMk/>
            <pc:sldMk cId="1635699241" sldId="1271"/>
            <ac:spMk id="973" creationId="{5E760F01-C3CB-CB12-1040-8D95FCA3225D}"/>
          </ac:spMkLst>
        </pc:spChg>
        <pc:spChg chg="mod">
          <ac:chgData name="" userId="" providerId="" clId="Web-{A91AEAB9-865B-4BD0-94DF-2A05C6443A48}" dt="2026-09-20T18:07:18.579" v="42" actId="34807"/>
          <ac:spMkLst>
            <pc:docMk/>
            <pc:sldMk cId="1635699241" sldId="1271"/>
            <ac:spMk id="1006" creationId="{C1123393-2E55-4BE6-8E0C-675AACAC1A21}"/>
          </ac:spMkLst>
        </pc:spChg>
        <pc:spChg chg="add mod">
          <ac:chgData name="" userId="" providerId="" clId="Web-{A91AEAB9-865B-4BD0-94DF-2A05C6443A48}" dt="2026-09-20T18:04:21.540" v="17" actId="34807"/>
          <ac:spMkLst>
            <pc:docMk/>
            <pc:sldMk cId="1635699241" sldId="1271"/>
            <ac:spMk id="1033" creationId="{4E9F490A-D5EC-1C75-C45A-DB8DC951BC94}"/>
          </ac:spMkLst>
        </pc:spChg>
        <pc:spChg chg="add mod">
          <ac:chgData name="" userId="" providerId="" clId="Web-{A91AEAB9-865B-4BD0-94DF-2A05C6443A48}" dt="2026-09-20T18:07:18.579" v="42" actId="34807"/>
          <ac:spMkLst>
            <pc:docMk/>
            <pc:sldMk cId="1635699241" sldId="1271"/>
            <ac:spMk id="1048" creationId="{902D200D-D461-68BA-0114-0FCFEA74D4CC}"/>
          </ac:spMkLst>
        </pc:spChg>
        <pc:spChg chg="add mod">
          <ac:chgData name="" userId="" providerId="" clId="Web-{A91AEAB9-865B-4BD0-94DF-2A05C6443A48}" dt="2026-09-20T18:04:21.540" v="17" actId="34807"/>
          <ac:spMkLst>
            <pc:docMk/>
            <pc:sldMk cId="1635699241" sldId="1271"/>
            <ac:spMk id="1064" creationId="{063377EB-A136-6690-A820-DFD03F93BD1F}"/>
          </ac:spMkLst>
        </pc:spChg>
        <pc:spChg chg="add mod">
          <ac:chgData name="" userId="" providerId="" clId="Web-{A91AEAB9-865B-4BD0-94DF-2A05C6443A48}" dt="2026-09-20T18:04:21.540" v="17" actId="34807"/>
          <ac:spMkLst>
            <pc:docMk/>
            <pc:sldMk cId="1635699241" sldId="1271"/>
            <ac:spMk id="1099" creationId="{6E3CEE93-9068-9F69-17A4-D9CDCFFE2217}"/>
          </ac:spMkLst>
        </pc:spChg>
      </pc:sldChg>
      <pc:sldChg chg="addSp modSp add modNotesTx">
        <pc:chgData name="" userId="" providerId="" clId="Web-{A91AEAB9-865B-4BD0-94DF-2A05C6443A48}" dt="2026-09-20T18:08:13.566" v="44" actId="34807"/>
        <pc:sldMkLst>
          <pc:docMk/>
          <pc:sldMk cId="1908489983" sldId="1472"/>
        </pc:sldMkLst>
        <pc:spChg chg="add mod">
          <ac:chgData name="" userId="" providerId="" clId="Web-{A91AEAB9-865B-4BD0-94DF-2A05C6443A48}" dt="2026-09-20T18:04:29.447" v="20" actId="34807"/>
          <ac:spMkLst>
            <pc:docMk/>
            <pc:sldMk cId="1908489983" sldId="1472"/>
            <ac:spMk id="1124" creationId="{4C332305-A31A-1418-A685-22FA5FEA74FA}"/>
          </ac:spMkLst>
        </pc:spChg>
        <pc:spChg chg="add mod">
          <ac:chgData name="" userId="" providerId="" clId="Web-{A91AEAB9-865B-4BD0-94DF-2A05C6443A48}" dt="2026-09-20T18:04:29.447" v="20" actId="34807"/>
          <ac:spMkLst>
            <pc:docMk/>
            <pc:sldMk cId="1908489983" sldId="1472"/>
            <ac:spMk id="1133" creationId="{E8B55669-0E97-6D5B-5301-DF77A1D72A40}"/>
          </ac:spMkLst>
        </pc:spChg>
        <pc:spChg chg="mod">
          <ac:chgData name="" userId="" providerId="" clId="Web-{A91AEAB9-865B-4BD0-94DF-2A05C6443A48}" dt="2026-09-20T18:05:33.559" v="41" actId="34807"/>
          <ac:spMkLst>
            <pc:docMk/>
            <pc:sldMk cId="1908489983" sldId="1472"/>
            <ac:spMk id="1139" creationId="{E4827988-D0B3-4AC8-C78A-518231A1730D}"/>
          </ac:spMkLst>
        </pc:spChg>
        <pc:spChg chg="add mod">
          <ac:chgData name="" userId="" providerId="" clId="Web-{A91AEAB9-865B-4BD0-94DF-2A05C6443A48}" dt="2026-09-20T18:05:33.559" v="41" actId="34807"/>
          <ac:spMkLst>
            <pc:docMk/>
            <pc:sldMk cId="1908489983" sldId="1472"/>
            <ac:spMk id="1154" creationId="{6424DD27-22CE-47D5-997F-03AB763BB59E}"/>
          </ac:spMkLst>
        </pc:spChg>
        <pc:spChg chg="add mod">
          <ac:chgData name="" userId="" providerId="" clId="Web-{A91AEAB9-865B-4BD0-94DF-2A05C6443A48}" dt="2026-09-20T18:05:33.559" v="41" actId="34807"/>
          <ac:spMkLst>
            <pc:docMk/>
            <pc:sldMk cId="1908489983" sldId="1472"/>
            <ac:spMk id="1163" creationId="{0B799BB2-F807-37CC-E917-10937B5518D8}"/>
          </ac:spMkLst>
        </pc:spChg>
        <pc:spChg chg="add mod">
          <ac:chgData name="" userId="" providerId="" clId="Web-{A91AEAB9-865B-4BD0-94DF-2A05C6443A48}" dt="2026-09-20T18:04:29.447" v="20" actId="34807"/>
          <ac:spMkLst>
            <pc:docMk/>
            <pc:sldMk cId="1908489983" sldId="1472"/>
            <ac:spMk id="1173" creationId="{2E72382E-2E1E-F049-222C-97FB0438238C}"/>
          </ac:spMkLst>
        </pc:spChg>
        <pc:spChg chg="mod">
          <ac:chgData name="" userId="" providerId="" clId="Web-{A91AEAB9-865B-4BD0-94DF-2A05C6443A48}" dt="2026-09-20T18:05:33.559" v="41" actId="34807"/>
          <ac:spMkLst>
            <pc:docMk/>
            <pc:sldMk cId="1908489983" sldId="1472"/>
            <ac:spMk id="1196" creationId="{046E5EAB-F0B1-6DDA-C136-96F912E5474C}"/>
          </ac:spMkLst>
        </pc:spChg>
        <pc:spChg chg="add mod">
          <ac:chgData name="" userId="" providerId="" clId="Web-{A91AEAB9-865B-4BD0-94DF-2A05C6443A48}" dt="2026-09-20T18:04:29.447" v="20" actId="34807"/>
          <ac:spMkLst>
            <pc:docMk/>
            <pc:sldMk cId="1908489983" sldId="1472"/>
            <ac:spMk id="1223" creationId="{38FB05B8-DD7E-3317-FF50-7CFE40AECEC3}"/>
          </ac:spMkLst>
        </pc:spChg>
        <pc:spChg chg="add mod">
          <ac:chgData name="" userId="" providerId="" clId="Web-{A91AEAB9-865B-4BD0-94DF-2A05C6443A48}" dt="2026-09-20T18:04:29.447" v="20" actId="34807"/>
          <ac:spMkLst>
            <pc:docMk/>
            <pc:sldMk cId="1908489983" sldId="1472"/>
            <ac:spMk id="1238" creationId="{6F52EEB0-75B5-75CD-B262-114FA51C569F}"/>
          </ac:spMkLst>
        </pc:spChg>
        <pc:spChg chg="add mod">
          <ac:chgData name="" userId="" providerId="" clId="Web-{A91AEAB9-865B-4BD0-94DF-2A05C6443A48}" dt="2026-09-20T18:04:29.447" v="20" actId="34807"/>
          <ac:spMkLst>
            <pc:docMk/>
            <pc:sldMk cId="1908489983" sldId="1472"/>
            <ac:spMk id="1254" creationId="{0A070C2A-E4AD-A9E0-5416-978AC84EFE81}"/>
          </ac:spMkLst>
        </pc:spChg>
        <pc:spChg chg="add mod">
          <ac:chgData name="" userId="" providerId="" clId="Web-{A91AEAB9-865B-4BD0-94DF-2A05C6443A48}" dt="2026-09-20T18:04:29.447" v="20" actId="34807"/>
          <ac:spMkLst>
            <pc:docMk/>
            <pc:sldMk cId="1908489983" sldId="1472"/>
            <ac:spMk id="1271" creationId="{37148BF1-E27E-B0F6-9611-DAE11C20523B}"/>
          </ac:spMkLst>
        </pc:spChg>
        <pc:spChg chg="add mod">
          <ac:chgData name="" userId="" providerId="" clId="Web-{A91AEAB9-865B-4BD0-94DF-2A05C6443A48}" dt="2026-09-20T18:04:29.447" v="20" actId="34807"/>
          <ac:spMkLst>
            <pc:docMk/>
            <pc:sldMk cId="1908489983" sldId="1472"/>
            <ac:spMk id="1308" creationId="{0083B309-585F-5EF5-A4BC-14210ED7B16A}"/>
          </ac:spMkLst>
        </pc:spChg>
        <pc:picChg chg="add">
          <ac:chgData name="" userId="" providerId="" clId="Web-{A91AEAB9-865B-4BD0-94DF-2A05C6443A48}" dt="2026-09-20T18:04:29.962" v="21" actId="34807"/>
          <ac:picMkLst>
            <pc:docMk/>
            <pc:sldMk cId="1908489983" sldId="1472"/>
            <ac:picMk id="1309" creationId="{B96710BF-1A2D-9E23-5E8A-4C182C01936C}"/>
          </ac:picMkLst>
        </pc:picChg>
        <pc:picChg chg="add">
          <ac:chgData name="" userId="" providerId="" clId="Web-{A91AEAB9-865B-4BD0-94DF-2A05C6443A48}" dt="2026-09-20T18:04:29.962" v="21" actId="34807"/>
          <ac:picMkLst>
            <pc:docMk/>
            <pc:sldMk cId="1908489983" sldId="1472"/>
            <ac:picMk id="1310" creationId="{CE80422B-090D-5A45-117C-D6920C2137D1}"/>
          </ac:picMkLst>
        </pc:picChg>
      </pc:sldChg>
      <pc:sldChg chg="addSp modSp add modNotesTx">
        <pc:chgData name="" userId="" providerId="" clId="Web-{A91AEAB9-865B-4BD0-94DF-2A05C6443A48}" dt="2026-09-20T18:08:13.566" v="44" actId="34807"/>
        <pc:sldMkLst>
          <pc:docMk/>
          <pc:sldMk cId="2212885984" sldId="1673"/>
        </pc:sldMkLst>
        <pc:spChg chg="add mod">
          <ac:chgData name="" userId="" providerId="" clId="Web-{A91AEAB9-865B-4BD0-94DF-2A05C6443A48}" dt="2026-09-20T18:04:36.650" v="24" actId="34807"/>
          <ac:spMkLst>
            <pc:docMk/>
            <pc:sldMk cId="2212885984" sldId="1673"/>
            <ac:spMk id="1311" creationId="{0C6A052C-00D3-4674-5A36-914011AA8C73}"/>
          </ac:spMkLst>
        </pc:spChg>
        <pc:spChg chg="add mod">
          <ac:chgData name="" userId="" providerId="" clId="Web-{A91AEAB9-865B-4BD0-94DF-2A05C6443A48}" dt="2026-09-20T18:05:33.559" v="41" actId="34807"/>
          <ac:spMkLst>
            <pc:docMk/>
            <pc:sldMk cId="2212885984" sldId="1673"/>
            <ac:spMk id="1320" creationId="{1E50FE5E-12CC-F5AD-1579-49E81CB15AB5}"/>
          </ac:spMkLst>
        </pc:spChg>
        <pc:spChg chg="mod">
          <ac:chgData name="" userId="" providerId="" clId="Web-{A91AEAB9-865B-4BD0-94DF-2A05C6443A48}" dt="2026-09-20T18:05:33.559" v="41" actId="34807"/>
          <ac:spMkLst>
            <pc:docMk/>
            <pc:sldMk cId="2212885984" sldId="1673"/>
            <ac:spMk id="1331" creationId="{978E1BE6-377A-8CC5-65C7-2FB534A91C3B}"/>
          </ac:spMkLst>
        </pc:spChg>
        <pc:spChg chg="add mod">
          <ac:chgData name="" userId="" providerId="" clId="Web-{A91AEAB9-865B-4BD0-94DF-2A05C6443A48}" dt="2026-09-20T18:05:33.559" v="41" actId="34807"/>
          <ac:spMkLst>
            <pc:docMk/>
            <pc:sldMk cId="2212885984" sldId="1673"/>
            <ac:spMk id="1338" creationId="{60ADA044-270D-B5D0-D1E9-79D6A802728B}"/>
          </ac:spMkLst>
        </pc:spChg>
        <pc:spChg chg="add mod">
          <ac:chgData name="" userId="" providerId="" clId="Web-{A91AEAB9-865B-4BD0-94DF-2A05C6443A48}" dt="2026-09-20T18:04:36.650" v="24" actId="34807"/>
          <ac:spMkLst>
            <pc:docMk/>
            <pc:sldMk cId="2212885984" sldId="1673"/>
            <ac:spMk id="1365" creationId="{5A88D910-2156-8F72-7BBE-A96030BB89CE}"/>
          </ac:spMkLst>
        </pc:spChg>
        <pc:spChg chg="mod">
          <ac:chgData name="" userId="" providerId="" clId="Web-{A91AEAB9-865B-4BD0-94DF-2A05C6443A48}" dt="2026-09-20T18:05:33.559" v="41" actId="34807"/>
          <ac:spMkLst>
            <pc:docMk/>
            <pc:sldMk cId="2212885984" sldId="1673"/>
            <ac:spMk id="1376" creationId="{18B7C855-C8F3-D1C2-CFFB-5F904F7CC832}"/>
          </ac:spMkLst>
        </pc:spChg>
        <pc:spChg chg="mod">
          <ac:chgData name="" userId="" providerId="" clId="Web-{A91AEAB9-865B-4BD0-94DF-2A05C6443A48}" dt="2026-09-20T18:05:33.559" v="41" actId="34807"/>
          <ac:spMkLst>
            <pc:docMk/>
            <pc:sldMk cId="2212885984" sldId="1673"/>
            <ac:spMk id="1388" creationId="{CC6E487D-8006-C4EC-C4D5-227453D7038B}"/>
          </ac:spMkLst>
        </pc:spChg>
        <pc:spChg chg="add mod">
          <ac:chgData name="" userId="" providerId="" clId="Web-{A91AEAB9-865B-4BD0-94DF-2A05C6443A48}" dt="2026-09-20T18:04:36.650" v="24" actId="34807"/>
          <ac:spMkLst>
            <pc:docMk/>
            <pc:sldMk cId="2212885984" sldId="1673"/>
            <ac:spMk id="1401" creationId="{514E9CB8-B08F-0055-28B8-C3CD83537B7D}"/>
          </ac:spMkLst>
        </pc:spChg>
        <pc:spChg chg="add mod">
          <ac:chgData name="" userId="" providerId="" clId="Web-{A91AEAB9-865B-4BD0-94DF-2A05C6443A48}" dt="2026-09-20T18:05:33.559" v="41" actId="34807"/>
          <ac:spMkLst>
            <pc:docMk/>
            <pc:sldMk cId="2212885984" sldId="1673"/>
            <ac:spMk id="1415" creationId="{84971E4F-3DA9-C83E-211D-75556E937BBD}"/>
          </ac:spMkLst>
        </pc:spChg>
        <pc:spChg chg="mod">
          <ac:chgData name="" userId="" providerId="" clId="Web-{A91AEAB9-865B-4BD0-94DF-2A05C6443A48}" dt="2026-09-20T18:05:33.559" v="41" actId="34807"/>
          <ac:spMkLst>
            <pc:docMk/>
            <pc:sldMk cId="2212885984" sldId="1673"/>
            <ac:spMk id="1463" creationId="{93FEB426-787E-3D48-D7AF-6DDF0A83BFD0}"/>
          </ac:spMkLst>
        </pc:spChg>
        <pc:spChg chg="add mod">
          <ac:chgData name="" userId="" providerId="" clId="Web-{A91AEAB9-865B-4BD0-94DF-2A05C6443A48}" dt="2026-09-20T18:07:18.579" v="42" actId="34807"/>
          <ac:spMkLst>
            <pc:docMk/>
            <pc:sldMk cId="2212885984" sldId="1673"/>
            <ac:spMk id="1481" creationId="{56947688-C5D1-BB9E-A46E-91C3E58D4318}"/>
          </ac:spMkLst>
        </pc:spChg>
        <pc:spChg chg="mod">
          <ac:chgData name="" userId="" providerId="" clId="Web-{A91AEAB9-865B-4BD0-94DF-2A05C6443A48}" dt="2026-09-20T18:07:18.579" v="42" actId="34807"/>
          <ac:spMkLst>
            <pc:docMk/>
            <pc:sldMk cId="2212885984" sldId="1673"/>
            <ac:spMk id="1500" creationId="{32EAC251-80DA-EC49-4D00-4D7FD662397A}"/>
          </ac:spMkLst>
        </pc:spChg>
        <pc:spChg chg="add mod">
          <ac:chgData name="" userId="" providerId="" clId="Web-{A91AEAB9-865B-4BD0-94DF-2A05C6443A48}" dt="2026-09-20T18:07:18.579" v="42" actId="34807"/>
          <ac:spMkLst>
            <pc:docMk/>
            <pc:sldMk cId="2212885984" sldId="1673"/>
            <ac:spMk id="1520" creationId="{E09D739D-5A60-567F-E27F-85948C30D192}"/>
          </ac:spMkLst>
        </pc:spChg>
        <pc:spChg chg="mod">
          <ac:chgData name="" userId="" providerId="" clId="Web-{A91AEAB9-865B-4BD0-94DF-2A05C6443A48}" dt="2026-09-20T18:07:18.579" v="42" actId="34807"/>
          <ac:spMkLst>
            <pc:docMk/>
            <pc:sldMk cId="2212885984" sldId="1673"/>
            <ac:spMk id="1541" creationId="{8418F16F-7254-4FD2-BDC6-E17C1AE2C499}"/>
          </ac:spMkLst>
        </pc:spChg>
        <pc:spChg chg="mod">
          <ac:chgData name="" userId="" providerId="" clId="Web-{A91AEAB9-865B-4BD0-94DF-2A05C6443A48}" dt="2026-09-20T18:07:18.579" v="42" actId="34807"/>
          <ac:spMkLst>
            <pc:docMk/>
            <pc:sldMk cId="2212885984" sldId="1673"/>
            <ac:spMk id="1563" creationId="{78A76022-E39D-F817-6792-62A046C4438E}"/>
          </ac:spMkLst>
        </pc:spChg>
        <pc:spChg chg="mod">
          <ac:chgData name="" userId="" providerId="" clId="Web-{A91AEAB9-865B-4BD0-94DF-2A05C6443A48}" dt="2026-09-20T18:07:18.579" v="42" actId="34807"/>
          <ac:spMkLst>
            <pc:docMk/>
            <pc:sldMk cId="2212885984" sldId="1673"/>
            <ac:spMk id="1586" creationId="{2F8F63F1-F591-1DC5-D8B0-1ACFFC05826A}"/>
          </ac:spMkLst>
        </pc:spChg>
        <pc:spChg chg="add mod">
          <ac:chgData name="" userId="" providerId="" clId="Web-{A91AEAB9-865B-4BD0-94DF-2A05C6443A48}" dt="2026-09-20T18:04:36.650" v="24" actId="34807"/>
          <ac:spMkLst>
            <pc:docMk/>
            <pc:sldMk cId="2212885984" sldId="1673"/>
            <ac:spMk id="1635" creationId="{EC612F1E-A502-6D22-B290-584B1C89A4A2}"/>
          </ac:spMkLst>
        </pc:spChg>
        <pc:spChg chg="add mod">
          <ac:chgData name="" userId="" providerId="" clId="Web-{A91AEAB9-865B-4BD0-94DF-2A05C6443A48}" dt="2026-09-20T18:04:36.650" v="24" actId="34807"/>
          <ac:spMkLst>
            <pc:docMk/>
            <pc:sldMk cId="2212885984" sldId="1673"/>
            <ac:spMk id="1661" creationId="{0D7E0766-BC9C-2CF4-49F5-534E564C41ED}"/>
          </ac:spMkLst>
        </pc:spChg>
      </pc:sldChg>
      <pc:sldChg chg="addSp delSp modSp add modNotesTx">
        <pc:chgData name="" userId="" providerId="" clId="Web-{A91AEAB9-865B-4BD0-94DF-2A05C6443A48}" dt="2026-09-20T18:08:13.566" v="44" actId="34807"/>
        <pc:sldMkLst>
          <pc:docMk/>
          <pc:sldMk cId="2308333502" sldId="1874"/>
        </pc:sldMkLst>
        <pc:spChg chg="add mod">
          <ac:chgData name="" userId="" providerId="" clId="Web-{A91AEAB9-865B-4BD0-94DF-2A05C6443A48}" dt="2026-09-20T18:04:43.588" v="27" actId="34807"/>
          <ac:spMkLst>
            <pc:docMk/>
            <pc:sldMk cId="2308333502" sldId="1874"/>
            <ac:spMk id="1664" creationId="{8BA3A123-3319-910F-B526-0A6E9F3EFA0F}"/>
          </ac:spMkLst>
        </pc:spChg>
        <pc:spChg chg="add mod">
          <ac:chgData name="" userId="" providerId="" clId="Web-{A91AEAB9-865B-4BD0-94DF-2A05C6443A48}" dt="2026-09-20T18:04:43.588" v="27" actId="34807"/>
          <ac:spMkLst>
            <pc:docMk/>
            <pc:sldMk cId="2308333502" sldId="1874"/>
            <ac:spMk id="1667" creationId="{66E469A8-A311-6D04-4BEB-C01F938DD384}"/>
          </ac:spMkLst>
        </pc:spChg>
        <pc:spChg chg="add mod">
          <ac:chgData name="" userId="" providerId="" clId="Web-{A91AEAB9-865B-4BD0-94DF-2A05C6443A48}" dt="2026-09-20T18:04:43.588" v="27" actId="34807"/>
          <ac:spMkLst>
            <pc:docMk/>
            <pc:sldMk cId="2308333502" sldId="1874"/>
            <ac:spMk id="1676" creationId="{132377FB-3446-9771-A9AA-2B6325B17BA6}"/>
          </ac:spMkLst>
        </pc:spChg>
        <pc:spChg chg="mod">
          <ac:chgData name="" userId="" providerId="" clId="Web-{A91AEAB9-865B-4BD0-94DF-2A05C6443A48}" dt="2026-09-20T18:05:33.559" v="41" actId="34807"/>
          <ac:spMkLst>
            <pc:docMk/>
            <pc:sldMk cId="2308333502" sldId="1874"/>
            <ac:spMk id="1682" creationId="{606140AB-5C84-C3D1-FD41-1C50D20600A9}"/>
          </ac:spMkLst>
        </pc:spChg>
        <pc:spChg chg="add mod">
          <ac:chgData name="" userId="" providerId="" clId="Web-{A91AEAB9-865B-4BD0-94DF-2A05C6443A48}" dt="2026-09-20T18:04:43.588" v="27" actId="34807"/>
          <ac:spMkLst>
            <pc:docMk/>
            <pc:sldMk cId="2308333502" sldId="1874"/>
            <ac:spMk id="1689" creationId="{6AE34864-7958-E556-AB08-623FB84EA4AA}"/>
          </ac:spMkLst>
        </pc:spChg>
        <pc:spChg chg="add mod">
          <ac:chgData name="" userId="" providerId="" clId="Web-{A91AEAB9-865B-4BD0-94DF-2A05C6443A48}" dt="2026-09-20T18:04:43.588" v="27" actId="34807"/>
          <ac:spMkLst>
            <pc:docMk/>
            <pc:sldMk cId="2308333502" sldId="1874"/>
            <ac:spMk id="1697" creationId="{5968E678-2A67-B35E-56CB-EFB01B469477}"/>
          </ac:spMkLst>
        </pc:spChg>
        <pc:spChg chg="add mod">
          <ac:chgData name="" userId="" providerId="" clId="Web-{A91AEAB9-865B-4BD0-94DF-2A05C6443A48}" dt="2026-09-20T18:05:33.559" v="41" actId="34807"/>
          <ac:spMkLst>
            <pc:docMk/>
            <pc:sldMk cId="2308333502" sldId="1874"/>
            <ac:spMk id="1706" creationId="{60A6BD40-640C-9F7D-4DDF-17431B716D41}"/>
          </ac:spMkLst>
        </pc:spChg>
        <pc:spChg chg="add mod">
          <ac:chgData name="" userId="" providerId="" clId="Web-{A91AEAB9-865B-4BD0-94DF-2A05C6443A48}" dt="2026-09-20T18:04:43.588" v="27" actId="34807"/>
          <ac:spMkLst>
            <pc:docMk/>
            <pc:sldMk cId="2308333502" sldId="1874"/>
            <ac:spMk id="1716" creationId="{040FFF41-0EF7-8697-61B9-BC35911332C4}"/>
          </ac:spMkLst>
        </pc:spChg>
        <pc:spChg chg="add mod">
          <ac:chgData name="" userId="" providerId="" clId="Web-{A91AEAB9-865B-4BD0-94DF-2A05C6443A48}" dt="2026-09-20T18:05:33.559" v="41" actId="34807"/>
          <ac:spMkLst>
            <pc:docMk/>
            <pc:sldMk cId="2308333502" sldId="1874"/>
            <ac:spMk id="1739" creationId="{9DB33BA3-CBCF-653D-96D6-191B68172722}"/>
          </ac:spMkLst>
        </pc:spChg>
        <pc:spChg chg="add del mod">
          <ac:chgData name="" userId="" providerId="" clId="Web-{A91AEAB9-865B-4BD0-94DF-2A05C6443A48}" dt="2026-09-20T18:07:18.579" v="42" actId="34807"/>
          <ac:spMkLst>
            <pc:docMk/>
            <pc:sldMk cId="2308333502" sldId="1874"/>
            <ac:spMk id="1752" creationId="{C195EA80-C933-8293-0731-D0E4633B3BF0}"/>
          </ac:spMkLst>
        </pc:spChg>
        <pc:spChg chg="add mod">
          <ac:chgData name="" userId="" providerId="" clId="Web-{A91AEAB9-865B-4BD0-94DF-2A05C6443A48}" dt="2026-09-20T18:07:18.579" v="42" actId="34807"/>
          <ac:spMkLst>
            <pc:docMk/>
            <pc:sldMk cId="2308333502" sldId="1874"/>
            <ac:spMk id="1766" creationId="{69425121-4D28-D5A4-F3FD-0685A49D121C}"/>
          </ac:spMkLst>
        </pc:spChg>
        <pc:spChg chg="del">
          <ac:chgData name="" userId="" providerId="" clId="Web-{A91AEAB9-865B-4BD0-94DF-2A05C6443A48}" dt="2026-09-20T18:07:18.579" v="42" actId="34807"/>
          <ac:spMkLst>
            <pc:docMk/>
            <pc:sldMk cId="2308333502" sldId="1874"/>
            <ac:spMk id="1781" creationId="{9DA932A5-125B-5345-DB70-5EF0B1F41DDA}"/>
          </ac:spMkLst>
        </pc:spChg>
        <pc:spChg chg="mod">
          <ac:chgData name="" userId="" providerId="" clId="Web-{A91AEAB9-865B-4BD0-94DF-2A05C6443A48}" dt="2026-09-20T18:07:18.579" v="42" actId="34807"/>
          <ac:spMkLst>
            <pc:docMk/>
            <pc:sldMk cId="2308333502" sldId="1874"/>
            <ac:spMk id="1797" creationId="{3B5DE514-DDCF-26C2-4276-ADCA3D390D78}"/>
          </ac:spMkLst>
        </pc:spChg>
        <pc:spChg chg="del">
          <ac:chgData name="" userId="" providerId="" clId="Web-{A91AEAB9-865B-4BD0-94DF-2A05C6443A48}" dt="2026-09-20T18:07:18.579" v="42" actId="34807"/>
          <ac:spMkLst>
            <pc:docMk/>
            <pc:sldMk cId="2308333502" sldId="1874"/>
            <ac:spMk id="1814" creationId="{35DD0CB8-8EE2-B9AE-E487-99D040B76F8A}"/>
          </ac:spMkLst>
        </pc:spChg>
        <pc:spChg chg="mod">
          <ac:chgData name="" userId="" providerId="" clId="Web-{A91AEAB9-865B-4BD0-94DF-2A05C6443A48}" dt="2026-09-20T18:07:18.579" v="42" actId="34807"/>
          <ac:spMkLst>
            <pc:docMk/>
            <pc:sldMk cId="2308333502" sldId="1874"/>
            <ac:spMk id="1832" creationId="{7A697E40-6599-D7F7-D492-601CC6D95940}"/>
          </ac:spMkLst>
        </pc:spChg>
        <pc:picChg chg="add">
          <ac:chgData name="" userId="" providerId="" clId="Web-{A91AEAB9-865B-4BD0-94DF-2A05C6443A48}" dt="2026-09-20T18:04:44.104" v="28" actId="34807"/>
          <ac:picMkLst>
            <pc:docMk/>
            <pc:sldMk cId="2308333502" sldId="1874"/>
            <ac:picMk id="1893" creationId="{33565044-4E9A-8F5B-3E0B-F97A84588977}"/>
          </ac:picMkLst>
        </pc:picChg>
        <pc:picChg chg="add">
          <ac:chgData name="" userId="" providerId="" clId="Web-{A91AEAB9-865B-4BD0-94DF-2A05C6443A48}" dt="2026-09-20T18:04:44.104" v="28" actId="34807"/>
          <ac:picMkLst>
            <pc:docMk/>
            <pc:sldMk cId="2308333502" sldId="1874"/>
            <ac:picMk id="1894" creationId="{FE35024F-4DA8-E053-96C0-A16B6D076661}"/>
          </ac:picMkLst>
        </pc:picChg>
      </pc:sldChg>
      <pc:sldChg chg="addSp modSp add modNotesTx">
        <pc:chgData name="" userId="" providerId="" clId="Web-{A91AEAB9-865B-4BD0-94DF-2A05C6443A48}" dt="2026-09-20T18:08:13.566" v="44" actId="34807"/>
        <pc:sldMkLst>
          <pc:docMk/>
          <pc:sldMk cId="2131696519" sldId="2075"/>
        </pc:sldMkLst>
        <pc:spChg chg="add mod">
          <ac:chgData name="" userId="" providerId="" clId="Web-{A91AEAB9-865B-4BD0-94DF-2A05C6443A48}" dt="2026-09-20T18:05:09.495" v="31" actId="34807"/>
          <ac:spMkLst>
            <pc:docMk/>
            <pc:sldMk cId="2131696519" sldId="2075"/>
            <ac:spMk id="1895" creationId="{AE6999F6-17C6-68DF-1B01-B8376BC9F845}"/>
          </ac:spMkLst>
        </pc:spChg>
        <pc:spChg chg="add mod">
          <ac:chgData name="" userId="" providerId="" clId="Web-{A91AEAB9-865B-4BD0-94DF-2A05C6443A48}" dt="2026-09-20T18:05:09.495" v="31" actId="34807"/>
          <ac:spMkLst>
            <pc:docMk/>
            <pc:sldMk cId="2131696519" sldId="2075"/>
            <ac:spMk id="1897" creationId="{A28904CA-6916-F87B-8C61-AB53D8A20B46}"/>
          </ac:spMkLst>
        </pc:spChg>
        <pc:spChg chg="add mod">
          <ac:chgData name="" userId="" providerId="" clId="Web-{A91AEAB9-865B-4BD0-94DF-2A05C6443A48}" dt="2026-09-20T18:05:09.495" v="31" actId="34807"/>
          <ac:spMkLst>
            <pc:docMk/>
            <pc:sldMk cId="2131696519" sldId="2075"/>
            <ac:spMk id="1900" creationId="{9EFC2D90-841D-6DDD-567B-51E93ECAB6BA}"/>
          </ac:spMkLst>
        </pc:spChg>
        <pc:spChg chg="add mod">
          <ac:chgData name="" userId="" providerId="" clId="Web-{A91AEAB9-865B-4BD0-94DF-2A05C6443A48}" dt="2026-09-20T18:05:09.495" v="31" actId="34807"/>
          <ac:spMkLst>
            <pc:docMk/>
            <pc:sldMk cId="2131696519" sldId="2075"/>
            <ac:spMk id="1904" creationId="{E9D2DAD1-2836-EDCB-3482-31F2DC04CFA7}"/>
          </ac:spMkLst>
        </pc:spChg>
        <pc:spChg chg="add mod">
          <ac:chgData name="" userId="" providerId="" clId="Web-{A91AEAB9-865B-4BD0-94DF-2A05C6443A48}" dt="2026-09-20T18:05:09.495" v="31" actId="34807"/>
          <ac:spMkLst>
            <pc:docMk/>
            <pc:sldMk cId="2131696519" sldId="2075"/>
            <ac:spMk id="1910" creationId="{E072E3E1-708F-2537-A908-2BB6635310DD}"/>
          </ac:spMkLst>
        </pc:spChg>
        <pc:spChg chg="add mod">
          <ac:chgData name="" userId="" providerId="" clId="Web-{A91AEAB9-865B-4BD0-94DF-2A05C6443A48}" dt="2026-09-20T18:05:09.495" v="31" actId="34807"/>
          <ac:spMkLst>
            <pc:docMk/>
            <pc:sldMk cId="2131696519" sldId="2075"/>
            <ac:spMk id="1917" creationId="{1B03B0F7-C5E2-660D-DF1F-CB52EBEAFE01}"/>
          </ac:spMkLst>
        </pc:spChg>
        <pc:spChg chg="add mod">
          <ac:chgData name="" userId="" providerId="" clId="Web-{A91AEAB9-865B-4BD0-94DF-2A05C6443A48}" dt="2026-09-20T18:05:09.495" v="31" actId="34807"/>
          <ac:spMkLst>
            <pc:docMk/>
            <pc:sldMk cId="2131696519" sldId="2075"/>
            <ac:spMk id="1925" creationId="{DCBDDA7F-8573-D587-3F23-87E00D35AFFA}"/>
          </ac:spMkLst>
        </pc:spChg>
        <pc:graphicFrameChg chg="add mod">
          <ac:chgData name="" userId="" providerId="" clId="Web-{A91AEAB9-865B-4BD0-94DF-2A05C6443A48}" dt="2026-09-20T18:07:45.158" v="43" actId="34807"/>
          <ac:graphicFrameMkLst>
            <pc:docMk/>
            <pc:sldMk cId="2131696519" sldId="2075"/>
            <ac:graphicFrameMk id="10" creationId="{3184E2E5-16BD-4062-87BD-9F0004228ABA}"/>
          </ac:graphicFrameMkLst>
        </pc:graphicFrameChg>
      </pc:sldChg>
      <pc:sldChg chg="addSp modSp add modNotesTx">
        <pc:chgData name="" userId="" providerId="" clId="Web-{A91AEAB9-865B-4BD0-94DF-2A05C6443A48}" dt="2026-09-20T18:08:13.566" v="44" actId="34807"/>
        <pc:sldMkLst>
          <pc:docMk/>
          <pc:sldMk cId="3490596900" sldId="2276"/>
        </pc:sldMkLst>
        <pc:spChg chg="add mod">
          <ac:chgData name="" userId="" providerId="" clId="Web-{A91AEAB9-865B-4BD0-94DF-2A05C6443A48}" dt="2026-09-20T18:05:17.089" v="34" actId="34807"/>
          <ac:spMkLst>
            <pc:docMk/>
            <pc:sldMk cId="3490596900" sldId="2276"/>
            <ac:spMk id="1926" creationId="{44E077D9-3402-31C3-F052-1F80C202C671}"/>
          </ac:spMkLst>
        </pc:spChg>
        <pc:spChg chg="add mod">
          <ac:chgData name="" userId="" providerId="" clId="Web-{A91AEAB9-865B-4BD0-94DF-2A05C6443A48}" dt="2026-09-20T18:05:17.089" v="34" actId="34807"/>
          <ac:spMkLst>
            <pc:docMk/>
            <pc:sldMk cId="3490596900" sldId="2276"/>
            <ac:spMk id="1928" creationId="{0847D39A-729B-73AC-2291-D2878386093E}"/>
          </ac:spMkLst>
        </pc:spChg>
        <pc:spChg chg="add mod">
          <ac:chgData name="" userId="" providerId="" clId="Web-{A91AEAB9-865B-4BD0-94DF-2A05C6443A48}" dt="2026-09-20T18:05:17.089" v="34" actId="34807"/>
          <ac:spMkLst>
            <pc:docMk/>
            <pc:sldMk cId="3490596900" sldId="2276"/>
            <ac:spMk id="1931" creationId="{D2AC2E40-BEBB-DCF2-8EF3-E0E054A9E43F}"/>
          </ac:spMkLst>
        </pc:spChg>
        <pc:spChg chg="add mod">
          <ac:chgData name="" userId="" providerId="" clId="Web-{A91AEAB9-865B-4BD0-94DF-2A05C6443A48}" dt="2026-09-20T18:07:18.579" v="42" actId="34807"/>
          <ac:spMkLst>
            <pc:docMk/>
            <pc:sldMk cId="3490596900" sldId="2276"/>
            <ac:spMk id="1940" creationId="{ABD13065-3E6A-B046-66E3-B65E65AA5583}"/>
          </ac:spMkLst>
        </pc:spChg>
        <pc:spChg chg="add mod">
          <ac:chgData name="" userId="" providerId="" clId="Web-{A91AEAB9-865B-4BD0-94DF-2A05C6443A48}" dt="2026-09-20T18:07:18.579" v="42" actId="34807"/>
          <ac:spMkLst>
            <pc:docMk/>
            <pc:sldMk cId="3490596900" sldId="2276"/>
            <ac:spMk id="1953" creationId="{F491A91F-0538-B410-0DF3-994CE82C560C}"/>
          </ac:spMkLst>
        </pc:spChg>
        <pc:spChg chg="add mod">
          <ac:chgData name="" userId="" providerId="" clId="Web-{A91AEAB9-865B-4BD0-94DF-2A05C6443A48}" dt="2026-09-20T18:05:17.089" v="34" actId="34807"/>
          <ac:spMkLst>
            <pc:docMk/>
            <pc:sldMk cId="3490596900" sldId="2276"/>
            <ac:spMk id="1961" creationId="{961451C9-6B72-BD3A-215F-61C6DAF9FC8E}"/>
          </ac:spMkLst>
        </pc:spChg>
        <pc:spChg chg="mod">
          <ac:chgData name="" userId="" providerId="" clId="Web-{A91AEAB9-865B-4BD0-94DF-2A05C6443A48}" dt="2026-09-20T18:07:18.579" v="42" actId="34807"/>
          <ac:spMkLst>
            <pc:docMk/>
            <pc:sldMk cId="3490596900" sldId="2276"/>
            <ac:spMk id="1970" creationId="{3D370B34-F325-A998-E082-9EE73DA58F44}"/>
          </ac:spMkLst>
        </pc:spChg>
        <pc:spChg chg="add mod">
          <ac:chgData name="" userId="" providerId="" clId="Web-{A91AEAB9-865B-4BD0-94DF-2A05C6443A48}" dt="2026-09-20T18:05:17.089" v="34" actId="34807"/>
          <ac:spMkLst>
            <pc:docMk/>
            <pc:sldMk cId="3490596900" sldId="2276"/>
            <ac:spMk id="1980" creationId="{9B8646B6-D623-54AD-7917-4C0FC750A42E}"/>
          </ac:spMkLst>
        </pc:spChg>
        <pc:spChg chg="mod">
          <ac:chgData name="" userId="" providerId="" clId="Web-{A91AEAB9-865B-4BD0-94DF-2A05C6443A48}" dt="2026-09-20T18:07:18.579" v="42" actId="34807"/>
          <ac:spMkLst>
            <pc:docMk/>
            <pc:sldMk cId="3490596900" sldId="2276"/>
            <ac:spMk id="1991" creationId="{009D7814-D333-7BC2-9783-17E7942F3974}"/>
          </ac:spMkLst>
        </pc:spChg>
        <pc:spChg chg="add mod">
          <ac:chgData name="" userId="" providerId="" clId="Web-{A91AEAB9-865B-4BD0-94DF-2A05C6443A48}" dt="2026-09-20T18:05:17.089" v="34" actId="34807"/>
          <ac:spMkLst>
            <pc:docMk/>
            <pc:sldMk cId="3490596900" sldId="2276"/>
            <ac:spMk id="2003" creationId="{E9808C79-ABF4-9E25-DF25-7C65C12975CC}"/>
          </ac:spMkLst>
        </pc:spChg>
        <pc:spChg chg="add mod">
          <ac:chgData name="" userId="" providerId="" clId="Web-{A91AEAB9-865B-4BD0-94DF-2A05C6443A48}" dt="2026-09-20T18:05:17.089" v="34" actId="34807"/>
          <ac:spMkLst>
            <pc:docMk/>
            <pc:sldMk cId="3490596900" sldId="2276"/>
            <ac:spMk id="2030" creationId="{10412F97-61C7-8648-9BB1-7051485242EF}"/>
          </ac:spMkLst>
        </pc:spChg>
        <pc:spChg chg="add mod">
          <ac:chgData name="" userId="" providerId="" clId="Web-{A91AEAB9-865B-4BD0-94DF-2A05C6443A48}" dt="2026-09-20T18:05:17.089" v="34" actId="34807"/>
          <ac:spMkLst>
            <pc:docMk/>
            <pc:sldMk cId="3490596900" sldId="2276"/>
            <ac:spMk id="2045" creationId="{58AA31DE-8808-C379-EED1-EFD0A94AE70E}"/>
          </ac:spMkLst>
        </pc:spChg>
        <pc:picChg chg="add">
          <ac:chgData name="" userId="" providerId="" clId="Web-{A91AEAB9-865B-4BD0-94DF-2A05C6443A48}" dt="2026-09-20T18:05:17.730" v="35" actId="34807"/>
          <ac:picMkLst>
            <pc:docMk/>
            <pc:sldMk cId="3490596900" sldId="2276"/>
            <ac:picMk id="2046" creationId="{DB2A2635-F881-969F-7966-E8E4C5C4FBE9}"/>
          </ac:picMkLst>
        </pc:picChg>
        <pc:picChg chg="add">
          <ac:chgData name="" userId="" providerId="" clId="Web-{A91AEAB9-865B-4BD0-94DF-2A05C6443A48}" dt="2026-09-20T18:05:17.730" v="35" actId="34807"/>
          <ac:picMkLst>
            <pc:docMk/>
            <pc:sldMk cId="3490596900" sldId="2276"/>
            <ac:picMk id="2047" creationId="{A9ADB20B-96F8-52E8-21E1-488EA02DAF71}"/>
          </ac:picMkLst>
        </pc:picChg>
        <pc:picChg chg="add">
          <ac:chgData name="" userId="" providerId="" clId="Web-{A91AEAB9-865B-4BD0-94DF-2A05C6443A48}" dt="2026-09-20T18:05:17.730" v="35" actId="34807"/>
          <ac:picMkLst>
            <pc:docMk/>
            <pc:sldMk cId="3490596900" sldId="2276"/>
            <ac:picMk id="2048" creationId="{B638D89F-2239-9463-8847-9A559634BA31}"/>
          </ac:picMkLst>
        </pc:picChg>
        <pc:picChg chg="add">
          <ac:chgData name="" userId="" providerId="" clId="Web-{A91AEAB9-865B-4BD0-94DF-2A05C6443A48}" dt="2026-09-20T18:05:17.730" v="35" actId="34807"/>
          <ac:picMkLst>
            <pc:docMk/>
            <pc:sldMk cId="3490596900" sldId="2276"/>
            <ac:picMk id="2049" creationId="{E4F23262-0F0E-ACF2-372B-54FBAAE6AA83}"/>
          </ac:picMkLst>
        </pc:picChg>
      </pc:sldChg>
      <pc:sldChg chg="addSp modSp add modNotesTx">
        <pc:chgData name="" userId="" providerId="" clId="Web-{A91AEAB9-865B-4BD0-94DF-2A05C6443A48}" dt="2026-09-20T18:08:13.566" v="44" actId="34807"/>
        <pc:sldMkLst>
          <pc:docMk/>
          <pc:sldMk cId="447858589" sldId="2477"/>
        </pc:sldMkLst>
        <pc:spChg chg="add mod">
          <ac:chgData name="" userId="" providerId="" clId="Web-{A91AEAB9-865B-4BD0-94DF-2A05C6443A48}" dt="2026-09-20T18:05:24.355" v="38" actId="34807"/>
          <ac:spMkLst>
            <pc:docMk/>
            <pc:sldMk cId="447858589" sldId="2477"/>
            <ac:spMk id="2050" creationId="{2C4845D7-4587-7540-E600-30054BA5D617}"/>
          </ac:spMkLst>
        </pc:spChg>
        <pc:spChg chg="add mod">
          <ac:chgData name="" userId="" providerId="" clId="Web-{A91AEAB9-865B-4BD0-94DF-2A05C6443A48}" dt="2026-09-20T18:05:24.355" v="38" actId="34807"/>
          <ac:spMkLst>
            <pc:docMk/>
            <pc:sldMk cId="447858589" sldId="2477"/>
            <ac:spMk id="2055" creationId="{090A2853-20EF-44B7-8E1B-F5A3F62C6E22}"/>
          </ac:spMkLst>
        </pc:spChg>
        <pc:spChg chg="add mod">
          <ac:chgData name="" userId="" providerId="" clId="Web-{A91AEAB9-865B-4BD0-94DF-2A05C6443A48}" dt="2026-09-20T18:05:24.355" v="38" actId="34807"/>
          <ac:spMkLst>
            <pc:docMk/>
            <pc:sldMk cId="447858589" sldId="2477"/>
            <ac:spMk id="2085" creationId="{D831EF06-784F-9700-1BB0-D74EF37AC386}"/>
          </ac:spMkLst>
        </pc:spChg>
        <pc:spChg chg="add mod">
          <ac:chgData name="" userId="" providerId="" clId="Web-{A91AEAB9-865B-4BD0-94DF-2A05C6443A48}" dt="2026-09-20T18:05:24.355" v="38" actId="34807"/>
          <ac:spMkLst>
            <pc:docMk/>
            <pc:sldMk cId="447858589" sldId="2477"/>
            <ac:spMk id="2094" creationId="{ED10B552-46F9-80DD-FC6F-68BBADFB93B2}"/>
          </ac:spMkLst>
        </pc:spChg>
        <pc:spChg chg="add mod">
          <ac:chgData name="" userId="" providerId="" clId="Web-{A91AEAB9-865B-4BD0-94DF-2A05C6443A48}" dt="2026-09-20T18:05:24.355" v="38" actId="34807"/>
          <ac:spMkLst>
            <pc:docMk/>
            <pc:sldMk cId="447858589" sldId="2477"/>
            <ac:spMk id="2104" creationId="{3D409FC9-FC8A-E826-0F54-ACDDC2A95FB2}"/>
          </ac:spMkLst>
        </pc:spChg>
        <pc:spChg chg="add mod">
          <ac:chgData name="" userId="" providerId="" clId="Web-{A91AEAB9-865B-4BD0-94DF-2A05C6443A48}" dt="2026-09-20T18:05:24.355" v="38" actId="34807"/>
          <ac:spMkLst>
            <pc:docMk/>
            <pc:sldMk cId="447858589" sldId="2477"/>
            <ac:spMk id="2127" creationId="{2A6D1BB5-1507-4527-309C-FE9228B1C03B}"/>
          </ac:spMkLst>
        </pc:spChg>
        <pc:spChg chg="add mod">
          <ac:chgData name="" userId="" providerId="" clId="Web-{A91AEAB9-865B-4BD0-94DF-2A05C6443A48}" dt="2026-09-20T18:05:24.355" v="38" actId="34807"/>
          <ac:spMkLst>
            <pc:docMk/>
            <pc:sldMk cId="447858589" sldId="2477"/>
            <ac:spMk id="2154" creationId="{B8E542AB-5FCE-9EEF-5A54-F5CC1F8983D6}"/>
          </ac:spMkLst>
        </pc:spChg>
        <pc:spChg chg="add mod">
          <ac:chgData name="" userId="" providerId="" clId="Web-{A91AEAB9-865B-4BD0-94DF-2A05C6443A48}" dt="2026-09-20T18:05:24.355" v="38" actId="34807"/>
          <ac:spMkLst>
            <pc:docMk/>
            <pc:sldMk cId="447858589" sldId="2477"/>
            <ac:spMk id="2169" creationId="{06309B1C-E0A1-51B9-82EC-CB1754BA0832}"/>
          </ac:spMkLst>
        </pc:spChg>
        <pc:spChg chg="add mod">
          <ac:chgData name="" userId="" providerId="" clId="Web-{A91AEAB9-865B-4BD0-94DF-2A05C6443A48}" dt="2026-09-20T18:05:24.355" v="38" actId="34807"/>
          <ac:spMkLst>
            <pc:docMk/>
            <pc:sldMk cId="447858589" sldId="2477"/>
            <ac:spMk id="2185" creationId="{4FF219E5-BED0-734A-0FB1-08D094A19AFC}"/>
          </ac:spMkLst>
        </pc:spChg>
        <pc:spChg chg="add mod">
          <ac:chgData name="" userId="" providerId="" clId="Web-{A91AEAB9-865B-4BD0-94DF-2A05C6443A48}" dt="2026-09-20T18:05:24.355" v="38" actId="34807"/>
          <ac:spMkLst>
            <pc:docMk/>
            <pc:sldMk cId="447858589" sldId="2477"/>
            <ac:spMk id="2220" creationId="{AED012CE-06EC-7CBC-C19E-EFBF2BDC813C}"/>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6111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611188"/>
          </a:xfrm>
          <a:prstGeom prst="rect">
            <a:avLst/>
          </a:prstGeom>
        </p:spPr>
        <p:txBody>
          <a:bodyPr vert="horz" lIns="91440" tIns="45720" rIns="91440" bIns="45720" rtlCol="0"/>
          <a:lstStyle>
            <a:lvl1pPr algn="r">
              <a:defRPr sz="1200"/>
            </a:lvl1pPr>
          </a:lstStyle>
          <a:p>
            <a:fld id="{FA5C003D-04AD-4457-92FA-55091E1E70B5}" type="datetimeFigureOut">
              <a:t>9/21/26</a:t>
            </a:fld>
            <a:endParaRPr lang="en-US"/>
          </a:p>
        </p:txBody>
      </p:sp>
      <p:sp>
        <p:nvSpPr>
          <p:cNvPr id="4" name="Slide Image Placeholder 3"/>
          <p:cNvSpPr>
            <a:spLocks noGrp="1" noRot="1" noChangeAspect="1"/>
          </p:cNvSpPr>
          <p:nvPr>
            <p:ph type="sldImg" idx="2"/>
          </p:nvPr>
        </p:nvSpPr>
        <p:spPr>
          <a:xfrm>
            <a:off x="-228600" y="1524000"/>
            <a:ext cx="7315200" cy="41148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5867400"/>
            <a:ext cx="5486400" cy="48006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1580813"/>
            <a:ext cx="2971800" cy="6111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11580813"/>
            <a:ext cx="2971800" cy="611187"/>
          </a:xfrm>
          <a:prstGeom prst="rect">
            <a:avLst/>
          </a:prstGeom>
        </p:spPr>
        <p:txBody>
          <a:bodyPr vert="horz" lIns="91440" tIns="45720" rIns="91440" bIns="45720" rtlCol="0" anchor="b"/>
          <a:lstStyle>
            <a:lvl1pPr algn="r">
              <a:defRPr sz="1200"/>
            </a:lvl1pPr>
          </a:lstStyle>
          <a:p>
            <a:fld id="{8B110DA1-F4F8-4CF0-8C27-A76B8B175104}" type="slidenum">
              <a:t>‹#›</a:t>
            </a:fld>
            <a:endParaRPr lang="en-US"/>
          </a:p>
        </p:txBody>
      </p:sp>
    </p:spTree>
    <p:extLst>
      <p:ext uri="{BB962C8B-B14F-4D97-AF65-F5344CB8AC3E}">
        <p14:creationId xmlns:p14="http://schemas.microsoft.com/office/powerpoint/2010/main" val="23503184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Allow 1 minute. Introduce the two prepared paths used later in the demo. The official Agent Framework WeatherAgent sample creates client-side automatic spans for agent, model, and tool operations and adds one custom parent span around the chat session. The presenter-controlled Prompt agent demonstrates the server-side trace Foundry records after Application Insights is connected. No prior lab completion, attendee-owned agent, or attendee-owned Azure resource is assumed. The module asks what evidence lets an operator explain one run without mistaking operational health for answer quality.
• GROUNDING SOURCE: https://learn.microsoft.com/azure/foundry/concepts/observability
• GROUNDING SOURCE: https://learn.microsoft.com/azure/foundry/observability/concepts/trace-agent-concept
• GROUNDING SOURCE: https://learn.microsoft.com/agent-framework/agents/observability?pivots=programming-language-python
• GROUNDING SOURCE: https://learn.microsoft.com/azure/foundry/observability/how-to/trace-agent-setup</a:t>
            </a:r>
          </a:p>
        </p:txBody>
      </p:sp>
      <p:sp>
        <p:nvSpPr>
          <p:cNvPr id="4" name="Slide Number Placeholder 3"/>
          <p:cNvSpPr>
            <a:spLocks noGrp="1"/>
          </p:cNvSpPr>
          <p:nvPr>
            <p:ph type="sldNum" sz="quarter" idx="5"/>
          </p:nvPr>
        </p:nvSpPr>
        <p:spPr/>
        <p:txBody>
          <a:bodyPr/>
          <a:lstStyle/>
          <a:p>
            <a:fld id="{8B110DA1-F4F8-4CF0-8C27-A76B8B175104}" type="slidenum">
              <a:t>1</a:t>
            </a:fld>
            <a:endParaRPr lang="en-US"/>
          </a:p>
        </p:txBody>
      </p:sp>
    </p:spTree>
    <p:extLst>
      <p:ext uri="{BB962C8B-B14F-4D97-AF65-F5344CB8AC3E}">
        <p14:creationId xmlns:p14="http://schemas.microsoft.com/office/powerpoint/2010/main" val="375302497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Allow about 3 minutes within the existing opening discussion. Complex agent behavior can be difficult to debug because a response can involve many input-dependent and nested operations, each with substantial inputs and outputs. Tracing places the recorded primitives for one run in invocation order and exposes their recorded inputs and outputs for inspection. Emphasize &amp;quot;recorded&amp;quot;: a trace shows instrumented and exported operations, not unrecorded work or private model reasoning. Foundry tracing is generally available for prompt and hosted agents; workflow and external-agent tracing are preview.
• GROUNDING SOURCE: https://learn.microsoft.com/en-us/azure/foundry/observability/concepts/trace-agent-concept</a:t>
            </a:r>
          </a:p>
        </p:txBody>
      </p:sp>
      <p:sp>
        <p:nvSpPr>
          <p:cNvPr id="4" name="Slide Number Placeholder 3"/>
          <p:cNvSpPr>
            <a:spLocks noGrp="1"/>
          </p:cNvSpPr>
          <p:nvPr>
            <p:ph type="sldNum" sz="quarter" idx="5"/>
          </p:nvPr>
        </p:nvSpPr>
        <p:spPr/>
        <p:txBody>
          <a:bodyPr/>
          <a:lstStyle/>
          <a:p>
            <a:fld id="{8B110DA1-F4F8-4CF0-8C27-A76B8B175104}" type="slidenum">
              <a:t>2</a:t>
            </a:fld>
            <a:endParaRPr lang="en-US"/>
          </a:p>
        </p:txBody>
      </p:sp>
    </p:spTree>
    <p:extLst>
      <p:ext uri="{BB962C8B-B14F-4D97-AF65-F5344CB8AC3E}">
        <p14:creationId xmlns:p14="http://schemas.microsoft.com/office/powerpoint/2010/main" val="320038786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Allow 2 minutes. Observability is the umbrella ability to understand and troubleshoot behavior. Monitoring watches operational and quality signals over time; evaluation judges an output or action against explicit criteria. Stress that a request can have no exception and still produce a poor answer, while a good answer can still be too slow or costly.
• GROUNDING SOURCE: https://learn.microsoft.com/azure/foundry/concepts/observability</a:t>
            </a:r>
          </a:p>
        </p:txBody>
      </p:sp>
      <p:sp>
        <p:nvSpPr>
          <p:cNvPr id="4" name="Slide Number Placeholder 3"/>
          <p:cNvSpPr>
            <a:spLocks noGrp="1"/>
          </p:cNvSpPr>
          <p:nvPr>
            <p:ph type="sldNum" sz="quarter" idx="5"/>
          </p:nvPr>
        </p:nvSpPr>
        <p:spPr/>
        <p:txBody>
          <a:bodyPr/>
          <a:lstStyle/>
          <a:p>
            <a:fld id="{8B110DA1-F4F8-4CF0-8C27-A76B8B175104}" type="slidenum">
              <a:t>3</a:t>
            </a:fld>
            <a:endParaRPr lang="en-US"/>
          </a:p>
        </p:txBody>
      </p:sp>
    </p:spTree>
    <p:extLst>
      <p:ext uri="{BB962C8B-B14F-4D97-AF65-F5344CB8AC3E}">
        <p14:creationId xmlns:p14="http://schemas.microsoft.com/office/powerpoint/2010/main" val="35432377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Allow 2 minutes. Point to the WeatherAgent sample while defining the terms. A trace is one correlated execution journey; a span is one timed operation within it; attributes are key-value context on that operation. Agent Framework emits automatic spans for agent invocation, model chat, and function-tool execution. Application code can add custom spans with get_tracer().start_as_current_span(). Because the custom span is current while the agent runs, the automatic spans join the same trace beneath it.
• GROUNDING SOURCE: https://learn.microsoft.com/azure/foundry/observability/concepts/trace-agent-concept
• GROUNDING SOURCE: https://learn.microsoft.com/agent-framework/agents/observability?pivots=programming-language-python</a:t>
            </a:r>
          </a:p>
        </p:txBody>
      </p:sp>
      <p:sp>
        <p:nvSpPr>
          <p:cNvPr id="4" name="Slide Number Placeholder 3"/>
          <p:cNvSpPr>
            <a:spLocks noGrp="1"/>
          </p:cNvSpPr>
          <p:nvPr>
            <p:ph type="sldNum" sz="quarter" idx="5"/>
          </p:nvPr>
        </p:nvSpPr>
        <p:spPr/>
        <p:txBody>
          <a:bodyPr/>
          <a:lstStyle/>
          <a:p>
            <a:fld id="{8B110DA1-F4F8-4CF0-8C27-A76B8B175104}" type="slidenum">
              <a:t>4</a:t>
            </a:fld>
            <a:endParaRPr lang="en-US"/>
          </a:p>
        </p:txBody>
      </p:sp>
    </p:spTree>
    <p:extLst>
      <p:ext uri="{BB962C8B-B14F-4D97-AF65-F5344CB8AC3E}">
        <p14:creationId xmlns:p14="http://schemas.microsoft.com/office/powerpoint/2010/main" val="30590980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Allow 4 minutes. Instrumentation creates signals, semantic conventions give fields shared meanings, and an exporter sends the signals to a backend. Matching attribute names do not connect two processes; trace context must propagate. Separate Foundry-managed server-side traces from client-side MAF instrumentation around application code. Maturity is surface-specific, not a blanket label.
• GROUNDING SOURCE: https://learn.microsoft.com/agent-framework/agents/observability
• GROUNDING SOURCE: https://learn.microsoft.com/azure/foundry/observability/how-to/trace-agent-setup
• GROUNDING SOURCE: https://learn.microsoft.com/azure/foundry/observability/how-to/trace-agent-framework
• GROUNDING SOURCE: https://learn.microsoft.com/azure/foundry/observability/concepts/trace-agent-concept</a:t>
            </a:r>
          </a:p>
        </p:txBody>
      </p:sp>
      <p:sp>
        <p:nvSpPr>
          <p:cNvPr id="4" name="Slide Number Placeholder 3"/>
          <p:cNvSpPr>
            <a:spLocks noGrp="1"/>
          </p:cNvSpPr>
          <p:nvPr>
            <p:ph type="sldNum" sz="quarter" idx="5"/>
          </p:nvPr>
        </p:nvSpPr>
        <p:spPr/>
        <p:txBody>
          <a:bodyPr/>
          <a:lstStyle/>
          <a:p>
            <a:fld id="{8B110DA1-F4F8-4CF0-8C27-A76B8B175104}" type="slidenum">
              <a:t>5</a:t>
            </a:fld>
            <a:endParaRPr lang="en-US"/>
          </a:p>
        </p:txBody>
      </p:sp>
    </p:spTree>
    <p:extLst>
      <p:ext uri="{BB962C8B-B14F-4D97-AF65-F5344CB8AC3E}">
        <p14:creationId xmlns:p14="http://schemas.microsoft.com/office/powerpoint/2010/main" val="359615740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Use this as the second half of the existing instrumentation discussion rather than adding time to the 30-minute module. Microsoft recommends starting with server-side tracing: after Application Insights is connected to the Foundry project, Foundry records supported hosted-agent and workflow activity without application code changes. Add client-side instrumentation when the team also needs visibility into application-owned logic surrounding an agent call. The Microsoft Foundry SDK and OpenTelemetry tracing packages provide that instrumentation, which must be configured and exported. Treat the two trace sources as complementary, and never imply that either source exposes uninstrumented work. Tracing is generally available for prompt and hosted agents; workflow and external-agent tracing are preview.
• GROUNDING SOURCE: https://learn.microsoft.com/en-us/azure/foundry/observability/how-to/trace-agent-setup?tabs=python#instrument-ai-agents</a:t>
            </a:r>
          </a:p>
        </p:txBody>
      </p:sp>
      <p:sp>
        <p:nvSpPr>
          <p:cNvPr id="4" name="Slide Number Placeholder 3"/>
          <p:cNvSpPr>
            <a:spLocks noGrp="1"/>
          </p:cNvSpPr>
          <p:nvPr>
            <p:ph type="sldNum" sz="quarter" idx="5"/>
          </p:nvPr>
        </p:nvSpPr>
        <p:spPr/>
        <p:txBody>
          <a:bodyPr/>
          <a:lstStyle/>
          <a:p>
            <a:fld id="{8B110DA1-F4F8-4CF0-8C27-A76B8B175104}" type="slidenum">
              <a:t>6</a:t>
            </a:fld>
            <a:endParaRPr lang="en-US"/>
          </a:p>
        </p:txBody>
      </p:sp>
    </p:spTree>
    <p:extLst>
      <p:ext uri="{BB962C8B-B14F-4D97-AF65-F5344CB8AC3E}">
        <p14:creationId xmlns:p14="http://schemas.microsoft.com/office/powerpoint/2010/main" val="23648105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Allow 2 minutes. In MAF workflows, a message-send span can be a child of the sending executor, while the receiving executor is linked to that send because the work is causally related but not nested. A conversation persists dialogue across turns; a response records processing output; neither identifier should be substituted for a trace ID. Streaming exposes partial output before completion, but the documentation does not promise one span per token.
• GROUNDING SOURCE: https://learn.microsoft.com/agent-framework/workflows/observability
• GROUNDING SOURCE: https://learn.microsoft.com/azure/foundry/agents/concepts/runtime-components
• GROUNDING SOURCE: https://learn.microsoft.com/azure/foundry/observability/concepts/trace-agent-concept</a:t>
            </a:r>
          </a:p>
        </p:txBody>
      </p:sp>
      <p:sp>
        <p:nvSpPr>
          <p:cNvPr id="4" name="Slide Number Placeholder 3"/>
          <p:cNvSpPr>
            <a:spLocks noGrp="1"/>
          </p:cNvSpPr>
          <p:nvPr>
            <p:ph type="sldNum" sz="quarter" idx="5"/>
          </p:nvPr>
        </p:nvSpPr>
        <p:spPr/>
        <p:txBody>
          <a:bodyPr/>
          <a:lstStyle/>
          <a:p>
            <a:fld id="{8B110DA1-F4F8-4CF0-8C27-A76B8B175104}" type="slidenum">
              <a:t>7</a:t>
            </a:fld>
            <a:endParaRPr lang="en-US"/>
          </a:p>
        </p:txBody>
      </p:sp>
    </p:spTree>
    <p:extLst>
      <p:ext uri="{BB962C8B-B14F-4D97-AF65-F5344CB8AC3E}">
        <p14:creationId xmlns:p14="http://schemas.microsoft.com/office/powerpoint/2010/main" val="135540520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Allow 8 minutes. Follow demos/day5/module-1-demo-1-standard-custom-traces.md. Step 1: run the provided copy of Microsoft's WeatherAgent sample and use its printed trace ID to compare the custom Weather Agent Chat parent with the automatic invoke_agent, chat, and any execute_tool spans that were actually emitted. Step 2: run a synthetic prompt against the prepared docs-assistant Prompt agent in the Foundry playground, then open Agents &amp;gt; Traces and inspect the matching server-side trace. If ingestion is delayed, switch to the labeled capture from the rehearsed Prompt-agent run. Compare the recorded boundaries: Foundry records the hosted Prompt-agent path without client-side tracing code, while the WeatherAgent path adds application-owned context. Keep the two trace IDs separate, use synthetic prompts, and do not improvise missing spans or identifiers.
• GROUNDING SOURCE: https://github.com/microsoft/agent-framework/blob/main/python/samples/02-agents/observability/foundry_tracing.py
• GROUNDING SOURCE: https://learn.microsoft.com/agent-framework/agents/observability?pivots=programming-language-python
• GROUNDING SOURCE: https://learn.microsoft.com/azure/foundry/observability/how-to/trace-agent-setup
• GROUNDING SOURCE: https://learn.microsoft.com/azure/foundry/agents/quickstarts/prompt-agent</a:t>
            </a:r>
          </a:p>
        </p:txBody>
      </p:sp>
      <p:sp>
        <p:nvSpPr>
          <p:cNvPr id="4" name="Slide Number Placeholder 3"/>
          <p:cNvSpPr>
            <a:spLocks noGrp="1"/>
          </p:cNvSpPr>
          <p:nvPr>
            <p:ph type="sldNum" sz="quarter" idx="5"/>
          </p:nvPr>
        </p:nvSpPr>
        <p:spPr/>
        <p:txBody>
          <a:bodyPr/>
          <a:lstStyle/>
          <a:p>
            <a:fld id="{8B110DA1-F4F8-4CF0-8C27-A76B8B175104}" type="slidenum">
              <a:t>8</a:t>
            </a:fld>
            <a:endParaRPr lang="en-US"/>
          </a:p>
        </p:txBody>
      </p:sp>
    </p:spTree>
    <p:extLst>
      <p:ext uri="{BB962C8B-B14F-4D97-AF65-F5344CB8AC3E}">
        <p14:creationId xmlns:p14="http://schemas.microsoft.com/office/powerpoint/2010/main" val="27482494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Allow 3 minutes. Treat prompts, outputs, tool arguments, and results as sensitive unless proven otherwise. Prefer durations, status, stable identifiers, and bounded categorical metadata. Capture payloads only for a justified case with synthetic content, then apply telemetry access controls, retention, and sampling. More data also means more ingestion and retention cost.
• GROUNDING SOURCE: https://learn.microsoft.com/agent-framework/agents/observability
• GROUNDING SOURCE: https://learn.microsoft.com/agent-framework/workflows/observability
• GROUNDING SOURCE: https://learn.microsoft.com/azure/foundry/observability/how-to/trace-agent-setup
• GROUNDING SOURCE: https://learn.microsoft.com/azure/foundry/observability/concepts/trace-agent-concept</a:t>
            </a:r>
          </a:p>
        </p:txBody>
      </p:sp>
      <p:sp>
        <p:nvSpPr>
          <p:cNvPr id="4" name="Slide Number Placeholder 3"/>
          <p:cNvSpPr>
            <a:spLocks noGrp="1"/>
          </p:cNvSpPr>
          <p:nvPr>
            <p:ph type="sldNum" sz="quarter" idx="5"/>
          </p:nvPr>
        </p:nvSpPr>
        <p:spPr/>
        <p:txBody>
          <a:bodyPr/>
          <a:lstStyle/>
          <a:p>
            <a:fld id="{8B110DA1-F4F8-4CF0-8C27-A76B8B175104}" type="slidenum">
              <a:t>9</a:t>
            </a:fld>
            <a:endParaRPr lang="en-US"/>
          </a:p>
        </p:txBody>
      </p:sp>
    </p:spTree>
    <p:extLst>
      <p:ext uri="{BB962C8B-B14F-4D97-AF65-F5344CB8AC3E}">
        <p14:creationId xmlns:p14="http://schemas.microsoft.com/office/powerpoint/2010/main" val="41206752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Allow 3 minutes. Use only the values actually visible in the WeatherAgent trace. Ask where the delay occurred: the answer comes from the relevant automatic or custom span durations and their relationships, not from an assumed tool or model bottleneck. Ask whether the final answer was good: the trace alone cannot establish that; use an appropriate evaluator or reviewed answer. Also remind the room that traces expose recorded operations, not guaranteed access to a model's private reasoning.
• GROUNDING SOURCE: https://learn.microsoft.com/azure/foundry/observability/concepts/trace-agent-concept
• GROUNDING SOURCE: https://learn.microsoft.com/azure/foundry/concepts/observability</a:t>
            </a:r>
          </a:p>
        </p:txBody>
      </p:sp>
      <p:sp>
        <p:nvSpPr>
          <p:cNvPr id="4" name="Slide Number Placeholder 3"/>
          <p:cNvSpPr>
            <a:spLocks noGrp="1"/>
          </p:cNvSpPr>
          <p:nvPr>
            <p:ph type="sldNum" sz="quarter" idx="5"/>
          </p:nvPr>
        </p:nvSpPr>
        <p:spPr/>
        <p:txBody>
          <a:bodyPr/>
          <a:lstStyle/>
          <a:p>
            <a:fld id="{8B110DA1-F4F8-4CF0-8C27-A76B8B175104}" type="slidenum">
              <a:t>10</a:t>
            </a:fld>
            <a:endParaRPr lang="en-US"/>
          </a:p>
        </p:txBody>
      </p:sp>
    </p:spTree>
    <p:extLst>
      <p:ext uri="{BB962C8B-B14F-4D97-AF65-F5344CB8AC3E}">
        <p14:creationId xmlns:p14="http://schemas.microsoft.com/office/powerpoint/2010/main" val="225703289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Allow 2 minutes. Ask for the four-part operational story: instrument, propagate context, export, inspect. Then ask which evidence answers latency versus quality. Close by handing off to Module 2: the telemetry contract stays the same, but the next question is which VS Code surface should an architect use during development.
• GROUNDING SOURCE: https://learn.microsoft.com/azure/foundry/concepts/observability
• GROUNDING SOURCE: https://learn.microsoft.com/azure/foundry/observability/concepts/trace-agent-concept
• GROUNDING SOURCE: https://learn.microsoft.com/agent-framework/agents/observability?pivots=programming-language-python
• GROUNDING SOURCE: https://learn.microsoft.com/agent-framework/workflows/observability</a:t>
            </a:r>
          </a:p>
        </p:txBody>
      </p:sp>
      <p:sp>
        <p:nvSpPr>
          <p:cNvPr id="4" name="Slide Number Placeholder 3"/>
          <p:cNvSpPr>
            <a:spLocks noGrp="1"/>
          </p:cNvSpPr>
          <p:nvPr>
            <p:ph type="sldNum" sz="quarter" idx="5"/>
          </p:nvPr>
        </p:nvSpPr>
        <p:spPr/>
        <p:txBody>
          <a:bodyPr/>
          <a:lstStyle/>
          <a:p>
            <a:fld id="{8B110DA1-F4F8-4CF0-8C27-A76B8B175104}" type="slidenum">
              <a:t>11</a:t>
            </a:fld>
            <a:endParaRPr lang="en-US"/>
          </a:p>
        </p:txBody>
      </p:sp>
    </p:spTree>
    <p:extLst>
      <p:ext uri="{BB962C8B-B14F-4D97-AF65-F5344CB8AC3E}">
        <p14:creationId xmlns:p14="http://schemas.microsoft.com/office/powerpoint/2010/main" val="20886678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7.png"/><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Rectangle 51">
            <a:extLst>
              <a:ext uri="{FF2B5EF4-FFF2-40B4-BE49-F238E27FC236}">
                <a16:creationId xmlns:a16="http://schemas.microsoft.com/office/drawing/2014/main" id="{16773E05-5956-03E2-72EA-578684D5A2FD}"/>
              </a:ext>
            </a:extLst>
          </p:cNvPr>
          <p:cNvSpPr/>
          <p:nvPr/>
        </p:nvSpPr>
        <p:spPr>
          <a:xfrm>
            <a:off x="457200" y="1280160"/>
            <a:ext cx="109728" cy="2377440"/>
          </a:xfrm>
          <a:prstGeom prst="rect">
            <a:avLst/>
          </a:prstGeom>
          <a:solidFill>
            <a:srgbClr val="5B52C4"/>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4FC3DF53-B13B-34CD-3D37-856E5AB4A01B}"/>
              </a:ext>
            </a:extLst>
          </p:cNvPr>
          <p:cNvSpPr/>
          <p:nvPr/>
        </p:nvSpPr>
        <p:spPr>
          <a:xfrm>
            <a:off x="731520" y="1280160"/>
            <a:ext cx="804672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400" b="1" spc="600">
                <a:solidFill>
                  <a:srgbClr val="5B52C4"/>
                </a:solidFill>
                <a:effectLst/>
                <a:latin typeface="Calibri" panose="020F0502020204030204" pitchFamily="34" charset="0"/>
              </a:rPr>
              <a:t>DAY 5  ·  MODULE 1</a:t>
            </a:r>
          </a:p>
          <a:p>
            <a:pPr algn="l">
              <a:buNone/>
            </a:pPr>
            <a:r>
              <a:rPr lang="en-US" sz="100">
                <a:effectLst/>
              </a:rPr>
              <a:t> </a:t>
            </a:r>
            <a:endParaRPr lang="en-US"/>
          </a:p>
        </p:txBody>
      </p:sp>
      <p:sp>
        <p:nvSpPr>
          <p:cNvPr id="57" name="Rectangle 56">
            <a:extLst>
              <a:ext uri="{FF2B5EF4-FFF2-40B4-BE49-F238E27FC236}">
                <a16:creationId xmlns:a16="http://schemas.microsoft.com/office/drawing/2014/main" id="{CA2184B6-2490-CD08-9152-412BDEC1A8D8}"/>
              </a:ext>
            </a:extLst>
          </p:cNvPr>
          <p:cNvSpPr/>
          <p:nvPr/>
        </p:nvSpPr>
        <p:spPr>
          <a:xfrm>
            <a:off x="731520" y="1783080"/>
            <a:ext cx="8046720" cy="1280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3400" b="1">
                <a:solidFill>
                  <a:srgbClr val="1F2933"/>
                </a:solidFill>
                <a:effectLst/>
                <a:latin typeface="Calibri" panose="020F0502020204030204" pitchFamily="34" charset="0"/>
              </a:rPr>
              <a:t>Observability in Generative AI</a:t>
            </a:r>
          </a:p>
          <a:p>
            <a:pPr algn="l">
              <a:buNone/>
            </a:pPr>
            <a:r>
              <a:rPr lang="en-US" sz="100">
                <a:effectLst/>
              </a:rPr>
              <a:t> </a:t>
            </a:r>
            <a:endParaRPr lang="en-US"/>
          </a:p>
        </p:txBody>
      </p:sp>
      <p:sp>
        <p:nvSpPr>
          <p:cNvPr id="61" name="Rectangle 60">
            <a:extLst>
              <a:ext uri="{FF2B5EF4-FFF2-40B4-BE49-F238E27FC236}">
                <a16:creationId xmlns:a16="http://schemas.microsoft.com/office/drawing/2014/main" id="{22200899-49A0-8397-0BE7-4962D9C64445}"/>
              </a:ext>
            </a:extLst>
          </p:cNvPr>
          <p:cNvSpPr/>
          <p:nvPr/>
        </p:nvSpPr>
        <p:spPr>
          <a:xfrm>
            <a:off x="731520" y="3108960"/>
            <a:ext cx="804672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600">
                <a:solidFill>
                  <a:srgbClr val="52606D"/>
                </a:solidFill>
                <a:effectLst/>
                <a:latin typeface="Calibri" panose="020F0502020204030204" pitchFamily="34" charset="0"/>
              </a:rPr>
              <a:t>Compare client-side and server-side traces, explain latency, and govern telemetry</a:t>
            </a:r>
          </a:p>
          <a:p>
            <a:pPr algn="l">
              <a:buNone/>
            </a:pPr>
            <a:r>
              <a:rPr lang="en-US" sz="100">
                <a:effectLst/>
              </a:rPr>
              <a:t> </a:t>
            </a:r>
            <a:endParaRPr lang="en-US"/>
          </a:p>
        </p:txBody>
      </p:sp>
      <p:sp>
        <p:nvSpPr>
          <p:cNvPr id="66" name="Rectangle 65">
            <a:extLst>
              <a:ext uri="{FF2B5EF4-FFF2-40B4-BE49-F238E27FC236}">
                <a16:creationId xmlns:a16="http://schemas.microsoft.com/office/drawing/2014/main" id="{D090478A-658D-44D3-2D67-D5F5D01E5DB4}"/>
              </a:ext>
            </a:extLst>
          </p:cNvPr>
          <p:cNvSpPr/>
          <p:nvPr/>
        </p:nvSpPr>
        <p:spPr>
          <a:xfrm>
            <a:off x="365760" y="4686300"/>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000">
                <a:solidFill>
                  <a:srgbClr val="52606D"/>
                </a:solidFill>
                <a:effectLst/>
                <a:latin typeface="Calibri" panose="020F0502020204030204" pitchFamily="34" charset="0"/>
              </a:rPr>
              <a:t>Microsoft Foundry  ·  Agent Framework  ·  Signal path</a:t>
            </a:r>
          </a:p>
          <a:p>
            <a:pPr algn="l">
              <a:buNone/>
            </a:pPr>
            <a:r>
              <a:rPr lang="en-US" sz="100">
                <a:effectLst/>
              </a:rPr>
              <a:t> </a:t>
            </a:r>
            <a:endParaRPr lang="en-US"/>
          </a:p>
        </p:txBody>
      </p:sp>
    </p:spTree>
    <p:extLst>
      <p:ext uri="{BB962C8B-B14F-4D97-AF65-F5344CB8AC3E}">
        <p14:creationId xmlns:p14="http://schemas.microsoft.com/office/powerpoint/2010/main" val="36692821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Rectangle 66">
            <a:extLst>
              <a:ext uri="{FF2B5EF4-FFF2-40B4-BE49-F238E27FC236}">
                <a16:creationId xmlns:a16="http://schemas.microsoft.com/office/drawing/2014/main" id="{9909CC09-A367-6E0B-E4F1-0EB8AE6D6F70}"/>
              </a:ext>
            </a:extLst>
          </p:cNvPr>
          <p:cNvSpPr/>
          <p:nvPr/>
        </p:nvSpPr>
        <p:spPr>
          <a:xfrm>
            <a:off x="365760" y="292608"/>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000" b="1" spc="400">
                <a:solidFill>
                  <a:srgbClr val="5B52C4"/>
                </a:solidFill>
                <a:effectLst/>
                <a:latin typeface="Calibri" panose="020F0502020204030204" pitchFamily="34" charset="0"/>
              </a:rPr>
              <a:t>WHY TRACING</a:t>
            </a:r>
          </a:p>
          <a:p>
            <a:pPr algn="l">
              <a:buNone/>
            </a:pPr>
            <a:r>
              <a:rPr lang="en-US" sz="100">
                <a:effectLst/>
              </a:rPr>
              <a:t> </a:t>
            </a:r>
            <a:endParaRPr lang="en-US"/>
          </a:p>
        </p:txBody>
      </p:sp>
      <p:sp>
        <p:nvSpPr>
          <p:cNvPr id="69" name="Rectangle 68">
            <a:extLst>
              <a:ext uri="{FF2B5EF4-FFF2-40B4-BE49-F238E27FC236}">
                <a16:creationId xmlns:a16="http://schemas.microsoft.com/office/drawing/2014/main" id="{721C66FE-B94A-E81F-4513-BD1E829DE450}"/>
              </a:ext>
            </a:extLst>
          </p:cNvPr>
          <p:cNvSpPr/>
          <p:nvPr/>
        </p:nvSpPr>
        <p:spPr>
          <a:xfrm>
            <a:off x="365760" y="566928"/>
            <a:ext cx="84124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2800" b="1">
                <a:solidFill>
                  <a:srgbClr val="1F2933"/>
                </a:solidFill>
                <a:effectLst/>
                <a:latin typeface="Calibri" panose="020F0502020204030204" pitchFamily="34" charset="0"/>
              </a:rPr>
              <a:t>Challenges with agents</a:t>
            </a:r>
          </a:p>
          <a:p>
            <a:pPr algn="l">
              <a:buNone/>
            </a:pPr>
            <a:r>
              <a:rPr lang="en-US" sz="100">
                <a:effectLst/>
              </a:rPr>
              <a:t> </a:t>
            </a:r>
            <a:endParaRPr lang="en-US"/>
          </a:p>
        </p:txBody>
      </p:sp>
      <p:sp>
        <p:nvSpPr>
          <p:cNvPr id="72" name="Rectangle 71">
            <a:extLst>
              <a:ext uri="{FF2B5EF4-FFF2-40B4-BE49-F238E27FC236}">
                <a16:creationId xmlns:a16="http://schemas.microsoft.com/office/drawing/2014/main" id="{51E241D9-292F-F4FF-E6DF-D60F3154461E}"/>
              </a:ext>
            </a:extLst>
          </p:cNvPr>
          <p:cNvSpPr/>
          <p:nvPr/>
        </p:nvSpPr>
        <p:spPr>
          <a:xfrm>
            <a:off x="457200" y="1225296"/>
            <a:ext cx="731520" cy="25400"/>
          </a:xfrm>
          <a:prstGeom prst="rect">
            <a:avLst/>
          </a:prstGeom>
          <a:solidFill>
            <a:srgbClr val="5B52C4"/>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Rectangle 75">
            <a:extLst>
              <a:ext uri="{FF2B5EF4-FFF2-40B4-BE49-F238E27FC236}">
                <a16:creationId xmlns:a16="http://schemas.microsoft.com/office/drawing/2014/main" id="{231C2586-153D-AE51-823A-6ED53CE13C1E}"/>
              </a:ext>
            </a:extLst>
          </p:cNvPr>
          <p:cNvSpPr/>
          <p:nvPr/>
        </p:nvSpPr>
        <p:spPr>
          <a:xfrm>
            <a:off x="365760" y="1417320"/>
            <a:ext cx="8412480" cy="502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300">
                <a:solidFill>
                  <a:srgbClr val="52606D"/>
                </a:solidFill>
                <a:effectLst/>
                <a:latin typeface="Calibri" panose="020F0502020204030204" pitchFamily="34" charset="0"/>
              </a:rPr>
              <a:t>A single response can involve many input-dependent, nested operations — tracing puts the recorded primitives back in invocation order.</a:t>
            </a:r>
          </a:p>
          <a:p>
            <a:pPr algn="l">
              <a:buNone/>
            </a:pPr>
            <a:r>
              <a:rPr lang="en-US" sz="100">
                <a:effectLst/>
              </a:rPr>
              <a:t> </a:t>
            </a:r>
            <a:endParaRPr lang="en-US"/>
          </a:p>
        </p:txBody>
      </p:sp>
      <p:sp>
        <p:nvSpPr>
          <p:cNvPr id="81" name="Rectangle 80">
            <a:extLst>
              <a:ext uri="{FF2B5EF4-FFF2-40B4-BE49-F238E27FC236}">
                <a16:creationId xmlns:a16="http://schemas.microsoft.com/office/drawing/2014/main" id="{B63F5DEA-EAD3-7E68-1288-CAB49E6C2BB8}"/>
              </a:ext>
            </a:extLst>
          </p:cNvPr>
          <p:cNvSpPr/>
          <p:nvPr/>
        </p:nvSpPr>
        <p:spPr>
          <a:xfrm>
            <a:off x="822960" y="1920240"/>
            <a:ext cx="256032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300" b="1">
                <a:solidFill>
                  <a:srgbClr val="1F2933"/>
                </a:solidFill>
                <a:effectLst/>
                <a:latin typeface="Calibri" panose="020F0502020204030204" pitchFamily="34" charset="0"/>
              </a:rPr>
              <a:t>Many steps</a:t>
            </a:r>
          </a:p>
          <a:p>
            <a:pPr algn="l">
              <a:buNone/>
            </a:pPr>
            <a:r>
              <a:rPr lang="en-US" sz="100">
                <a:effectLst/>
              </a:rPr>
              <a:t> </a:t>
            </a:r>
            <a:endParaRPr lang="en-US"/>
          </a:p>
        </p:txBody>
      </p:sp>
      <p:sp>
        <p:nvSpPr>
          <p:cNvPr id="87" name="Rectangle 86">
            <a:extLst>
              <a:ext uri="{FF2B5EF4-FFF2-40B4-BE49-F238E27FC236}">
                <a16:creationId xmlns:a16="http://schemas.microsoft.com/office/drawing/2014/main" id="{2A392F31-871F-386E-0609-2A5E0B9D2C84}"/>
              </a:ext>
            </a:extLst>
          </p:cNvPr>
          <p:cNvSpPr/>
          <p:nvPr/>
        </p:nvSpPr>
        <p:spPr>
          <a:xfrm>
            <a:off x="3291840" y="1920240"/>
            <a:ext cx="548640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52606D"/>
                </a:solidFill>
                <a:effectLst/>
                <a:latin typeface="Calibri" panose="020F0502020204030204" pitchFamily="34" charset="0"/>
              </a:rPr>
              <a:t>A single response can involve enough operations that the complete path is difficult to follow</a:t>
            </a:r>
          </a:p>
          <a:p>
            <a:pPr algn="l">
              <a:buNone/>
            </a:pPr>
            <a:r>
              <a:rPr lang="en-US" sz="100">
                <a:effectLst/>
              </a:rPr>
              <a:t> </a:t>
            </a:r>
            <a:endParaRPr lang="en-US"/>
          </a:p>
        </p:txBody>
      </p:sp>
      <p:sp>
        <p:nvSpPr>
          <p:cNvPr id="94" name="Rectangle 93">
            <a:extLst>
              <a:ext uri="{FF2B5EF4-FFF2-40B4-BE49-F238E27FC236}">
                <a16:creationId xmlns:a16="http://schemas.microsoft.com/office/drawing/2014/main" id="{ED93C615-2726-7764-91EB-BA1C00BEB29B}"/>
              </a:ext>
            </a:extLst>
          </p:cNvPr>
          <p:cNvSpPr/>
          <p:nvPr/>
        </p:nvSpPr>
        <p:spPr>
          <a:xfrm>
            <a:off x="457200" y="2377440"/>
            <a:ext cx="8229600" cy="9525"/>
          </a:xfrm>
          <a:prstGeom prst="rect">
            <a:avLst/>
          </a:prstGeom>
          <a:solidFill>
            <a:srgbClr val="DCDAE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Rectangle 101">
            <a:extLst>
              <a:ext uri="{FF2B5EF4-FFF2-40B4-BE49-F238E27FC236}">
                <a16:creationId xmlns:a16="http://schemas.microsoft.com/office/drawing/2014/main" id="{D0FEFB33-7360-3BFD-AD73-AE1A5B40F83F}"/>
              </a:ext>
            </a:extLst>
          </p:cNvPr>
          <p:cNvSpPr/>
          <p:nvPr/>
        </p:nvSpPr>
        <p:spPr>
          <a:xfrm>
            <a:off x="822960" y="2423160"/>
            <a:ext cx="256032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300" b="1">
                <a:solidFill>
                  <a:srgbClr val="1F2933"/>
                </a:solidFill>
                <a:effectLst/>
                <a:latin typeface="Calibri" panose="020F0502020204030204" pitchFamily="34" charset="0"/>
              </a:rPr>
              <a:t>Variable sequence</a:t>
            </a:r>
          </a:p>
          <a:p>
            <a:pPr algn="l">
              <a:buNone/>
            </a:pPr>
            <a:r>
              <a:rPr lang="en-US" sz="100">
                <a:effectLst/>
              </a:rPr>
              <a:t> </a:t>
            </a:r>
            <a:endParaRPr lang="en-US"/>
          </a:p>
        </p:txBody>
      </p:sp>
      <p:sp>
        <p:nvSpPr>
          <p:cNvPr id="111" name="Rectangle 110">
            <a:extLst>
              <a:ext uri="{FF2B5EF4-FFF2-40B4-BE49-F238E27FC236}">
                <a16:creationId xmlns:a16="http://schemas.microsoft.com/office/drawing/2014/main" id="{96141DB1-A0AC-76EA-71D8-81B0718EB6A7}"/>
              </a:ext>
            </a:extLst>
          </p:cNvPr>
          <p:cNvSpPr/>
          <p:nvPr/>
        </p:nvSpPr>
        <p:spPr>
          <a:xfrm>
            <a:off x="3291840" y="2423160"/>
            <a:ext cx="548640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52606D"/>
                </a:solidFill>
                <a:effectLst/>
                <a:latin typeface="Calibri" panose="020F0502020204030204" pitchFamily="34" charset="0"/>
              </a:rPr>
              <a:t>The steps and their order can change based on the user's input</a:t>
            </a:r>
          </a:p>
          <a:p>
            <a:pPr algn="l">
              <a:buNone/>
            </a:pPr>
            <a:r>
              <a:rPr lang="en-US" sz="100">
                <a:effectLst/>
              </a:rPr>
              <a:t> </a:t>
            </a:r>
            <a:endParaRPr lang="en-US"/>
          </a:p>
        </p:txBody>
      </p:sp>
      <p:sp>
        <p:nvSpPr>
          <p:cNvPr id="121" name="Rectangle 120">
            <a:extLst>
              <a:ext uri="{FF2B5EF4-FFF2-40B4-BE49-F238E27FC236}">
                <a16:creationId xmlns:a16="http://schemas.microsoft.com/office/drawing/2014/main" id="{0A5AD470-B228-6E05-7221-02A81651095C}"/>
              </a:ext>
            </a:extLst>
          </p:cNvPr>
          <p:cNvSpPr/>
          <p:nvPr/>
        </p:nvSpPr>
        <p:spPr>
          <a:xfrm>
            <a:off x="457200" y="2880360"/>
            <a:ext cx="8229600" cy="9525"/>
          </a:xfrm>
          <a:prstGeom prst="rect">
            <a:avLst/>
          </a:prstGeom>
          <a:solidFill>
            <a:srgbClr val="DCDAE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Rectangle 131">
            <a:extLst>
              <a:ext uri="{FF2B5EF4-FFF2-40B4-BE49-F238E27FC236}">
                <a16:creationId xmlns:a16="http://schemas.microsoft.com/office/drawing/2014/main" id="{243CC20C-B132-F34D-030A-D95DB3ABC186}"/>
              </a:ext>
            </a:extLst>
          </p:cNvPr>
          <p:cNvSpPr/>
          <p:nvPr/>
        </p:nvSpPr>
        <p:spPr>
          <a:xfrm>
            <a:off x="822960" y="2926080"/>
            <a:ext cx="256032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300" b="1">
                <a:solidFill>
                  <a:srgbClr val="1F2933"/>
                </a:solidFill>
                <a:effectLst/>
                <a:latin typeface="Calibri" panose="020F0502020204030204" pitchFamily="34" charset="0"/>
              </a:rPr>
              <a:t>Large stage data</a:t>
            </a:r>
          </a:p>
          <a:p>
            <a:pPr algn="l">
              <a:buNone/>
            </a:pPr>
            <a:r>
              <a:rPr lang="en-US" sz="100">
                <a:effectLst/>
              </a:rPr>
              <a:t> </a:t>
            </a:r>
            <a:endParaRPr lang="en-US"/>
          </a:p>
        </p:txBody>
      </p:sp>
      <p:sp>
        <p:nvSpPr>
          <p:cNvPr id="144" name="Rectangle 143">
            <a:extLst>
              <a:ext uri="{FF2B5EF4-FFF2-40B4-BE49-F238E27FC236}">
                <a16:creationId xmlns:a16="http://schemas.microsoft.com/office/drawing/2014/main" id="{F43D28D0-B37F-9A0B-EDED-805F296BFAE7}"/>
              </a:ext>
            </a:extLst>
          </p:cNvPr>
          <p:cNvSpPr/>
          <p:nvPr/>
        </p:nvSpPr>
        <p:spPr>
          <a:xfrm>
            <a:off x="3291840" y="2926080"/>
            <a:ext cx="548640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52606D"/>
                </a:solidFill>
                <a:effectLst/>
                <a:latin typeface="Calibri" panose="020F0502020204030204" pitchFamily="34" charset="0"/>
              </a:rPr>
              <a:t>Inputs and outputs at each stage can require detailed inspection</a:t>
            </a:r>
          </a:p>
          <a:p>
            <a:pPr algn="l">
              <a:buNone/>
            </a:pPr>
            <a:r>
              <a:rPr lang="en-US" sz="100">
                <a:effectLst/>
              </a:rPr>
              <a:t> </a:t>
            </a:r>
            <a:endParaRPr lang="en-US"/>
          </a:p>
        </p:txBody>
      </p:sp>
      <p:sp>
        <p:nvSpPr>
          <p:cNvPr id="157" name="Rectangle 156">
            <a:extLst>
              <a:ext uri="{FF2B5EF4-FFF2-40B4-BE49-F238E27FC236}">
                <a16:creationId xmlns:a16="http://schemas.microsoft.com/office/drawing/2014/main" id="{C865AF25-F9B1-C642-610D-2CF6D2E740F5}"/>
              </a:ext>
            </a:extLst>
          </p:cNvPr>
          <p:cNvSpPr/>
          <p:nvPr/>
        </p:nvSpPr>
        <p:spPr>
          <a:xfrm>
            <a:off x="457200" y="3383280"/>
            <a:ext cx="8229600" cy="9525"/>
          </a:xfrm>
          <a:prstGeom prst="rect">
            <a:avLst/>
          </a:prstGeom>
          <a:solidFill>
            <a:srgbClr val="DCDAE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 name="Rectangle 170">
            <a:extLst>
              <a:ext uri="{FF2B5EF4-FFF2-40B4-BE49-F238E27FC236}">
                <a16:creationId xmlns:a16="http://schemas.microsoft.com/office/drawing/2014/main" id="{62057A28-9CE1-163F-8FC3-6855B1FC6DD4}"/>
              </a:ext>
            </a:extLst>
          </p:cNvPr>
          <p:cNvSpPr/>
          <p:nvPr/>
        </p:nvSpPr>
        <p:spPr>
          <a:xfrm>
            <a:off x="822960" y="3429000"/>
            <a:ext cx="256032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300" b="1">
                <a:solidFill>
                  <a:srgbClr val="1F2933"/>
                </a:solidFill>
                <a:effectLst/>
                <a:latin typeface="Calibri" panose="020F0502020204030204" pitchFamily="34" charset="0"/>
              </a:rPr>
              <a:t>Nested execution</a:t>
            </a:r>
          </a:p>
          <a:p>
            <a:pPr algn="l">
              <a:buNone/>
            </a:pPr>
            <a:r>
              <a:rPr lang="en-US" sz="100">
                <a:effectLst/>
              </a:rPr>
              <a:t> </a:t>
            </a:r>
            <a:endParaRPr lang="en-US"/>
          </a:p>
        </p:txBody>
      </p:sp>
      <p:sp>
        <p:nvSpPr>
          <p:cNvPr id="186" name="Rectangle 185">
            <a:extLst>
              <a:ext uri="{FF2B5EF4-FFF2-40B4-BE49-F238E27FC236}">
                <a16:creationId xmlns:a16="http://schemas.microsoft.com/office/drawing/2014/main" id="{C1B56269-88DA-0642-7664-549216C8C7FE}"/>
              </a:ext>
            </a:extLst>
          </p:cNvPr>
          <p:cNvSpPr/>
          <p:nvPr/>
        </p:nvSpPr>
        <p:spPr>
          <a:xfrm>
            <a:off x="3291840" y="3429000"/>
            <a:ext cx="548640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52606D"/>
                </a:solidFill>
                <a:effectLst/>
                <a:latin typeface="Calibri" panose="020F0502020204030204" pitchFamily="34" charset="0"/>
              </a:rPr>
              <a:t>An agent can call a tool that invokes another process or tool, obscuring where an issue entered</a:t>
            </a:r>
          </a:p>
          <a:p>
            <a:pPr algn="l">
              <a:buNone/>
            </a:pPr>
            <a:r>
              <a:rPr lang="en-US" sz="100">
                <a:effectLst/>
              </a:rPr>
              <a:t> </a:t>
            </a:r>
            <a:endParaRPr lang="en-US"/>
          </a:p>
        </p:txBody>
      </p:sp>
      <p:sp>
        <p:nvSpPr>
          <p:cNvPr id="202" name="Rectangle 201">
            <a:extLst>
              <a:ext uri="{FF2B5EF4-FFF2-40B4-BE49-F238E27FC236}">
                <a16:creationId xmlns:a16="http://schemas.microsoft.com/office/drawing/2014/main" id="{65C21689-2DFA-986C-D9B6-70AD0653037F}"/>
              </a:ext>
            </a:extLst>
          </p:cNvPr>
          <p:cNvSpPr/>
          <p:nvPr/>
        </p:nvSpPr>
        <p:spPr>
          <a:xfrm>
            <a:off x="457200" y="3886200"/>
            <a:ext cx="8229600" cy="9525"/>
          </a:xfrm>
          <a:prstGeom prst="rect">
            <a:avLst/>
          </a:prstGeom>
          <a:solidFill>
            <a:srgbClr val="DCDAE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9" name="Rectangle 218">
            <a:extLst>
              <a:ext uri="{FF2B5EF4-FFF2-40B4-BE49-F238E27FC236}">
                <a16:creationId xmlns:a16="http://schemas.microsoft.com/office/drawing/2014/main" id="{510EF46E-D537-AFBE-FCE7-A0DB711B3211}"/>
              </a:ext>
            </a:extLst>
          </p:cNvPr>
          <p:cNvSpPr/>
          <p:nvPr/>
        </p:nvSpPr>
        <p:spPr>
          <a:xfrm>
            <a:off x="822960" y="3931920"/>
            <a:ext cx="256032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300" b="1">
                <a:solidFill>
                  <a:srgbClr val="1F2933"/>
                </a:solidFill>
                <a:effectLst/>
                <a:latin typeface="Calibri" panose="020F0502020204030204" pitchFamily="34" charset="0"/>
              </a:rPr>
              <a:t>Trace the recorded run</a:t>
            </a:r>
          </a:p>
          <a:p>
            <a:pPr algn="l">
              <a:buNone/>
            </a:pPr>
            <a:r>
              <a:rPr lang="en-US" sz="100">
                <a:effectLst/>
              </a:rPr>
              <a:t> </a:t>
            </a:r>
            <a:endParaRPr lang="en-US"/>
          </a:p>
        </p:txBody>
      </p:sp>
      <p:sp>
        <p:nvSpPr>
          <p:cNvPr id="237" name="Rectangle 236">
            <a:extLst>
              <a:ext uri="{FF2B5EF4-FFF2-40B4-BE49-F238E27FC236}">
                <a16:creationId xmlns:a16="http://schemas.microsoft.com/office/drawing/2014/main" id="{F1C269F7-8FA7-E92E-DAE5-1D56E6A5F3DE}"/>
              </a:ext>
            </a:extLst>
          </p:cNvPr>
          <p:cNvSpPr/>
          <p:nvPr/>
        </p:nvSpPr>
        <p:spPr>
          <a:xfrm>
            <a:off x="3291840" y="3931920"/>
            <a:ext cx="548640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52606D"/>
                </a:solidFill>
                <a:effectLst/>
                <a:latin typeface="Calibri" panose="020F0502020204030204" pitchFamily="34" charset="0"/>
              </a:rPr>
              <a:t>View recorded primitives in invocation order and inspect each stage's inputs and outputs</a:t>
            </a:r>
          </a:p>
          <a:p>
            <a:pPr algn="l">
              <a:buNone/>
            </a:pPr>
            <a:r>
              <a:rPr lang="en-US" sz="100">
                <a:effectLst/>
              </a:rPr>
              <a:t> </a:t>
            </a:r>
            <a:endParaRPr lang="en-US"/>
          </a:p>
        </p:txBody>
      </p:sp>
      <p:sp>
        <p:nvSpPr>
          <p:cNvPr id="256" name="Rectangle 255">
            <a:extLst>
              <a:ext uri="{FF2B5EF4-FFF2-40B4-BE49-F238E27FC236}">
                <a16:creationId xmlns:a16="http://schemas.microsoft.com/office/drawing/2014/main" id="{0AF1641E-CDE9-25B4-EA1F-8C3DBC200C53}"/>
              </a:ext>
            </a:extLst>
          </p:cNvPr>
          <p:cNvSpPr/>
          <p:nvPr/>
        </p:nvSpPr>
        <p:spPr>
          <a:xfrm>
            <a:off x="457200" y="4389120"/>
            <a:ext cx="8229600" cy="9525"/>
          </a:xfrm>
          <a:prstGeom prst="rect">
            <a:avLst/>
          </a:prstGeom>
          <a:solidFill>
            <a:srgbClr val="DCDAE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6" name="Rectangle 275">
            <a:extLst>
              <a:ext uri="{FF2B5EF4-FFF2-40B4-BE49-F238E27FC236}">
                <a16:creationId xmlns:a16="http://schemas.microsoft.com/office/drawing/2014/main" id="{BFC86BF2-013F-314C-0FC7-CF0479BA482C}"/>
              </a:ext>
            </a:extLst>
          </p:cNvPr>
          <p:cNvSpPr/>
          <p:nvPr/>
        </p:nvSpPr>
        <p:spPr>
          <a:xfrm>
            <a:off x="365760" y="4480560"/>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000" i="1">
                <a:solidFill>
                  <a:srgbClr val="52606D"/>
                </a:solidFill>
                <a:effectLst/>
                <a:latin typeface="Calibri" panose="020F0502020204030204" pitchFamily="34" charset="0"/>
              </a:rPr>
              <a:t>REFERENCE  learn.microsoft.com/azure/foundry/observability/concepts/trace-agent-concept</a:t>
            </a:r>
          </a:p>
          <a:p>
            <a:pPr algn="l">
              <a:buNone/>
            </a:pPr>
            <a:r>
              <a:rPr lang="en-US" sz="100">
                <a:effectLst/>
              </a:rPr>
              <a:t> </a:t>
            </a:r>
            <a:endParaRPr lang="en-US"/>
          </a:p>
        </p:txBody>
      </p:sp>
      <p:sp>
        <p:nvSpPr>
          <p:cNvPr id="297" name="Rectangle 296">
            <a:extLst>
              <a:ext uri="{FF2B5EF4-FFF2-40B4-BE49-F238E27FC236}">
                <a16:creationId xmlns:a16="http://schemas.microsoft.com/office/drawing/2014/main" id="{35CC7D78-BE5C-4D81-FC7B-1F16D3A0D88B}"/>
              </a:ext>
            </a:extLst>
          </p:cNvPr>
          <p:cNvSpPr/>
          <p:nvPr/>
        </p:nvSpPr>
        <p:spPr>
          <a:xfrm>
            <a:off x="365760" y="4823460"/>
            <a:ext cx="566928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900">
                <a:solidFill>
                  <a:srgbClr val="52606D"/>
                </a:solidFill>
                <a:effectLst/>
                <a:latin typeface="Calibri" panose="020F0502020204030204" pitchFamily="34" charset="0"/>
              </a:rPr>
              <a:t>Observability &amp; Tracing  ·  Microsoft Agent Framework</a:t>
            </a:r>
          </a:p>
          <a:p>
            <a:pPr algn="l">
              <a:buNone/>
            </a:pPr>
            <a:r>
              <a:rPr lang="en-US" sz="100">
                <a:effectLst/>
              </a:rPr>
              <a:t> </a:t>
            </a:r>
            <a:endParaRPr lang="en-US"/>
          </a:p>
        </p:txBody>
      </p:sp>
      <p:sp>
        <p:nvSpPr>
          <p:cNvPr id="319" name="Rectangle 318">
            <a:extLst>
              <a:ext uri="{FF2B5EF4-FFF2-40B4-BE49-F238E27FC236}">
                <a16:creationId xmlns:a16="http://schemas.microsoft.com/office/drawing/2014/main" id="{5D3FB585-E107-8421-E92E-A557BF9D8499}"/>
              </a:ext>
            </a:extLst>
          </p:cNvPr>
          <p:cNvSpPr/>
          <p:nvPr/>
        </p:nvSpPr>
        <p:spPr>
          <a:xfrm>
            <a:off x="7955280" y="4823460"/>
            <a:ext cx="82296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buNone/>
            </a:pPr>
            <a:r>
              <a:rPr lang="en-US" sz="900">
                <a:solidFill>
                  <a:srgbClr val="52606D"/>
                </a:solidFill>
                <a:effectLst/>
                <a:latin typeface="Calibri" panose="020F0502020204030204" pitchFamily="34" charset="0"/>
              </a:rPr>
              <a:t>2 / 11</a:t>
            </a:r>
          </a:p>
          <a:p>
            <a:pPr algn="r">
              <a:buNone/>
            </a:pPr>
            <a:r>
              <a:rPr lang="en-US" sz="100">
                <a:effectLst/>
              </a:rPr>
              <a:t> </a:t>
            </a:r>
            <a:endParaRPr lang="en-US"/>
          </a:p>
        </p:txBody>
      </p:sp>
      <p:pic>
        <p:nvPicPr>
          <p:cNvPr id="320" name="Picture 319" descr="working/ic/i9.png">
            <a:extLst>
              <a:ext uri="{FF2B5EF4-FFF2-40B4-BE49-F238E27FC236}">
                <a16:creationId xmlns:a16="http://schemas.microsoft.com/office/drawing/2014/main" id="{F460DBEC-9325-E2EA-17FE-B11DFA752598}"/>
              </a:ext>
            </a:extLst>
          </p:cNvPr>
          <p:cNvPicPr>
            <a:picLocks noChangeAspect="1"/>
          </p:cNvPicPr>
          <p:nvPr/>
        </p:nvPicPr>
        <p:blipFill>
          <a:blip r:embed="rId3"/>
          <a:stretch>
            <a:fillRect/>
          </a:stretch>
        </p:blipFill>
        <p:spPr>
          <a:xfrm>
            <a:off x="457200" y="1965960"/>
            <a:ext cx="320040" cy="320040"/>
          </a:xfrm>
          <a:prstGeom prst="rect">
            <a:avLst/>
          </a:prstGeom>
        </p:spPr>
      </p:pic>
      <p:pic>
        <p:nvPicPr>
          <p:cNvPr id="321" name="Picture 320" descr="working/ic/i12.png">
            <a:extLst>
              <a:ext uri="{FF2B5EF4-FFF2-40B4-BE49-F238E27FC236}">
                <a16:creationId xmlns:a16="http://schemas.microsoft.com/office/drawing/2014/main" id="{C7D98F1C-2DA3-3A9C-1FCB-BAF0AC9E3DF0}"/>
              </a:ext>
            </a:extLst>
          </p:cNvPr>
          <p:cNvPicPr>
            <a:picLocks noChangeAspect="1"/>
          </p:cNvPicPr>
          <p:nvPr/>
        </p:nvPicPr>
        <p:blipFill>
          <a:blip r:embed="rId4"/>
          <a:stretch>
            <a:fillRect/>
          </a:stretch>
        </p:blipFill>
        <p:spPr>
          <a:xfrm>
            <a:off x="457200" y="2468880"/>
            <a:ext cx="320040" cy="320040"/>
          </a:xfrm>
          <a:prstGeom prst="rect">
            <a:avLst/>
          </a:prstGeom>
        </p:spPr>
      </p:pic>
      <p:pic>
        <p:nvPicPr>
          <p:cNvPr id="322" name="Picture 321" descr="working/ic/i19.png">
            <a:extLst>
              <a:ext uri="{FF2B5EF4-FFF2-40B4-BE49-F238E27FC236}">
                <a16:creationId xmlns:a16="http://schemas.microsoft.com/office/drawing/2014/main" id="{29E3F51A-61D4-483C-4CB4-31A29AF6E8C8}"/>
              </a:ext>
            </a:extLst>
          </p:cNvPr>
          <p:cNvPicPr>
            <a:picLocks noChangeAspect="1"/>
          </p:cNvPicPr>
          <p:nvPr/>
        </p:nvPicPr>
        <p:blipFill>
          <a:blip r:embed="rId5"/>
          <a:stretch>
            <a:fillRect/>
          </a:stretch>
        </p:blipFill>
        <p:spPr>
          <a:xfrm>
            <a:off x="457200" y="2971800"/>
            <a:ext cx="320040" cy="320040"/>
          </a:xfrm>
          <a:prstGeom prst="rect">
            <a:avLst/>
          </a:prstGeom>
        </p:spPr>
      </p:pic>
      <p:pic>
        <p:nvPicPr>
          <p:cNvPr id="323" name="Picture 322" descr="working/ic/i15.png">
            <a:extLst>
              <a:ext uri="{FF2B5EF4-FFF2-40B4-BE49-F238E27FC236}">
                <a16:creationId xmlns:a16="http://schemas.microsoft.com/office/drawing/2014/main" id="{12CE7776-439D-0DA8-8EA3-3CEDE802E252}"/>
              </a:ext>
            </a:extLst>
          </p:cNvPr>
          <p:cNvPicPr>
            <a:picLocks noChangeAspect="1"/>
          </p:cNvPicPr>
          <p:nvPr/>
        </p:nvPicPr>
        <p:blipFill>
          <a:blip r:embed="rId6"/>
          <a:stretch>
            <a:fillRect/>
          </a:stretch>
        </p:blipFill>
        <p:spPr>
          <a:xfrm>
            <a:off x="457200" y="3474720"/>
            <a:ext cx="320040" cy="320040"/>
          </a:xfrm>
          <a:prstGeom prst="rect">
            <a:avLst/>
          </a:prstGeom>
        </p:spPr>
      </p:pic>
      <p:pic>
        <p:nvPicPr>
          <p:cNvPr id="324" name="Picture 323" descr="working/ic/i6.png">
            <a:extLst>
              <a:ext uri="{FF2B5EF4-FFF2-40B4-BE49-F238E27FC236}">
                <a16:creationId xmlns:a16="http://schemas.microsoft.com/office/drawing/2014/main" id="{D4F049C8-A589-3181-BC49-F8C1AA4339F8}"/>
              </a:ext>
            </a:extLst>
          </p:cNvPr>
          <p:cNvPicPr>
            <a:picLocks noChangeAspect="1"/>
          </p:cNvPicPr>
          <p:nvPr/>
        </p:nvPicPr>
        <p:blipFill>
          <a:blip r:embed="rId7"/>
          <a:stretch>
            <a:fillRect/>
          </a:stretch>
        </p:blipFill>
        <p:spPr>
          <a:xfrm>
            <a:off x="457200" y="3977640"/>
            <a:ext cx="320040" cy="320040"/>
          </a:xfrm>
          <a:prstGeom prst="rect">
            <a:avLst/>
          </a:prstGeom>
        </p:spPr>
      </p:pic>
    </p:spTree>
    <p:extLst>
      <p:ext uri="{BB962C8B-B14F-4D97-AF65-F5344CB8AC3E}">
        <p14:creationId xmlns:p14="http://schemas.microsoft.com/office/powerpoint/2010/main" val="29776837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5" name="Rectangle 324">
            <a:extLst>
              <a:ext uri="{FF2B5EF4-FFF2-40B4-BE49-F238E27FC236}">
                <a16:creationId xmlns:a16="http://schemas.microsoft.com/office/drawing/2014/main" id="{F1749B2F-B1D0-35F0-45D4-6238732F665D}"/>
              </a:ext>
            </a:extLst>
          </p:cNvPr>
          <p:cNvSpPr/>
          <p:nvPr/>
        </p:nvSpPr>
        <p:spPr>
          <a:xfrm>
            <a:off x="365760" y="292608"/>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000" b="1" spc="400">
                <a:solidFill>
                  <a:srgbClr val="5B52C4"/>
                </a:solidFill>
                <a:effectLst/>
                <a:latin typeface="Calibri" panose="020F0502020204030204" pitchFamily="34" charset="0"/>
              </a:rPr>
              <a:t>THREE QUESTIONS, THREE PRACTICES</a:t>
            </a:r>
          </a:p>
          <a:p>
            <a:pPr algn="l">
              <a:buNone/>
            </a:pPr>
            <a:r>
              <a:rPr lang="en-US" sz="100">
                <a:effectLst/>
              </a:rPr>
              <a:t> </a:t>
            </a:r>
            <a:endParaRPr lang="en-US"/>
          </a:p>
        </p:txBody>
      </p:sp>
      <p:sp>
        <p:nvSpPr>
          <p:cNvPr id="327" name="Rectangle 326">
            <a:extLst>
              <a:ext uri="{FF2B5EF4-FFF2-40B4-BE49-F238E27FC236}">
                <a16:creationId xmlns:a16="http://schemas.microsoft.com/office/drawing/2014/main" id="{0CE34830-818A-F735-A671-03E196A9EBD3}"/>
              </a:ext>
            </a:extLst>
          </p:cNvPr>
          <p:cNvSpPr/>
          <p:nvPr/>
        </p:nvSpPr>
        <p:spPr>
          <a:xfrm>
            <a:off x="365760" y="566928"/>
            <a:ext cx="84124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2800" b="1">
                <a:solidFill>
                  <a:srgbClr val="1F2933"/>
                </a:solidFill>
                <a:effectLst/>
                <a:latin typeface="Calibri" panose="020F0502020204030204" pitchFamily="34" charset="0"/>
              </a:rPr>
              <a:t>Observability, monitoring, evaluation</a:t>
            </a:r>
          </a:p>
          <a:p>
            <a:pPr algn="l">
              <a:buNone/>
            </a:pPr>
            <a:r>
              <a:rPr lang="en-US" sz="100">
                <a:effectLst/>
              </a:rPr>
              <a:t> </a:t>
            </a:r>
            <a:endParaRPr lang="en-US"/>
          </a:p>
        </p:txBody>
      </p:sp>
      <p:sp>
        <p:nvSpPr>
          <p:cNvPr id="330" name="Rectangle 329">
            <a:extLst>
              <a:ext uri="{FF2B5EF4-FFF2-40B4-BE49-F238E27FC236}">
                <a16:creationId xmlns:a16="http://schemas.microsoft.com/office/drawing/2014/main" id="{D3404F3C-CE87-2E48-02C9-F6B41418A908}"/>
              </a:ext>
            </a:extLst>
          </p:cNvPr>
          <p:cNvSpPr/>
          <p:nvPr/>
        </p:nvSpPr>
        <p:spPr>
          <a:xfrm>
            <a:off x="457200" y="1225296"/>
            <a:ext cx="731520" cy="25400"/>
          </a:xfrm>
          <a:prstGeom prst="rect">
            <a:avLst/>
          </a:prstGeom>
          <a:solidFill>
            <a:srgbClr val="5B52C4"/>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4" name="Rectangle 333">
            <a:extLst>
              <a:ext uri="{FF2B5EF4-FFF2-40B4-BE49-F238E27FC236}">
                <a16:creationId xmlns:a16="http://schemas.microsoft.com/office/drawing/2014/main" id="{F70047FA-859A-AAE4-6287-2F84C3352056}"/>
              </a:ext>
            </a:extLst>
          </p:cNvPr>
          <p:cNvSpPr/>
          <p:nvPr/>
        </p:nvSpPr>
        <p:spPr>
          <a:xfrm>
            <a:off x="365760" y="1417320"/>
            <a:ext cx="8412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300">
                <a:solidFill>
                  <a:srgbClr val="52606D"/>
                </a:solidFill>
                <a:effectLst/>
                <a:latin typeface="Calibri" panose="020F0502020204030204" pitchFamily="34" charset="0"/>
              </a:rPr>
              <a:t>Three different questions about the same system — each answered by a different practice.</a:t>
            </a:r>
          </a:p>
          <a:p>
            <a:pPr algn="l">
              <a:buNone/>
            </a:pPr>
            <a:r>
              <a:rPr lang="en-US" sz="100">
                <a:effectLst/>
              </a:rPr>
              <a:t> </a:t>
            </a:r>
            <a:endParaRPr lang="en-US"/>
          </a:p>
        </p:txBody>
      </p:sp>
      <p:sp>
        <p:nvSpPr>
          <p:cNvPr id="339" name="Rectangle 338">
            <a:extLst>
              <a:ext uri="{FF2B5EF4-FFF2-40B4-BE49-F238E27FC236}">
                <a16:creationId xmlns:a16="http://schemas.microsoft.com/office/drawing/2014/main" id="{5FE8ED02-0EEB-EEFE-78DA-3268B5B9AFAD}"/>
              </a:ext>
            </a:extLst>
          </p:cNvPr>
          <p:cNvSpPr/>
          <p:nvPr/>
        </p:nvSpPr>
        <p:spPr>
          <a:xfrm>
            <a:off x="457200" y="1965960"/>
            <a:ext cx="2651760" cy="2423160"/>
          </a:xfrm>
          <a:prstGeom prst="rect">
            <a:avLst/>
          </a:prstGeom>
          <a:solidFill>
            <a:srgbClr val="FFFFFF"/>
          </a:solidFill>
          <a:ln w="9525">
            <a:solidFill>
              <a:srgbClr val="DCDAEE"/>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5" name="Rectangle 344">
            <a:extLst>
              <a:ext uri="{FF2B5EF4-FFF2-40B4-BE49-F238E27FC236}">
                <a16:creationId xmlns:a16="http://schemas.microsoft.com/office/drawing/2014/main" id="{02D81A5E-0C5D-3A5D-4A47-7CFEEC27746F}"/>
              </a:ext>
            </a:extLst>
          </p:cNvPr>
          <p:cNvSpPr/>
          <p:nvPr/>
        </p:nvSpPr>
        <p:spPr>
          <a:xfrm>
            <a:off x="548640" y="2514600"/>
            <a:ext cx="246888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600" b="1">
                <a:solidFill>
                  <a:srgbClr val="1F2933"/>
                </a:solidFill>
                <a:effectLst/>
                <a:latin typeface="Calibri" panose="020F0502020204030204" pitchFamily="34" charset="0"/>
              </a:rPr>
              <a:t>Observability</a:t>
            </a:r>
          </a:p>
          <a:p>
            <a:pPr algn="l">
              <a:buNone/>
            </a:pPr>
            <a:r>
              <a:rPr lang="en-US" sz="100">
                <a:effectLst/>
              </a:rPr>
              <a:t> </a:t>
            </a:r>
            <a:endParaRPr lang="en-US"/>
          </a:p>
        </p:txBody>
      </p:sp>
      <p:sp>
        <p:nvSpPr>
          <p:cNvPr id="352" name="Rectangle 351">
            <a:extLst>
              <a:ext uri="{FF2B5EF4-FFF2-40B4-BE49-F238E27FC236}">
                <a16:creationId xmlns:a16="http://schemas.microsoft.com/office/drawing/2014/main" id="{0797A945-E08C-D8DB-69C5-FBFF3DC3813C}"/>
              </a:ext>
            </a:extLst>
          </p:cNvPr>
          <p:cNvSpPr/>
          <p:nvPr/>
        </p:nvSpPr>
        <p:spPr>
          <a:xfrm>
            <a:off x="548640" y="2834640"/>
            <a:ext cx="246888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900" b="1" spc="200">
                <a:solidFill>
                  <a:srgbClr val="5B52C4"/>
                </a:solidFill>
                <a:effectLst/>
                <a:latin typeface="Calibri" panose="020F0502020204030204" pitchFamily="34" charset="0"/>
              </a:rPr>
              <a:t>EXPLAIN THIS BEHAVIOR</a:t>
            </a:r>
          </a:p>
          <a:p>
            <a:pPr algn="l">
              <a:buNone/>
            </a:pPr>
            <a:r>
              <a:rPr lang="en-US" sz="100">
                <a:effectLst/>
              </a:rPr>
              <a:t> </a:t>
            </a:r>
            <a:endParaRPr lang="en-US"/>
          </a:p>
        </p:txBody>
      </p:sp>
      <p:sp>
        <p:nvSpPr>
          <p:cNvPr id="360" name="Rectangle 359">
            <a:extLst>
              <a:ext uri="{FF2B5EF4-FFF2-40B4-BE49-F238E27FC236}">
                <a16:creationId xmlns:a16="http://schemas.microsoft.com/office/drawing/2014/main" id="{3EC7D949-5644-21B9-7341-F1DBD9DA895E}"/>
              </a:ext>
            </a:extLst>
          </p:cNvPr>
          <p:cNvSpPr/>
          <p:nvPr/>
        </p:nvSpPr>
        <p:spPr>
          <a:xfrm>
            <a:off x="640080" y="3154680"/>
            <a:ext cx="2286000" cy="9525"/>
          </a:xfrm>
          <a:prstGeom prst="rect">
            <a:avLst/>
          </a:prstGeom>
          <a:solidFill>
            <a:srgbClr val="DCDAE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9" name="Rectangle 368">
            <a:extLst>
              <a:ext uri="{FF2B5EF4-FFF2-40B4-BE49-F238E27FC236}">
                <a16:creationId xmlns:a16="http://schemas.microsoft.com/office/drawing/2014/main" id="{80AF2697-1103-AFE8-1F74-B334BAE064C2}"/>
              </a:ext>
            </a:extLst>
          </p:cNvPr>
          <p:cNvSpPr/>
          <p:nvPr/>
        </p:nvSpPr>
        <p:spPr>
          <a:xfrm>
            <a:off x="548640" y="3200400"/>
            <a:ext cx="2468880"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1F2933"/>
                </a:solidFill>
                <a:effectLst/>
                <a:latin typeface="Calibri" panose="020F0502020204030204" pitchFamily="34" charset="0"/>
              </a:rPr>
              <a:t>Combine logs, metrics, traces, and evaluation signals to understand the system.</a:t>
            </a:r>
          </a:p>
          <a:p>
            <a:pPr algn="l">
              <a:buNone/>
            </a:pPr>
            <a:r>
              <a:rPr lang="en-US" sz="100">
                <a:effectLst/>
              </a:rPr>
              <a:t> </a:t>
            </a:r>
            <a:endParaRPr lang="en-US"/>
          </a:p>
        </p:txBody>
      </p:sp>
      <p:sp>
        <p:nvSpPr>
          <p:cNvPr id="379" name="Rectangle 378">
            <a:extLst>
              <a:ext uri="{FF2B5EF4-FFF2-40B4-BE49-F238E27FC236}">
                <a16:creationId xmlns:a16="http://schemas.microsoft.com/office/drawing/2014/main" id="{8B695712-8323-4103-B890-1A138407DE31}"/>
              </a:ext>
            </a:extLst>
          </p:cNvPr>
          <p:cNvSpPr/>
          <p:nvPr/>
        </p:nvSpPr>
        <p:spPr>
          <a:xfrm>
            <a:off x="548640" y="3749040"/>
            <a:ext cx="2468880" cy="502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52606D"/>
                </a:solidFill>
                <a:effectLst/>
                <a:latin typeface="Calibri" panose="020F0502020204030204" pitchFamily="34" charset="0"/>
              </a:rPr>
              <a:t>Use a trace to investigate one execution path.</a:t>
            </a:r>
            <a:endParaRPr lang="en-US"/>
          </a:p>
        </p:txBody>
      </p:sp>
      <p:sp>
        <p:nvSpPr>
          <p:cNvPr id="390" name="Rectangle 389">
            <a:extLst>
              <a:ext uri="{FF2B5EF4-FFF2-40B4-BE49-F238E27FC236}">
                <a16:creationId xmlns:a16="http://schemas.microsoft.com/office/drawing/2014/main" id="{78E2B435-6D0A-4E95-36BE-459E5D3873D2}"/>
              </a:ext>
            </a:extLst>
          </p:cNvPr>
          <p:cNvSpPr/>
          <p:nvPr/>
        </p:nvSpPr>
        <p:spPr>
          <a:xfrm>
            <a:off x="3246120" y="1965960"/>
            <a:ext cx="2651760" cy="2423160"/>
          </a:xfrm>
          <a:prstGeom prst="rect">
            <a:avLst/>
          </a:prstGeom>
          <a:solidFill>
            <a:srgbClr val="FFFFFF"/>
          </a:solidFill>
          <a:ln w="9525">
            <a:solidFill>
              <a:srgbClr val="DCDAEE"/>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2" name="Rectangle 401">
            <a:extLst>
              <a:ext uri="{FF2B5EF4-FFF2-40B4-BE49-F238E27FC236}">
                <a16:creationId xmlns:a16="http://schemas.microsoft.com/office/drawing/2014/main" id="{A9A0F1D7-4005-8D69-E547-83D9D11D37DE}"/>
              </a:ext>
            </a:extLst>
          </p:cNvPr>
          <p:cNvSpPr/>
          <p:nvPr/>
        </p:nvSpPr>
        <p:spPr>
          <a:xfrm>
            <a:off x="3337560" y="2514600"/>
            <a:ext cx="246888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600" b="1">
                <a:solidFill>
                  <a:srgbClr val="1F2933"/>
                </a:solidFill>
                <a:effectLst/>
                <a:latin typeface="Calibri" panose="020F0502020204030204" pitchFamily="34" charset="0"/>
              </a:rPr>
              <a:t>Monitoring</a:t>
            </a:r>
          </a:p>
          <a:p>
            <a:pPr algn="l">
              <a:buNone/>
            </a:pPr>
            <a:r>
              <a:rPr lang="en-US" sz="100">
                <a:effectLst/>
              </a:rPr>
              <a:t> </a:t>
            </a:r>
            <a:endParaRPr lang="en-US"/>
          </a:p>
        </p:txBody>
      </p:sp>
      <p:sp>
        <p:nvSpPr>
          <p:cNvPr id="415" name="Rectangle 414">
            <a:extLst>
              <a:ext uri="{FF2B5EF4-FFF2-40B4-BE49-F238E27FC236}">
                <a16:creationId xmlns:a16="http://schemas.microsoft.com/office/drawing/2014/main" id="{FD30576D-9CE2-130C-43C3-F2B89AA59378}"/>
              </a:ext>
            </a:extLst>
          </p:cNvPr>
          <p:cNvSpPr/>
          <p:nvPr/>
        </p:nvSpPr>
        <p:spPr>
          <a:xfrm>
            <a:off x="3337560" y="2834640"/>
            <a:ext cx="246888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900" b="1" spc="200">
                <a:solidFill>
                  <a:srgbClr val="5B52C4"/>
                </a:solidFill>
                <a:effectLst/>
                <a:latin typeface="Calibri" panose="020F0502020204030204" pitchFamily="34" charset="0"/>
              </a:rPr>
              <a:t>WATCH OVER TIME</a:t>
            </a:r>
          </a:p>
          <a:p>
            <a:pPr algn="l">
              <a:buNone/>
            </a:pPr>
            <a:r>
              <a:rPr lang="en-US" sz="100">
                <a:effectLst/>
              </a:rPr>
              <a:t> </a:t>
            </a:r>
            <a:endParaRPr lang="en-US"/>
          </a:p>
        </p:txBody>
      </p:sp>
      <p:sp>
        <p:nvSpPr>
          <p:cNvPr id="429" name="Rectangle 428">
            <a:extLst>
              <a:ext uri="{FF2B5EF4-FFF2-40B4-BE49-F238E27FC236}">
                <a16:creationId xmlns:a16="http://schemas.microsoft.com/office/drawing/2014/main" id="{F86FA918-6A8F-4AD8-2F1B-24C0E5C5FD65}"/>
              </a:ext>
            </a:extLst>
          </p:cNvPr>
          <p:cNvSpPr/>
          <p:nvPr/>
        </p:nvSpPr>
        <p:spPr>
          <a:xfrm>
            <a:off x="3429000" y="3154680"/>
            <a:ext cx="2286000" cy="9525"/>
          </a:xfrm>
          <a:prstGeom prst="rect">
            <a:avLst/>
          </a:prstGeom>
          <a:solidFill>
            <a:srgbClr val="DCDAE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4" name="Rectangle 443">
            <a:extLst>
              <a:ext uri="{FF2B5EF4-FFF2-40B4-BE49-F238E27FC236}">
                <a16:creationId xmlns:a16="http://schemas.microsoft.com/office/drawing/2014/main" id="{DF9A7AFC-EA97-09B9-B4AB-FEAD6AD3BF63}"/>
              </a:ext>
            </a:extLst>
          </p:cNvPr>
          <p:cNvSpPr/>
          <p:nvPr/>
        </p:nvSpPr>
        <p:spPr>
          <a:xfrm>
            <a:off x="3337560" y="3200400"/>
            <a:ext cx="2468880" cy="502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1F2933"/>
                </a:solidFill>
                <a:effectLst/>
                <a:latin typeface="Calibri" panose="020F0502020204030204" pitchFamily="34" charset="0"/>
              </a:rPr>
              <a:t>Monitoring tracks signals and thresholds over time.</a:t>
            </a:r>
          </a:p>
          <a:p>
            <a:pPr algn="l">
              <a:buNone/>
            </a:pPr>
            <a:r>
              <a:rPr lang="en-US" sz="100">
                <a:effectLst/>
              </a:rPr>
              <a:t> </a:t>
            </a:r>
            <a:endParaRPr lang="en-US"/>
          </a:p>
        </p:txBody>
      </p:sp>
      <p:sp>
        <p:nvSpPr>
          <p:cNvPr id="460" name="Rectangle 459">
            <a:extLst>
              <a:ext uri="{FF2B5EF4-FFF2-40B4-BE49-F238E27FC236}">
                <a16:creationId xmlns:a16="http://schemas.microsoft.com/office/drawing/2014/main" id="{89AC2A4F-E79A-BD26-B7BF-08A1A125E9E5}"/>
              </a:ext>
            </a:extLst>
          </p:cNvPr>
          <p:cNvSpPr/>
          <p:nvPr/>
        </p:nvSpPr>
        <p:spPr>
          <a:xfrm>
            <a:off x="3337560" y="3749040"/>
            <a:ext cx="2468880" cy="502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52606D"/>
                </a:solidFill>
                <a:effectLst/>
                <a:latin typeface="Calibri" panose="020F0502020204030204" pitchFamily="34" charset="0"/>
              </a:rPr>
              <a:t>Surfaces drift before users report it.</a:t>
            </a:r>
            <a:endParaRPr lang="en-US"/>
          </a:p>
        </p:txBody>
      </p:sp>
      <p:sp>
        <p:nvSpPr>
          <p:cNvPr id="477" name="Rectangle 476">
            <a:extLst>
              <a:ext uri="{FF2B5EF4-FFF2-40B4-BE49-F238E27FC236}">
                <a16:creationId xmlns:a16="http://schemas.microsoft.com/office/drawing/2014/main" id="{04FD28AB-E49E-BC68-5899-91D6CD1BAF26}"/>
              </a:ext>
            </a:extLst>
          </p:cNvPr>
          <p:cNvSpPr/>
          <p:nvPr/>
        </p:nvSpPr>
        <p:spPr>
          <a:xfrm>
            <a:off x="6035040" y="1965960"/>
            <a:ext cx="2651760" cy="2423160"/>
          </a:xfrm>
          <a:prstGeom prst="rect">
            <a:avLst/>
          </a:prstGeom>
          <a:solidFill>
            <a:srgbClr val="FFFFFF"/>
          </a:solidFill>
          <a:ln w="9525">
            <a:solidFill>
              <a:srgbClr val="DCDAEE"/>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5" name="Rectangle 494">
            <a:extLst>
              <a:ext uri="{FF2B5EF4-FFF2-40B4-BE49-F238E27FC236}">
                <a16:creationId xmlns:a16="http://schemas.microsoft.com/office/drawing/2014/main" id="{653B1F9C-A82F-25AD-EC40-4F4E3A6A72ED}"/>
              </a:ext>
            </a:extLst>
          </p:cNvPr>
          <p:cNvSpPr/>
          <p:nvPr/>
        </p:nvSpPr>
        <p:spPr>
          <a:xfrm>
            <a:off x="6126480" y="2514600"/>
            <a:ext cx="246888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600" b="1">
                <a:solidFill>
                  <a:srgbClr val="1F2933"/>
                </a:solidFill>
                <a:effectLst/>
                <a:latin typeface="Calibri" panose="020F0502020204030204" pitchFamily="34" charset="0"/>
              </a:rPr>
              <a:t>Evaluation</a:t>
            </a:r>
          </a:p>
          <a:p>
            <a:pPr algn="l">
              <a:buNone/>
            </a:pPr>
            <a:r>
              <a:rPr lang="en-US" sz="100">
                <a:effectLst/>
              </a:rPr>
              <a:t> </a:t>
            </a:r>
            <a:endParaRPr lang="en-US"/>
          </a:p>
        </p:txBody>
      </p:sp>
      <p:sp>
        <p:nvSpPr>
          <p:cNvPr id="514" name="Rectangle 513">
            <a:extLst>
              <a:ext uri="{FF2B5EF4-FFF2-40B4-BE49-F238E27FC236}">
                <a16:creationId xmlns:a16="http://schemas.microsoft.com/office/drawing/2014/main" id="{E18C82FA-5772-0C93-1360-30C2B462286E}"/>
              </a:ext>
            </a:extLst>
          </p:cNvPr>
          <p:cNvSpPr/>
          <p:nvPr/>
        </p:nvSpPr>
        <p:spPr>
          <a:xfrm>
            <a:off x="6126480" y="2834640"/>
            <a:ext cx="246888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900" b="1" spc="200">
                <a:solidFill>
                  <a:srgbClr val="5B52C4"/>
                </a:solidFill>
                <a:effectLst/>
                <a:latin typeface="Calibri" panose="020F0502020204030204" pitchFamily="34" charset="0"/>
              </a:rPr>
              <a:t>JUDGE THE OUTPUT</a:t>
            </a:r>
          </a:p>
          <a:p>
            <a:pPr algn="l">
              <a:buNone/>
            </a:pPr>
            <a:r>
              <a:rPr lang="en-US" sz="100">
                <a:effectLst/>
              </a:rPr>
              <a:t> </a:t>
            </a:r>
            <a:endParaRPr lang="en-US"/>
          </a:p>
        </p:txBody>
      </p:sp>
      <p:sp>
        <p:nvSpPr>
          <p:cNvPr id="534" name="Rectangle 533">
            <a:extLst>
              <a:ext uri="{FF2B5EF4-FFF2-40B4-BE49-F238E27FC236}">
                <a16:creationId xmlns:a16="http://schemas.microsoft.com/office/drawing/2014/main" id="{6D93DD98-9EE3-DFA0-92A0-7C3B52D4886E}"/>
              </a:ext>
            </a:extLst>
          </p:cNvPr>
          <p:cNvSpPr/>
          <p:nvPr/>
        </p:nvSpPr>
        <p:spPr>
          <a:xfrm>
            <a:off x="6217920" y="3154680"/>
            <a:ext cx="2286000" cy="9525"/>
          </a:xfrm>
          <a:prstGeom prst="rect">
            <a:avLst/>
          </a:prstGeom>
          <a:solidFill>
            <a:srgbClr val="DCDAE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5" name="Rectangle 554">
            <a:extLst>
              <a:ext uri="{FF2B5EF4-FFF2-40B4-BE49-F238E27FC236}">
                <a16:creationId xmlns:a16="http://schemas.microsoft.com/office/drawing/2014/main" id="{D585641D-1B54-D579-CE9C-472D199CB27D}"/>
              </a:ext>
            </a:extLst>
          </p:cNvPr>
          <p:cNvSpPr/>
          <p:nvPr/>
        </p:nvSpPr>
        <p:spPr>
          <a:xfrm>
            <a:off x="6126480" y="3200400"/>
            <a:ext cx="2468880" cy="502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1F2933"/>
                </a:solidFill>
                <a:effectLst/>
                <a:latin typeface="Calibri" panose="020F0502020204030204" pitchFamily="34" charset="0"/>
              </a:rPr>
              <a:t>Evaluation measures quality, safety, or task success against criteria.</a:t>
            </a:r>
          </a:p>
          <a:p>
            <a:pPr algn="l">
              <a:buNone/>
            </a:pPr>
            <a:r>
              <a:rPr lang="en-US" sz="100">
                <a:effectLst/>
              </a:rPr>
              <a:t> </a:t>
            </a:r>
            <a:endParaRPr lang="en-US"/>
          </a:p>
        </p:txBody>
      </p:sp>
      <p:sp>
        <p:nvSpPr>
          <p:cNvPr id="577" name="Rectangle 576">
            <a:extLst>
              <a:ext uri="{FF2B5EF4-FFF2-40B4-BE49-F238E27FC236}">
                <a16:creationId xmlns:a16="http://schemas.microsoft.com/office/drawing/2014/main" id="{1ADF1397-3918-693F-2A40-E4B0C9252337}"/>
              </a:ext>
            </a:extLst>
          </p:cNvPr>
          <p:cNvSpPr/>
          <p:nvPr/>
        </p:nvSpPr>
        <p:spPr>
          <a:xfrm>
            <a:off x="6126480" y="3749040"/>
            <a:ext cx="2468880" cy="502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52606D"/>
                </a:solidFill>
                <a:effectLst/>
                <a:latin typeface="Calibri" panose="020F0502020204030204" pitchFamily="34" charset="0"/>
              </a:rPr>
              <a:t>A trace alone cannot establish it.</a:t>
            </a:r>
            <a:endParaRPr lang="en-US"/>
          </a:p>
        </p:txBody>
      </p:sp>
      <p:sp>
        <p:nvSpPr>
          <p:cNvPr id="600" name="Rectangle 599">
            <a:extLst>
              <a:ext uri="{FF2B5EF4-FFF2-40B4-BE49-F238E27FC236}">
                <a16:creationId xmlns:a16="http://schemas.microsoft.com/office/drawing/2014/main" id="{12382C13-D8EA-92C9-E17E-A95FD7E798C6}"/>
              </a:ext>
            </a:extLst>
          </p:cNvPr>
          <p:cNvSpPr/>
          <p:nvPr/>
        </p:nvSpPr>
        <p:spPr>
          <a:xfrm>
            <a:off x="365760" y="4480560"/>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000" i="1">
                <a:solidFill>
                  <a:srgbClr val="52606D"/>
                </a:solidFill>
                <a:effectLst/>
                <a:latin typeface="Calibri" panose="020F0502020204030204" pitchFamily="34" charset="0"/>
              </a:rPr>
              <a:t>Error-free is not the same as correct, grounded, or useful.</a:t>
            </a:r>
          </a:p>
          <a:p>
            <a:pPr algn="l">
              <a:buNone/>
            </a:pPr>
            <a:r>
              <a:rPr lang="en-US" sz="100">
                <a:effectLst/>
              </a:rPr>
              <a:t> </a:t>
            </a:r>
            <a:endParaRPr lang="en-US"/>
          </a:p>
        </p:txBody>
      </p:sp>
      <p:sp>
        <p:nvSpPr>
          <p:cNvPr id="624" name="Rectangle 623">
            <a:extLst>
              <a:ext uri="{FF2B5EF4-FFF2-40B4-BE49-F238E27FC236}">
                <a16:creationId xmlns:a16="http://schemas.microsoft.com/office/drawing/2014/main" id="{2AE8D412-DBBC-97A8-1B88-02E076C13F55}"/>
              </a:ext>
            </a:extLst>
          </p:cNvPr>
          <p:cNvSpPr/>
          <p:nvPr/>
        </p:nvSpPr>
        <p:spPr>
          <a:xfrm>
            <a:off x="365760" y="4823460"/>
            <a:ext cx="566928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900">
                <a:solidFill>
                  <a:srgbClr val="52606D"/>
                </a:solidFill>
                <a:effectLst/>
                <a:latin typeface="Calibri" panose="020F0502020204030204" pitchFamily="34" charset="0"/>
              </a:rPr>
              <a:t>Observability &amp; Tracing  ·  Microsoft Agent Framework</a:t>
            </a:r>
          </a:p>
          <a:p>
            <a:pPr algn="l">
              <a:buNone/>
            </a:pPr>
            <a:r>
              <a:rPr lang="en-US" sz="100">
                <a:effectLst/>
              </a:rPr>
              <a:t> </a:t>
            </a:r>
            <a:endParaRPr lang="en-US"/>
          </a:p>
        </p:txBody>
      </p:sp>
      <p:sp>
        <p:nvSpPr>
          <p:cNvPr id="649" name="Rectangle 648">
            <a:extLst>
              <a:ext uri="{FF2B5EF4-FFF2-40B4-BE49-F238E27FC236}">
                <a16:creationId xmlns:a16="http://schemas.microsoft.com/office/drawing/2014/main" id="{2668A03A-F82B-5D0C-6D4A-CCDA0E57D499}"/>
              </a:ext>
            </a:extLst>
          </p:cNvPr>
          <p:cNvSpPr/>
          <p:nvPr/>
        </p:nvSpPr>
        <p:spPr>
          <a:xfrm>
            <a:off x="7955280" y="4823460"/>
            <a:ext cx="82296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buNone/>
            </a:pPr>
            <a:r>
              <a:rPr lang="en-US" sz="900">
                <a:solidFill>
                  <a:srgbClr val="52606D"/>
                </a:solidFill>
                <a:effectLst/>
                <a:latin typeface="Calibri" panose="020F0502020204030204" pitchFamily="34" charset="0"/>
              </a:rPr>
              <a:t>3 / 11</a:t>
            </a:r>
          </a:p>
          <a:p>
            <a:pPr algn="r">
              <a:buNone/>
            </a:pPr>
            <a:r>
              <a:rPr lang="en-US" sz="100">
                <a:effectLst/>
              </a:rPr>
              <a:t> </a:t>
            </a:r>
            <a:endParaRPr lang="en-US"/>
          </a:p>
        </p:txBody>
      </p:sp>
      <p:pic>
        <p:nvPicPr>
          <p:cNvPr id="650" name="Picture 649" descr="working/ic/i6.png">
            <a:extLst>
              <a:ext uri="{FF2B5EF4-FFF2-40B4-BE49-F238E27FC236}">
                <a16:creationId xmlns:a16="http://schemas.microsoft.com/office/drawing/2014/main" id="{96F0F648-7414-C7E0-5C58-8E39BA4384B8}"/>
              </a:ext>
            </a:extLst>
          </p:cNvPr>
          <p:cNvPicPr>
            <a:picLocks noChangeAspect="1"/>
          </p:cNvPicPr>
          <p:nvPr/>
        </p:nvPicPr>
        <p:blipFill>
          <a:blip r:embed="rId3"/>
          <a:stretch>
            <a:fillRect/>
          </a:stretch>
        </p:blipFill>
        <p:spPr>
          <a:xfrm>
            <a:off x="640080" y="2103120"/>
            <a:ext cx="320040" cy="320040"/>
          </a:xfrm>
          <a:prstGeom prst="rect">
            <a:avLst/>
          </a:prstGeom>
        </p:spPr>
      </p:pic>
      <p:pic>
        <p:nvPicPr>
          <p:cNvPr id="651" name="Picture 650" descr="working/ic/i13.png">
            <a:extLst>
              <a:ext uri="{FF2B5EF4-FFF2-40B4-BE49-F238E27FC236}">
                <a16:creationId xmlns:a16="http://schemas.microsoft.com/office/drawing/2014/main" id="{9C7366FF-F431-91F6-6C15-CAF6A03BF271}"/>
              </a:ext>
            </a:extLst>
          </p:cNvPr>
          <p:cNvPicPr>
            <a:picLocks noChangeAspect="1"/>
          </p:cNvPicPr>
          <p:nvPr/>
        </p:nvPicPr>
        <p:blipFill>
          <a:blip r:embed="rId4"/>
          <a:stretch>
            <a:fillRect/>
          </a:stretch>
        </p:blipFill>
        <p:spPr>
          <a:xfrm>
            <a:off x="3429000" y="2103120"/>
            <a:ext cx="320040" cy="320040"/>
          </a:xfrm>
          <a:prstGeom prst="rect">
            <a:avLst/>
          </a:prstGeom>
        </p:spPr>
      </p:pic>
      <p:pic>
        <p:nvPicPr>
          <p:cNvPr id="652" name="Picture 651" descr="working/ic/i5.png">
            <a:extLst>
              <a:ext uri="{FF2B5EF4-FFF2-40B4-BE49-F238E27FC236}">
                <a16:creationId xmlns:a16="http://schemas.microsoft.com/office/drawing/2014/main" id="{5D82EFC1-D595-32FE-F9D3-480D5E6C07E8}"/>
              </a:ext>
            </a:extLst>
          </p:cNvPr>
          <p:cNvPicPr>
            <a:picLocks noChangeAspect="1"/>
          </p:cNvPicPr>
          <p:nvPr/>
        </p:nvPicPr>
        <p:blipFill>
          <a:blip r:embed="rId5"/>
          <a:stretch>
            <a:fillRect/>
          </a:stretch>
        </p:blipFill>
        <p:spPr>
          <a:xfrm>
            <a:off x="6217920" y="2103120"/>
            <a:ext cx="320040" cy="320040"/>
          </a:xfrm>
          <a:prstGeom prst="rect">
            <a:avLst/>
          </a:prstGeom>
        </p:spPr>
      </p:pic>
    </p:spTree>
    <p:extLst>
      <p:ext uri="{BB962C8B-B14F-4D97-AF65-F5344CB8AC3E}">
        <p14:creationId xmlns:p14="http://schemas.microsoft.com/office/powerpoint/2010/main" val="22733946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3" name="Rectangle 652">
            <a:extLst>
              <a:ext uri="{FF2B5EF4-FFF2-40B4-BE49-F238E27FC236}">
                <a16:creationId xmlns:a16="http://schemas.microsoft.com/office/drawing/2014/main" id="{979CA93F-D64D-8D2E-1282-A3E8CD4934B1}"/>
              </a:ext>
            </a:extLst>
          </p:cNvPr>
          <p:cNvSpPr/>
          <p:nvPr/>
        </p:nvSpPr>
        <p:spPr>
          <a:xfrm>
            <a:off x="365760" y="292608"/>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000" b="1" spc="400">
                <a:solidFill>
                  <a:srgbClr val="5B52C4"/>
                </a:solidFill>
                <a:effectLst/>
                <a:latin typeface="Calibri" panose="020F0502020204030204" pitchFamily="34" charset="0"/>
              </a:rPr>
              <a:t>ONE RUN, THREE PRIMITIVES</a:t>
            </a:r>
          </a:p>
          <a:p>
            <a:pPr algn="l">
              <a:buNone/>
            </a:pPr>
            <a:r>
              <a:rPr lang="en-US" sz="100">
                <a:effectLst/>
              </a:rPr>
              <a:t> </a:t>
            </a:r>
            <a:endParaRPr lang="en-US"/>
          </a:p>
        </p:txBody>
      </p:sp>
      <p:sp>
        <p:nvSpPr>
          <p:cNvPr id="655" name="Rectangle 654">
            <a:extLst>
              <a:ext uri="{FF2B5EF4-FFF2-40B4-BE49-F238E27FC236}">
                <a16:creationId xmlns:a16="http://schemas.microsoft.com/office/drawing/2014/main" id="{28EADBA3-8AEE-85DB-62B3-18C2A02DD1BC}"/>
              </a:ext>
            </a:extLst>
          </p:cNvPr>
          <p:cNvSpPr/>
          <p:nvPr/>
        </p:nvSpPr>
        <p:spPr>
          <a:xfrm>
            <a:off x="365760" y="566928"/>
            <a:ext cx="84124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2800" b="1">
                <a:solidFill>
                  <a:srgbClr val="1F2933"/>
                </a:solidFill>
                <a:effectLst/>
                <a:latin typeface="Calibri" panose="020F0502020204030204" pitchFamily="34" charset="0"/>
              </a:rPr>
              <a:t>Evidence from one agent run</a:t>
            </a:r>
          </a:p>
          <a:p>
            <a:pPr algn="l">
              <a:buNone/>
            </a:pPr>
            <a:r>
              <a:rPr lang="en-US" sz="100">
                <a:effectLst/>
              </a:rPr>
              <a:t> </a:t>
            </a:r>
            <a:endParaRPr lang="en-US"/>
          </a:p>
        </p:txBody>
      </p:sp>
      <p:sp>
        <p:nvSpPr>
          <p:cNvPr id="658" name="Rectangle 657">
            <a:extLst>
              <a:ext uri="{FF2B5EF4-FFF2-40B4-BE49-F238E27FC236}">
                <a16:creationId xmlns:a16="http://schemas.microsoft.com/office/drawing/2014/main" id="{1F1B0CEF-73A7-1844-0ED6-F647E7150758}"/>
              </a:ext>
            </a:extLst>
          </p:cNvPr>
          <p:cNvSpPr/>
          <p:nvPr/>
        </p:nvSpPr>
        <p:spPr>
          <a:xfrm>
            <a:off x="457200" y="1225296"/>
            <a:ext cx="731520" cy="25400"/>
          </a:xfrm>
          <a:prstGeom prst="rect">
            <a:avLst/>
          </a:prstGeom>
          <a:solidFill>
            <a:srgbClr val="5B52C4"/>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2" name="Rectangle 661">
            <a:extLst>
              <a:ext uri="{FF2B5EF4-FFF2-40B4-BE49-F238E27FC236}">
                <a16:creationId xmlns:a16="http://schemas.microsoft.com/office/drawing/2014/main" id="{736F8091-385C-9DD6-A2FA-472202A65791}"/>
              </a:ext>
            </a:extLst>
          </p:cNvPr>
          <p:cNvSpPr/>
          <p:nvPr/>
        </p:nvSpPr>
        <p:spPr>
          <a:xfrm>
            <a:off x="365760" y="1417320"/>
            <a:ext cx="8412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300">
                <a:solidFill>
                  <a:srgbClr val="52606D"/>
                </a:solidFill>
                <a:effectLst/>
                <a:latin typeface="Calibri" panose="020F0502020204030204" pitchFamily="34" charset="0"/>
              </a:rPr>
              <a:t>A trace is one execution journey; a span is one timed operation inside it; attributes are context on that operation.</a:t>
            </a:r>
          </a:p>
          <a:p>
            <a:pPr algn="l">
              <a:buNone/>
            </a:pPr>
            <a:r>
              <a:rPr lang="en-US" sz="100">
                <a:effectLst/>
              </a:rPr>
              <a:t> </a:t>
            </a:r>
            <a:endParaRPr lang="en-US"/>
          </a:p>
        </p:txBody>
      </p:sp>
      <p:sp>
        <p:nvSpPr>
          <p:cNvPr id="667" name="Rectangle 666">
            <a:extLst>
              <a:ext uri="{FF2B5EF4-FFF2-40B4-BE49-F238E27FC236}">
                <a16:creationId xmlns:a16="http://schemas.microsoft.com/office/drawing/2014/main" id="{A2DD64EA-2162-5939-2818-FB3DF949A489}"/>
              </a:ext>
            </a:extLst>
          </p:cNvPr>
          <p:cNvSpPr/>
          <p:nvPr/>
        </p:nvSpPr>
        <p:spPr>
          <a:xfrm>
            <a:off x="457200" y="1965960"/>
            <a:ext cx="4663440" cy="2423160"/>
          </a:xfrm>
          <a:prstGeom prst="rect">
            <a:avLst/>
          </a:prstGeom>
          <a:solidFill>
            <a:srgbClr val="FFFFFF"/>
          </a:solidFill>
          <a:ln w="9525">
            <a:solidFill>
              <a:srgbClr val="DCDAEE"/>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3" name="Oval 672">
            <a:extLst>
              <a:ext uri="{FF2B5EF4-FFF2-40B4-BE49-F238E27FC236}">
                <a16:creationId xmlns:a16="http://schemas.microsoft.com/office/drawing/2014/main" id="{007CD5F3-C8B5-41A9-ABB2-DFBCCD4DACA9}"/>
              </a:ext>
            </a:extLst>
          </p:cNvPr>
          <p:cNvSpPr/>
          <p:nvPr/>
        </p:nvSpPr>
        <p:spPr>
          <a:xfrm>
            <a:off x="548640" y="2034540"/>
            <a:ext cx="365760" cy="365760"/>
          </a:xfrm>
          <a:prstGeom prst="ellipse">
            <a:avLst/>
          </a:prstGeom>
          <a:solidFill>
            <a:srgbClr val="5B52C4"/>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None/>
            </a:pPr>
            <a:r>
              <a:rPr lang="en-US" sz="1000" b="1">
                <a:solidFill>
                  <a:srgbClr val="FFFFFF"/>
                </a:solidFill>
                <a:effectLst/>
                <a:latin typeface="Calibri" panose="020F0502020204030204" pitchFamily="34" charset="0"/>
              </a:rPr>
              <a:t>1</a:t>
            </a:r>
          </a:p>
          <a:p>
            <a:pPr algn="ctr">
              <a:buNone/>
            </a:pPr>
            <a:r>
              <a:rPr lang="en-US" sz="100">
                <a:effectLst/>
              </a:rPr>
              <a:t> </a:t>
            </a:r>
            <a:endParaRPr lang="en-US"/>
          </a:p>
        </p:txBody>
      </p:sp>
      <p:sp>
        <p:nvSpPr>
          <p:cNvPr id="680" name="Rectangle 679">
            <a:extLst>
              <a:ext uri="{FF2B5EF4-FFF2-40B4-BE49-F238E27FC236}">
                <a16:creationId xmlns:a16="http://schemas.microsoft.com/office/drawing/2014/main" id="{036027DC-E888-9A90-9024-1B34FCB7F68E}"/>
              </a:ext>
            </a:extLst>
          </p:cNvPr>
          <p:cNvSpPr/>
          <p:nvPr/>
        </p:nvSpPr>
        <p:spPr>
          <a:xfrm>
            <a:off x="868680" y="2103120"/>
            <a:ext cx="4114800" cy="2514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300" b="1">
                <a:solidFill>
                  <a:srgbClr val="1F2933"/>
                </a:solidFill>
                <a:effectLst/>
                <a:latin typeface="Calibri" panose="020F0502020204030204" pitchFamily="34" charset="0"/>
              </a:rPr>
              <a:t>Trace</a:t>
            </a:r>
          </a:p>
          <a:p>
            <a:pPr algn="l">
              <a:buNone/>
            </a:pPr>
            <a:r>
              <a:rPr lang="en-US" sz="100">
                <a:effectLst/>
              </a:rPr>
              <a:t> </a:t>
            </a:r>
            <a:endParaRPr lang="en-US"/>
          </a:p>
        </p:txBody>
      </p:sp>
      <p:sp>
        <p:nvSpPr>
          <p:cNvPr id="688" name="Rectangle 687">
            <a:extLst>
              <a:ext uri="{FF2B5EF4-FFF2-40B4-BE49-F238E27FC236}">
                <a16:creationId xmlns:a16="http://schemas.microsoft.com/office/drawing/2014/main" id="{AF856C3B-F9D1-BD2D-4BA2-4105AC6031DB}"/>
              </a:ext>
            </a:extLst>
          </p:cNvPr>
          <p:cNvSpPr/>
          <p:nvPr/>
        </p:nvSpPr>
        <p:spPr>
          <a:xfrm>
            <a:off x="868680" y="2354580"/>
            <a:ext cx="4114800" cy="4343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52606D"/>
                </a:solidFill>
                <a:effectLst/>
                <a:latin typeface="Calibri" panose="020F0502020204030204" pitchFamily="34" charset="0"/>
              </a:rPr>
              <a:t>One execution journey across the operations recorded by instrumentation</a:t>
            </a:r>
          </a:p>
          <a:p>
            <a:pPr algn="l">
              <a:buNone/>
            </a:pPr>
            <a:r>
              <a:rPr lang="en-US" sz="100">
                <a:effectLst/>
              </a:rPr>
              <a:t> </a:t>
            </a:r>
            <a:endParaRPr lang="en-US"/>
          </a:p>
        </p:txBody>
      </p:sp>
      <p:sp>
        <p:nvSpPr>
          <p:cNvPr id="697" name="Oval 696">
            <a:extLst>
              <a:ext uri="{FF2B5EF4-FFF2-40B4-BE49-F238E27FC236}">
                <a16:creationId xmlns:a16="http://schemas.microsoft.com/office/drawing/2014/main" id="{82F506F8-B57D-2B5A-EE31-786E3F4AD928}"/>
              </a:ext>
            </a:extLst>
          </p:cNvPr>
          <p:cNvSpPr/>
          <p:nvPr/>
        </p:nvSpPr>
        <p:spPr>
          <a:xfrm>
            <a:off x="548640" y="2766060"/>
            <a:ext cx="365760" cy="365760"/>
          </a:xfrm>
          <a:prstGeom prst="ellipse">
            <a:avLst/>
          </a:prstGeom>
          <a:solidFill>
            <a:srgbClr val="5B52C4"/>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None/>
            </a:pPr>
            <a:r>
              <a:rPr lang="en-US" sz="1000" b="1">
                <a:solidFill>
                  <a:srgbClr val="FFFFFF"/>
                </a:solidFill>
                <a:effectLst/>
                <a:latin typeface="Calibri" panose="020F0502020204030204" pitchFamily="34" charset="0"/>
              </a:rPr>
              <a:t>2</a:t>
            </a:r>
          </a:p>
          <a:p>
            <a:pPr algn="ctr">
              <a:buNone/>
            </a:pPr>
            <a:r>
              <a:rPr lang="en-US" sz="100">
                <a:effectLst/>
              </a:rPr>
              <a:t> </a:t>
            </a:r>
            <a:endParaRPr lang="en-US"/>
          </a:p>
        </p:txBody>
      </p:sp>
      <p:sp>
        <p:nvSpPr>
          <p:cNvPr id="707" name="Rectangle 706">
            <a:extLst>
              <a:ext uri="{FF2B5EF4-FFF2-40B4-BE49-F238E27FC236}">
                <a16:creationId xmlns:a16="http://schemas.microsoft.com/office/drawing/2014/main" id="{4D1697F4-A58D-3B04-27DB-844B586029F4}"/>
              </a:ext>
            </a:extLst>
          </p:cNvPr>
          <p:cNvSpPr/>
          <p:nvPr/>
        </p:nvSpPr>
        <p:spPr>
          <a:xfrm>
            <a:off x="868680" y="2834640"/>
            <a:ext cx="4114800" cy="2514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300" b="1">
                <a:solidFill>
                  <a:srgbClr val="1F2933"/>
                </a:solidFill>
                <a:effectLst/>
                <a:latin typeface="Calibri" panose="020F0502020204030204" pitchFamily="34" charset="0"/>
              </a:rPr>
              <a:t>Span</a:t>
            </a:r>
          </a:p>
          <a:p>
            <a:pPr algn="l">
              <a:buNone/>
            </a:pPr>
            <a:r>
              <a:rPr lang="en-US" sz="100">
                <a:effectLst/>
              </a:rPr>
              <a:t> </a:t>
            </a:r>
            <a:endParaRPr lang="en-US"/>
          </a:p>
        </p:txBody>
      </p:sp>
      <p:sp>
        <p:nvSpPr>
          <p:cNvPr id="718" name="Rectangle 717">
            <a:extLst>
              <a:ext uri="{FF2B5EF4-FFF2-40B4-BE49-F238E27FC236}">
                <a16:creationId xmlns:a16="http://schemas.microsoft.com/office/drawing/2014/main" id="{17B7E1FD-B9F2-60E3-5C90-B81F0FC5F908}"/>
              </a:ext>
            </a:extLst>
          </p:cNvPr>
          <p:cNvSpPr/>
          <p:nvPr/>
        </p:nvSpPr>
        <p:spPr>
          <a:xfrm>
            <a:off x="868680" y="3086100"/>
            <a:ext cx="4114800" cy="411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52606D"/>
                </a:solidFill>
                <a:effectLst/>
                <a:latin typeface="Calibri" panose="020F0502020204030204" pitchFamily="34" charset="0"/>
              </a:rPr>
              <a:t>One operation with start/end time, status, and relationships</a:t>
            </a:r>
          </a:p>
          <a:p>
            <a:pPr algn="l">
              <a:buNone/>
            </a:pPr>
            <a:r>
              <a:rPr lang="en-US" sz="100">
                <a:effectLst/>
              </a:rPr>
              <a:t> </a:t>
            </a:r>
            <a:endParaRPr lang="en-US"/>
          </a:p>
        </p:txBody>
      </p:sp>
      <p:sp>
        <p:nvSpPr>
          <p:cNvPr id="730" name="Oval 729">
            <a:extLst>
              <a:ext uri="{FF2B5EF4-FFF2-40B4-BE49-F238E27FC236}">
                <a16:creationId xmlns:a16="http://schemas.microsoft.com/office/drawing/2014/main" id="{01E3379C-8724-97FE-9639-EEF7BA22FB9C}"/>
              </a:ext>
            </a:extLst>
          </p:cNvPr>
          <p:cNvSpPr/>
          <p:nvPr/>
        </p:nvSpPr>
        <p:spPr>
          <a:xfrm>
            <a:off x="548640" y="3497580"/>
            <a:ext cx="365760" cy="365760"/>
          </a:xfrm>
          <a:prstGeom prst="ellipse">
            <a:avLst/>
          </a:prstGeom>
          <a:solidFill>
            <a:srgbClr val="5B52C4"/>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None/>
            </a:pPr>
            <a:r>
              <a:rPr lang="en-US" sz="1000" b="1">
                <a:solidFill>
                  <a:srgbClr val="FFFFFF"/>
                </a:solidFill>
                <a:effectLst/>
                <a:latin typeface="Calibri" panose="020F0502020204030204" pitchFamily="34" charset="0"/>
              </a:rPr>
              <a:t>3</a:t>
            </a:r>
          </a:p>
          <a:p>
            <a:pPr algn="ctr">
              <a:buNone/>
            </a:pPr>
            <a:r>
              <a:rPr lang="en-US" sz="100">
                <a:effectLst/>
              </a:rPr>
              <a:t> </a:t>
            </a:r>
            <a:endParaRPr lang="en-US"/>
          </a:p>
        </p:txBody>
      </p:sp>
      <p:sp>
        <p:nvSpPr>
          <p:cNvPr id="743" name="Rectangle 742">
            <a:extLst>
              <a:ext uri="{FF2B5EF4-FFF2-40B4-BE49-F238E27FC236}">
                <a16:creationId xmlns:a16="http://schemas.microsoft.com/office/drawing/2014/main" id="{859E10B4-5219-5A3C-2593-753EA64E403B}"/>
              </a:ext>
            </a:extLst>
          </p:cNvPr>
          <p:cNvSpPr/>
          <p:nvPr/>
        </p:nvSpPr>
        <p:spPr>
          <a:xfrm>
            <a:off x="868680" y="3566160"/>
            <a:ext cx="4114800" cy="2514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300" b="1">
                <a:solidFill>
                  <a:srgbClr val="1F2933"/>
                </a:solidFill>
                <a:effectLst/>
                <a:latin typeface="Calibri" panose="020F0502020204030204" pitchFamily="34" charset="0"/>
              </a:rPr>
              <a:t>Attribute</a:t>
            </a:r>
          </a:p>
          <a:p>
            <a:pPr algn="l">
              <a:buNone/>
            </a:pPr>
            <a:r>
              <a:rPr lang="en-US" sz="100">
                <a:effectLst/>
              </a:rPr>
              <a:t> </a:t>
            </a:r>
            <a:endParaRPr lang="en-US"/>
          </a:p>
        </p:txBody>
      </p:sp>
      <p:sp>
        <p:nvSpPr>
          <p:cNvPr id="757" name="Rectangle 756">
            <a:extLst>
              <a:ext uri="{FF2B5EF4-FFF2-40B4-BE49-F238E27FC236}">
                <a16:creationId xmlns:a16="http://schemas.microsoft.com/office/drawing/2014/main" id="{AE9CF83E-FE80-68D0-3553-CE0666F1BA1B}"/>
              </a:ext>
            </a:extLst>
          </p:cNvPr>
          <p:cNvSpPr/>
          <p:nvPr/>
        </p:nvSpPr>
        <p:spPr>
          <a:xfrm>
            <a:off x="868680" y="3817620"/>
            <a:ext cx="4114800" cy="411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52606D"/>
                </a:solidFill>
                <a:effectLst/>
                <a:latin typeface="Calibri" panose="020F0502020204030204" pitchFamily="34" charset="0"/>
              </a:rPr>
              <a:t>Context such as model, tool, executor, or correlation metadata</a:t>
            </a:r>
          </a:p>
          <a:p>
            <a:pPr algn="l">
              <a:buNone/>
            </a:pPr>
            <a:r>
              <a:rPr lang="en-US" sz="100">
                <a:effectLst/>
              </a:rPr>
              <a:t> </a:t>
            </a:r>
            <a:endParaRPr lang="en-US"/>
          </a:p>
        </p:txBody>
      </p:sp>
      <p:sp>
        <p:nvSpPr>
          <p:cNvPr id="772" name="Rectangle 771">
            <a:extLst>
              <a:ext uri="{FF2B5EF4-FFF2-40B4-BE49-F238E27FC236}">
                <a16:creationId xmlns:a16="http://schemas.microsoft.com/office/drawing/2014/main" id="{64F13243-A5EC-593F-1E10-5FEACA1C325E}"/>
              </a:ext>
            </a:extLst>
          </p:cNvPr>
          <p:cNvSpPr/>
          <p:nvPr/>
        </p:nvSpPr>
        <p:spPr>
          <a:xfrm>
            <a:off x="5303520" y="1965960"/>
            <a:ext cx="3383280" cy="1417320"/>
          </a:xfrm>
          <a:prstGeom prst="rect">
            <a:avLst/>
          </a:prstGeom>
          <a:solidFill>
            <a:srgbClr val="F5F4FB"/>
          </a:solidFill>
          <a:ln w="9525">
            <a:solidFill>
              <a:srgbClr val="DCDAEE"/>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8" name="Rectangle 787">
            <a:extLst>
              <a:ext uri="{FF2B5EF4-FFF2-40B4-BE49-F238E27FC236}">
                <a16:creationId xmlns:a16="http://schemas.microsoft.com/office/drawing/2014/main" id="{F44D0F30-1C60-E098-7EE3-782D6233D6A2}"/>
              </a:ext>
            </a:extLst>
          </p:cNvPr>
          <p:cNvSpPr/>
          <p:nvPr/>
        </p:nvSpPr>
        <p:spPr>
          <a:xfrm>
            <a:off x="5394960" y="2057400"/>
            <a:ext cx="32004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900" b="1" spc="200">
                <a:solidFill>
                  <a:srgbClr val="5B52C4"/>
                </a:solidFill>
                <a:effectLst/>
                <a:latin typeface="Calibri" panose="020F0502020204030204" pitchFamily="34" charset="0"/>
              </a:rPr>
              <a:t>AUTOMATIC SPANS  ·  SAME TRACE</a:t>
            </a:r>
          </a:p>
          <a:p>
            <a:pPr algn="l">
              <a:buNone/>
            </a:pPr>
            <a:r>
              <a:rPr lang="en-US" sz="100">
                <a:effectLst/>
              </a:rPr>
              <a:t> </a:t>
            </a:r>
            <a:endParaRPr lang="en-US"/>
          </a:p>
        </p:txBody>
      </p:sp>
      <p:sp>
        <p:nvSpPr>
          <p:cNvPr id="805" name="Rectangle 804">
            <a:extLst>
              <a:ext uri="{FF2B5EF4-FFF2-40B4-BE49-F238E27FC236}">
                <a16:creationId xmlns:a16="http://schemas.microsoft.com/office/drawing/2014/main" id="{C5A1DAF3-E3C1-DDFF-F112-59B87E3510E1}"/>
              </a:ext>
            </a:extLst>
          </p:cNvPr>
          <p:cNvSpPr/>
          <p:nvPr/>
        </p:nvSpPr>
        <p:spPr>
          <a:xfrm>
            <a:off x="5394960" y="2331720"/>
            <a:ext cx="320040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000">
                <a:solidFill>
                  <a:srgbClr val="5B52C4"/>
                </a:solidFill>
                <a:effectLst/>
                <a:latin typeface="Consolas" panose="020B0609020204030204" pitchFamily="49" charset="0"/>
              </a:rPr>
              <a:t>Weather Agent Chat</a:t>
            </a:r>
          </a:p>
          <a:p>
            <a:pPr algn="l">
              <a:buNone/>
            </a:pPr>
            <a:r>
              <a:rPr lang="en-US" sz="1000">
                <a:solidFill>
                  <a:srgbClr val="1F2933"/>
                </a:solidFill>
                <a:effectLst/>
                <a:latin typeface="Consolas" panose="020B0609020204030204" pitchFamily="49" charset="0"/>
              </a:rPr>
              <a:t>  invoke_agent WeatherAgent</a:t>
            </a:r>
          </a:p>
          <a:p>
            <a:pPr algn="l">
              <a:buNone/>
            </a:pPr>
            <a:r>
              <a:rPr lang="en-US" sz="1000">
                <a:solidFill>
                  <a:srgbClr val="1F2933"/>
                </a:solidFill>
                <a:effectLst/>
                <a:latin typeface="Consolas" panose="020B0609020204030204" pitchFamily="49" charset="0"/>
              </a:rPr>
              <a:t>    chat &lt;model&gt;</a:t>
            </a:r>
          </a:p>
          <a:p>
            <a:pPr algn="l">
              <a:buNone/>
            </a:pPr>
            <a:r>
              <a:rPr lang="en-US" sz="1000">
                <a:solidFill>
                  <a:srgbClr val="1F2933"/>
                </a:solidFill>
                <a:effectLst/>
                <a:latin typeface="Consolas" panose="020B0609020204030204" pitchFamily="49" charset="0"/>
              </a:rPr>
              <a:t>    execute_tool get_weather</a:t>
            </a:r>
            <a:endParaRPr lang="en-US"/>
          </a:p>
        </p:txBody>
      </p:sp>
      <p:sp>
        <p:nvSpPr>
          <p:cNvPr id="823" name="Rectangle 822">
            <a:extLst>
              <a:ext uri="{FF2B5EF4-FFF2-40B4-BE49-F238E27FC236}">
                <a16:creationId xmlns:a16="http://schemas.microsoft.com/office/drawing/2014/main" id="{2FCFDC92-5E02-898E-637E-C90C726B30B3}"/>
              </a:ext>
            </a:extLst>
          </p:cNvPr>
          <p:cNvSpPr/>
          <p:nvPr/>
        </p:nvSpPr>
        <p:spPr>
          <a:xfrm>
            <a:off x="5303520" y="3520440"/>
            <a:ext cx="3383280" cy="868680"/>
          </a:xfrm>
          <a:prstGeom prst="rect">
            <a:avLst/>
          </a:prstGeom>
          <a:solidFill>
            <a:srgbClr val="FFFFFF"/>
          </a:solidFill>
          <a:ln w="9525">
            <a:solidFill>
              <a:srgbClr val="DCDAEE"/>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2" name="Rectangle 841">
            <a:extLst>
              <a:ext uri="{FF2B5EF4-FFF2-40B4-BE49-F238E27FC236}">
                <a16:creationId xmlns:a16="http://schemas.microsoft.com/office/drawing/2014/main" id="{4F6926A9-E83F-D2AC-C59C-24EEFB6BBC3E}"/>
              </a:ext>
            </a:extLst>
          </p:cNvPr>
          <p:cNvSpPr/>
          <p:nvPr/>
        </p:nvSpPr>
        <p:spPr>
          <a:xfrm>
            <a:off x="5394960" y="3611880"/>
            <a:ext cx="32004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900" b="1" spc="200">
                <a:solidFill>
                  <a:srgbClr val="5B52C4"/>
                </a:solidFill>
                <a:effectLst/>
                <a:latin typeface="Calibri" panose="020F0502020204030204" pitchFamily="34" charset="0"/>
              </a:rPr>
              <a:t>ATTRIBUTES</a:t>
            </a:r>
          </a:p>
          <a:p>
            <a:pPr algn="l">
              <a:buNone/>
            </a:pPr>
            <a:r>
              <a:rPr lang="en-US" sz="100">
                <a:effectLst/>
              </a:rPr>
              <a:t> </a:t>
            </a:r>
            <a:endParaRPr lang="en-US"/>
          </a:p>
        </p:txBody>
      </p:sp>
      <p:sp>
        <p:nvSpPr>
          <p:cNvPr id="862" name="Rectangle 861">
            <a:extLst>
              <a:ext uri="{FF2B5EF4-FFF2-40B4-BE49-F238E27FC236}">
                <a16:creationId xmlns:a16="http://schemas.microsoft.com/office/drawing/2014/main" id="{5F32063E-C7A4-3237-504A-28A2D5DFF75A}"/>
              </a:ext>
            </a:extLst>
          </p:cNvPr>
          <p:cNvSpPr/>
          <p:nvPr/>
        </p:nvSpPr>
        <p:spPr>
          <a:xfrm>
            <a:off x="5394960" y="3886200"/>
            <a:ext cx="3200400" cy="411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000">
                <a:solidFill>
                  <a:srgbClr val="1F2933"/>
                </a:solidFill>
                <a:effectLst/>
                <a:latin typeface="Consolas" panose="020B0609020204030204" pitchFamily="49" charset="0"/>
              </a:rPr>
              <a:t>agent=weather-agent  status=ok</a:t>
            </a:r>
          </a:p>
          <a:p>
            <a:pPr algn="l">
              <a:buNone/>
            </a:pPr>
            <a:r>
              <a:rPr lang="en-US" sz="1000">
                <a:solidFill>
                  <a:srgbClr val="1F2933"/>
                </a:solidFill>
                <a:effectLst/>
                <a:latin typeface="Consolas" panose="020B0609020204030204" pitchFamily="49" charset="0"/>
              </a:rPr>
              <a:t>tool=get_weather</a:t>
            </a:r>
            <a:endParaRPr lang="en-US"/>
          </a:p>
        </p:txBody>
      </p:sp>
      <p:sp>
        <p:nvSpPr>
          <p:cNvPr id="883" name="Rectangle 882">
            <a:extLst>
              <a:ext uri="{FF2B5EF4-FFF2-40B4-BE49-F238E27FC236}">
                <a16:creationId xmlns:a16="http://schemas.microsoft.com/office/drawing/2014/main" id="{19C098DD-6D4A-64CC-260D-1C45EBFEF445}"/>
              </a:ext>
            </a:extLst>
          </p:cNvPr>
          <p:cNvSpPr/>
          <p:nvPr/>
        </p:nvSpPr>
        <p:spPr>
          <a:xfrm>
            <a:off x="365760" y="4480560"/>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000" i="1">
                <a:solidFill>
                  <a:srgbClr val="52606D"/>
                </a:solidFill>
                <a:effectLst/>
                <a:latin typeface="Calibri" panose="020F0502020204030204" pitchFamily="34" charset="0"/>
              </a:rPr>
              <a:t>Because the custom span is current while the agent runs, the automatic spans join the same trace beneath it.</a:t>
            </a:r>
          </a:p>
          <a:p>
            <a:pPr algn="l">
              <a:buNone/>
            </a:pPr>
            <a:r>
              <a:rPr lang="en-US" sz="100">
                <a:effectLst/>
              </a:rPr>
              <a:t> </a:t>
            </a:r>
            <a:endParaRPr lang="en-US"/>
          </a:p>
        </p:txBody>
      </p:sp>
      <p:sp>
        <p:nvSpPr>
          <p:cNvPr id="905" name="Rectangle 904">
            <a:extLst>
              <a:ext uri="{FF2B5EF4-FFF2-40B4-BE49-F238E27FC236}">
                <a16:creationId xmlns:a16="http://schemas.microsoft.com/office/drawing/2014/main" id="{137300E5-C4DB-06DD-FC65-B5F97DF106E7}"/>
              </a:ext>
            </a:extLst>
          </p:cNvPr>
          <p:cNvSpPr/>
          <p:nvPr/>
        </p:nvSpPr>
        <p:spPr>
          <a:xfrm>
            <a:off x="365760" y="4823460"/>
            <a:ext cx="566928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900">
                <a:solidFill>
                  <a:srgbClr val="52606D"/>
                </a:solidFill>
                <a:effectLst/>
                <a:latin typeface="Calibri" panose="020F0502020204030204" pitchFamily="34" charset="0"/>
              </a:rPr>
              <a:t>Observability &amp; Tracing  ·  Microsoft Agent Framework</a:t>
            </a:r>
          </a:p>
          <a:p>
            <a:pPr algn="l">
              <a:buNone/>
            </a:pPr>
            <a:r>
              <a:rPr lang="en-US" sz="100">
                <a:effectLst/>
              </a:rPr>
              <a:t> </a:t>
            </a:r>
            <a:endParaRPr lang="en-US"/>
          </a:p>
        </p:txBody>
      </p:sp>
      <p:sp>
        <p:nvSpPr>
          <p:cNvPr id="928" name="Rectangle 927">
            <a:extLst>
              <a:ext uri="{FF2B5EF4-FFF2-40B4-BE49-F238E27FC236}">
                <a16:creationId xmlns:a16="http://schemas.microsoft.com/office/drawing/2014/main" id="{B89F23E3-B446-3764-BA9F-C6748B456AEA}"/>
              </a:ext>
            </a:extLst>
          </p:cNvPr>
          <p:cNvSpPr/>
          <p:nvPr/>
        </p:nvSpPr>
        <p:spPr>
          <a:xfrm>
            <a:off x="7955280" y="4823460"/>
            <a:ext cx="82296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buNone/>
            </a:pPr>
            <a:r>
              <a:rPr lang="en-US" sz="900">
                <a:solidFill>
                  <a:srgbClr val="52606D"/>
                </a:solidFill>
                <a:effectLst/>
                <a:latin typeface="Calibri" panose="020F0502020204030204" pitchFamily="34" charset="0"/>
              </a:rPr>
              <a:t>4 / 11</a:t>
            </a:r>
          </a:p>
          <a:p>
            <a:pPr algn="r">
              <a:buNone/>
            </a:pPr>
            <a:r>
              <a:rPr lang="en-US" sz="100">
                <a:effectLst/>
              </a:rPr>
              <a:t> </a:t>
            </a:r>
            <a:endParaRPr lang="en-US"/>
          </a:p>
        </p:txBody>
      </p:sp>
    </p:spTree>
    <p:extLst>
      <p:ext uri="{BB962C8B-B14F-4D97-AF65-F5344CB8AC3E}">
        <p14:creationId xmlns:p14="http://schemas.microsoft.com/office/powerpoint/2010/main" val="7522072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9" name="Rectangle 928">
            <a:extLst>
              <a:ext uri="{FF2B5EF4-FFF2-40B4-BE49-F238E27FC236}">
                <a16:creationId xmlns:a16="http://schemas.microsoft.com/office/drawing/2014/main" id="{5A556740-EE19-E65C-1778-8F4ADC867F7A}"/>
              </a:ext>
            </a:extLst>
          </p:cNvPr>
          <p:cNvSpPr/>
          <p:nvPr/>
        </p:nvSpPr>
        <p:spPr>
          <a:xfrm>
            <a:off x="365760" y="292608"/>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000" b="1" spc="400">
                <a:solidFill>
                  <a:srgbClr val="5B52C4"/>
                </a:solidFill>
                <a:effectLst/>
                <a:latin typeface="Calibri" panose="020F0502020204030204" pitchFamily="34" charset="0"/>
              </a:rPr>
              <a:t>FROM CODE TO BACKEND</a:t>
            </a:r>
          </a:p>
          <a:p>
            <a:pPr algn="l">
              <a:buNone/>
            </a:pPr>
            <a:r>
              <a:rPr lang="en-US" sz="100">
                <a:effectLst/>
              </a:rPr>
              <a:t> </a:t>
            </a:r>
            <a:endParaRPr lang="en-US"/>
          </a:p>
        </p:txBody>
      </p:sp>
      <p:sp>
        <p:nvSpPr>
          <p:cNvPr id="931" name="Rectangle 930">
            <a:extLst>
              <a:ext uri="{FF2B5EF4-FFF2-40B4-BE49-F238E27FC236}">
                <a16:creationId xmlns:a16="http://schemas.microsoft.com/office/drawing/2014/main" id="{967F5E2D-C098-108A-441B-FDE79649081B}"/>
              </a:ext>
            </a:extLst>
          </p:cNvPr>
          <p:cNvSpPr/>
          <p:nvPr/>
        </p:nvSpPr>
        <p:spPr>
          <a:xfrm>
            <a:off x="365760" y="566928"/>
            <a:ext cx="84124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2800" b="1">
                <a:solidFill>
                  <a:srgbClr val="1F2933"/>
                </a:solidFill>
                <a:effectLst/>
                <a:latin typeface="Calibri" panose="020F0502020204030204" pitchFamily="34" charset="0"/>
              </a:rPr>
              <a:t>How telemetry reaches Foundry</a:t>
            </a:r>
          </a:p>
          <a:p>
            <a:pPr algn="l">
              <a:buNone/>
            </a:pPr>
            <a:r>
              <a:rPr lang="en-US" sz="100">
                <a:effectLst/>
              </a:rPr>
              <a:t> </a:t>
            </a:r>
            <a:endParaRPr lang="en-US"/>
          </a:p>
        </p:txBody>
      </p:sp>
      <p:sp>
        <p:nvSpPr>
          <p:cNvPr id="934" name="Rectangle 933">
            <a:extLst>
              <a:ext uri="{FF2B5EF4-FFF2-40B4-BE49-F238E27FC236}">
                <a16:creationId xmlns:a16="http://schemas.microsoft.com/office/drawing/2014/main" id="{B10D32A6-7B06-D7EA-3CBC-509BA7D7DA9B}"/>
              </a:ext>
            </a:extLst>
          </p:cNvPr>
          <p:cNvSpPr/>
          <p:nvPr/>
        </p:nvSpPr>
        <p:spPr>
          <a:xfrm>
            <a:off x="457200" y="1225296"/>
            <a:ext cx="731520" cy="25400"/>
          </a:xfrm>
          <a:prstGeom prst="rect">
            <a:avLst/>
          </a:prstGeom>
          <a:solidFill>
            <a:srgbClr val="5B52C4"/>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8" name="Rectangle 937">
            <a:extLst>
              <a:ext uri="{FF2B5EF4-FFF2-40B4-BE49-F238E27FC236}">
                <a16:creationId xmlns:a16="http://schemas.microsoft.com/office/drawing/2014/main" id="{70AFC9DB-5464-3978-DC30-FD77804FA29C}"/>
              </a:ext>
            </a:extLst>
          </p:cNvPr>
          <p:cNvSpPr/>
          <p:nvPr/>
        </p:nvSpPr>
        <p:spPr>
          <a:xfrm>
            <a:off x="365760" y="1417320"/>
            <a:ext cx="8412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300">
                <a:solidFill>
                  <a:srgbClr val="52606D"/>
                </a:solidFill>
                <a:effectLst/>
                <a:latin typeface="Calibri" panose="020F0502020204030204" pitchFamily="34" charset="0"/>
              </a:rPr>
              <a:t>Instrumentation creates signals, conventions give them shared meaning, and an exporter sends them to a backend.</a:t>
            </a:r>
          </a:p>
          <a:p>
            <a:pPr algn="l">
              <a:buNone/>
            </a:pPr>
            <a:r>
              <a:rPr lang="en-US" sz="100">
                <a:effectLst/>
              </a:rPr>
              <a:t> </a:t>
            </a:r>
            <a:endParaRPr lang="en-US"/>
          </a:p>
        </p:txBody>
      </p:sp>
      <p:sp>
        <p:nvSpPr>
          <p:cNvPr id="943" name="Oval 942">
            <a:extLst>
              <a:ext uri="{FF2B5EF4-FFF2-40B4-BE49-F238E27FC236}">
                <a16:creationId xmlns:a16="http://schemas.microsoft.com/office/drawing/2014/main" id="{BC4D6502-1107-4A47-FA0D-B1B33DBACA1F}"/>
              </a:ext>
            </a:extLst>
          </p:cNvPr>
          <p:cNvSpPr/>
          <p:nvPr/>
        </p:nvSpPr>
        <p:spPr>
          <a:xfrm>
            <a:off x="457200" y="1965960"/>
            <a:ext cx="365760" cy="365760"/>
          </a:xfrm>
          <a:prstGeom prst="ellipse">
            <a:avLst/>
          </a:prstGeom>
          <a:solidFill>
            <a:srgbClr val="5B52C4"/>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None/>
            </a:pPr>
            <a:r>
              <a:rPr lang="en-US" sz="1100" b="1">
                <a:solidFill>
                  <a:srgbClr val="FFFFFF"/>
                </a:solidFill>
                <a:effectLst/>
                <a:latin typeface="Calibri" panose="020F0502020204030204" pitchFamily="34" charset="0"/>
              </a:rPr>
              <a:t>1</a:t>
            </a:r>
          </a:p>
          <a:p>
            <a:pPr algn="ctr">
              <a:buNone/>
            </a:pPr>
            <a:r>
              <a:rPr lang="en-US" sz="100">
                <a:effectLst/>
              </a:rPr>
              <a:t> </a:t>
            </a:r>
            <a:endParaRPr lang="en-US"/>
          </a:p>
        </p:txBody>
      </p:sp>
      <p:sp>
        <p:nvSpPr>
          <p:cNvPr id="949" name="Rectangle 948">
            <a:extLst>
              <a:ext uri="{FF2B5EF4-FFF2-40B4-BE49-F238E27FC236}">
                <a16:creationId xmlns:a16="http://schemas.microsoft.com/office/drawing/2014/main" id="{CA9D10DC-FBC2-252B-4066-ABF16F99439A}"/>
              </a:ext>
            </a:extLst>
          </p:cNvPr>
          <p:cNvSpPr/>
          <p:nvPr/>
        </p:nvSpPr>
        <p:spPr>
          <a:xfrm>
            <a:off x="868680" y="1965960"/>
            <a:ext cx="3840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600" b="1">
                <a:solidFill>
                  <a:srgbClr val="1F2933"/>
                </a:solidFill>
                <a:effectLst/>
                <a:latin typeface="Calibri" panose="020F0502020204030204" pitchFamily="34" charset="0"/>
              </a:rPr>
              <a:t>Instrument</a:t>
            </a:r>
          </a:p>
          <a:p>
            <a:pPr algn="l">
              <a:buNone/>
            </a:pPr>
            <a:r>
              <a:rPr lang="en-US" sz="100">
                <a:effectLst/>
              </a:rPr>
              <a:t> </a:t>
            </a:r>
            <a:endParaRPr lang="en-US"/>
          </a:p>
        </p:txBody>
      </p:sp>
      <p:sp>
        <p:nvSpPr>
          <p:cNvPr id="956" name="Rectangle 955">
            <a:extLst>
              <a:ext uri="{FF2B5EF4-FFF2-40B4-BE49-F238E27FC236}">
                <a16:creationId xmlns:a16="http://schemas.microsoft.com/office/drawing/2014/main" id="{5B15830D-CA06-E3E0-BB39-2AC95D7B0634}"/>
              </a:ext>
            </a:extLst>
          </p:cNvPr>
          <p:cNvSpPr/>
          <p:nvPr/>
        </p:nvSpPr>
        <p:spPr>
          <a:xfrm>
            <a:off x="868680" y="2286000"/>
            <a:ext cx="384048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52606D"/>
                </a:solidFill>
                <a:effectLst/>
                <a:latin typeface="Calibri" panose="020F0502020204030204" pitchFamily="34" charset="0"/>
              </a:rPr>
              <a:t>MAF and supported runtimes emit OpenTelemetry signals around recorded operations</a:t>
            </a:r>
          </a:p>
          <a:p>
            <a:pPr algn="l">
              <a:buNone/>
            </a:pPr>
            <a:r>
              <a:rPr lang="en-US" sz="100">
                <a:effectLst/>
              </a:rPr>
              <a:t> </a:t>
            </a:r>
            <a:endParaRPr lang="en-US"/>
          </a:p>
        </p:txBody>
      </p:sp>
      <p:sp>
        <p:nvSpPr>
          <p:cNvPr id="964" name="Oval 963">
            <a:extLst>
              <a:ext uri="{FF2B5EF4-FFF2-40B4-BE49-F238E27FC236}">
                <a16:creationId xmlns:a16="http://schemas.microsoft.com/office/drawing/2014/main" id="{EBA7B55B-6448-7959-B56B-E080BB05FCF2}"/>
              </a:ext>
            </a:extLst>
          </p:cNvPr>
          <p:cNvSpPr/>
          <p:nvPr/>
        </p:nvSpPr>
        <p:spPr>
          <a:xfrm>
            <a:off x="4663440" y="1965960"/>
            <a:ext cx="365760" cy="365760"/>
          </a:xfrm>
          <a:prstGeom prst="ellipse">
            <a:avLst/>
          </a:prstGeom>
          <a:solidFill>
            <a:srgbClr val="5B52C4"/>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None/>
            </a:pPr>
            <a:r>
              <a:rPr lang="en-US" sz="1100" b="1">
                <a:solidFill>
                  <a:srgbClr val="FFFFFF"/>
                </a:solidFill>
                <a:effectLst/>
                <a:latin typeface="Calibri" panose="020F0502020204030204" pitchFamily="34" charset="0"/>
              </a:rPr>
              <a:t>2</a:t>
            </a:r>
          </a:p>
          <a:p>
            <a:pPr algn="ctr">
              <a:buNone/>
            </a:pPr>
            <a:r>
              <a:rPr lang="en-US" sz="100">
                <a:effectLst/>
              </a:rPr>
              <a:t> </a:t>
            </a:r>
            <a:endParaRPr lang="en-US"/>
          </a:p>
        </p:txBody>
      </p:sp>
      <p:sp>
        <p:nvSpPr>
          <p:cNvPr id="973" name="Rectangle 972">
            <a:extLst>
              <a:ext uri="{FF2B5EF4-FFF2-40B4-BE49-F238E27FC236}">
                <a16:creationId xmlns:a16="http://schemas.microsoft.com/office/drawing/2014/main" id="{5E760F01-C3CB-CB12-1040-8D95FCA3225D}"/>
              </a:ext>
            </a:extLst>
          </p:cNvPr>
          <p:cNvSpPr/>
          <p:nvPr/>
        </p:nvSpPr>
        <p:spPr>
          <a:xfrm>
            <a:off x="5074920" y="1965960"/>
            <a:ext cx="3840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600" b="1">
                <a:solidFill>
                  <a:srgbClr val="1F2933"/>
                </a:solidFill>
                <a:effectLst/>
                <a:latin typeface="Calibri" panose="020F0502020204030204" pitchFamily="34" charset="0"/>
              </a:rPr>
              <a:t>Use conventions</a:t>
            </a:r>
          </a:p>
          <a:p>
            <a:pPr algn="l">
              <a:buNone/>
            </a:pPr>
            <a:r>
              <a:rPr lang="en-US" sz="100">
                <a:effectLst/>
              </a:rPr>
              <a:t> </a:t>
            </a:r>
            <a:endParaRPr lang="en-US"/>
          </a:p>
        </p:txBody>
      </p:sp>
      <p:sp>
        <p:nvSpPr>
          <p:cNvPr id="983" name="Rectangle 982">
            <a:extLst>
              <a:ext uri="{FF2B5EF4-FFF2-40B4-BE49-F238E27FC236}">
                <a16:creationId xmlns:a16="http://schemas.microsoft.com/office/drawing/2014/main" id="{6F8560A7-96DE-AC96-9382-A52BF2C64EC5}"/>
              </a:ext>
            </a:extLst>
          </p:cNvPr>
          <p:cNvSpPr/>
          <p:nvPr/>
        </p:nvSpPr>
        <p:spPr>
          <a:xfrm>
            <a:off x="5074920" y="2286000"/>
            <a:ext cx="384048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52606D"/>
                </a:solidFill>
                <a:effectLst/>
                <a:latin typeface="Calibri" panose="020F0502020204030204" pitchFamily="34" charset="0"/>
              </a:rPr>
              <a:t>Shared names aid interpretation, but names alone do not propagate trace context</a:t>
            </a:r>
          </a:p>
          <a:p>
            <a:pPr algn="l">
              <a:buNone/>
            </a:pPr>
            <a:r>
              <a:rPr lang="en-US" sz="100">
                <a:effectLst/>
              </a:rPr>
              <a:t> </a:t>
            </a:r>
            <a:endParaRPr lang="en-US"/>
          </a:p>
        </p:txBody>
      </p:sp>
      <p:sp>
        <p:nvSpPr>
          <p:cNvPr id="994" name="Oval 993">
            <a:extLst>
              <a:ext uri="{FF2B5EF4-FFF2-40B4-BE49-F238E27FC236}">
                <a16:creationId xmlns:a16="http://schemas.microsoft.com/office/drawing/2014/main" id="{BBFC1ECF-EB4D-31E3-83C4-77B81C41BFE3}"/>
              </a:ext>
            </a:extLst>
          </p:cNvPr>
          <p:cNvSpPr/>
          <p:nvPr/>
        </p:nvSpPr>
        <p:spPr>
          <a:xfrm>
            <a:off x="457200" y="3246120"/>
            <a:ext cx="365760" cy="365760"/>
          </a:xfrm>
          <a:prstGeom prst="ellipse">
            <a:avLst/>
          </a:prstGeom>
          <a:solidFill>
            <a:srgbClr val="5B52C4"/>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None/>
            </a:pPr>
            <a:r>
              <a:rPr lang="en-US" sz="1100" b="1">
                <a:solidFill>
                  <a:srgbClr val="FFFFFF"/>
                </a:solidFill>
                <a:effectLst/>
                <a:latin typeface="Calibri" panose="020F0502020204030204" pitchFamily="34" charset="0"/>
              </a:rPr>
              <a:t>3</a:t>
            </a:r>
          </a:p>
          <a:p>
            <a:pPr algn="ctr">
              <a:buNone/>
            </a:pPr>
            <a:r>
              <a:rPr lang="en-US" sz="100">
                <a:effectLst/>
              </a:rPr>
              <a:t> </a:t>
            </a:r>
            <a:endParaRPr lang="en-US"/>
          </a:p>
        </p:txBody>
      </p:sp>
      <p:sp>
        <p:nvSpPr>
          <p:cNvPr id="1006" name="Rectangle 1005">
            <a:extLst>
              <a:ext uri="{FF2B5EF4-FFF2-40B4-BE49-F238E27FC236}">
                <a16:creationId xmlns:a16="http://schemas.microsoft.com/office/drawing/2014/main" id="{C1123393-2E55-4BE6-8E0C-675AACAC1A21}"/>
              </a:ext>
            </a:extLst>
          </p:cNvPr>
          <p:cNvSpPr/>
          <p:nvPr/>
        </p:nvSpPr>
        <p:spPr>
          <a:xfrm>
            <a:off x="868680" y="3246120"/>
            <a:ext cx="3840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600" b="1">
                <a:solidFill>
                  <a:srgbClr val="1F2933"/>
                </a:solidFill>
                <a:effectLst/>
                <a:latin typeface="Calibri" panose="020F0502020204030204" pitchFamily="34" charset="0"/>
              </a:rPr>
              <a:t>Export</a:t>
            </a:r>
          </a:p>
          <a:p>
            <a:pPr algn="l">
              <a:buNone/>
            </a:pPr>
            <a:r>
              <a:rPr lang="en-US" sz="100">
                <a:effectLst/>
              </a:rPr>
              <a:t> </a:t>
            </a:r>
            <a:endParaRPr lang="en-US"/>
          </a:p>
        </p:txBody>
      </p:sp>
      <p:sp>
        <p:nvSpPr>
          <p:cNvPr id="1019" name="Rectangle 1018">
            <a:extLst>
              <a:ext uri="{FF2B5EF4-FFF2-40B4-BE49-F238E27FC236}">
                <a16:creationId xmlns:a16="http://schemas.microsoft.com/office/drawing/2014/main" id="{3311D2C8-B8A2-2C69-0540-CB5B46278B89}"/>
              </a:ext>
            </a:extLst>
          </p:cNvPr>
          <p:cNvSpPr/>
          <p:nvPr/>
        </p:nvSpPr>
        <p:spPr>
          <a:xfrm>
            <a:off x="868680" y="3566160"/>
            <a:ext cx="384048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52606D"/>
                </a:solidFill>
                <a:effectLst/>
                <a:latin typeface="Calibri" panose="020F0502020204030204" pitchFamily="34" charset="0"/>
              </a:rPr>
              <a:t>A configured exporter sends telemetry to the selected backend</a:t>
            </a:r>
          </a:p>
          <a:p>
            <a:pPr algn="l">
              <a:buNone/>
            </a:pPr>
            <a:r>
              <a:rPr lang="en-US" sz="100">
                <a:effectLst/>
              </a:rPr>
              <a:t> </a:t>
            </a:r>
            <a:endParaRPr lang="en-US"/>
          </a:p>
        </p:txBody>
      </p:sp>
      <p:sp>
        <p:nvSpPr>
          <p:cNvPr id="1033" name="Oval 1032">
            <a:extLst>
              <a:ext uri="{FF2B5EF4-FFF2-40B4-BE49-F238E27FC236}">
                <a16:creationId xmlns:a16="http://schemas.microsoft.com/office/drawing/2014/main" id="{4E9F490A-D5EC-1C75-C45A-DB8DC951BC94}"/>
              </a:ext>
            </a:extLst>
          </p:cNvPr>
          <p:cNvSpPr/>
          <p:nvPr/>
        </p:nvSpPr>
        <p:spPr>
          <a:xfrm>
            <a:off x="4663440" y="3246120"/>
            <a:ext cx="365760" cy="365760"/>
          </a:xfrm>
          <a:prstGeom prst="ellipse">
            <a:avLst/>
          </a:prstGeom>
          <a:solidFill>
            <a:srgbClr val="5B52C4"/>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None/>
            </a:pPr>
            <a:r>
              <a:rPr lang="en-US" sz="1100" b="1">
                <a:solidFill>
                  <a:srgbClr val="FFFFFF"/>
                </a:solidFill>
                <a:effectLst/>
                <a:latin typeface="Calibri" panose="020F0502020204030204" pitchFamily="34" charset="0"/>
              </a:rPr>
              <a:t>4</a:t>
            </a:r>
          </a:p>
          <a:p>
            <a:pPr algn="ctr">
              <a:buNone/>
            </a:pPr>
            <a:r>
              <a:rPr lang="en-US" sz="100">
                <a:effectLst/>
              </a:rPr>
              <a:t> </a:t>
            </a:r>
            <a:endParaRPr lang="en-US"/>
          </a:p>
        </p:txBody>
      </p:sp>
      <p:sp>
        <p:nvSpPr>
          <p:cNvPr id="1048" name="Rectangle 1047">
            <a:extLst>
              <a:ext uri="{FF2B5EF4-FFF2-40B4-BE49-F238E27FC236}">
                <a16:creationId xmlns:a16="http://schemas.microsoft.com/office/drawing/2014/main" id="{902D200D-D461-68BA-0114-0FCFEA74D4CC}"/>
              </a:ext>
            </a:extLst>
          </p:cNvPr>
          <p:cNvSpPr/>
          <p:nvPr/>
        </p:nvSpPr>
        <p:spPr>
          <a:xfrm>
            <a:off x="5074920" y="3246120"/>
            <a:ext cx="3840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600" b="1">
                <a:solidFill>
                  <a:srgbClr val="1F2933"/>
                </a:solidFill>
                <a:effectLst/>
                <a:latin typeface="Calibri" panose="020F0502020204030204" pitchFamily="34" charset="0"/>
              </a:rPr>
              <a:t>Inspect</a:t>
            </a:r>
          </a:p>
          <a:p>
            <a:pPr algn="l">
              <a:buNone/>
            </a:pPr>
            <a:r>
              <a:rPr lang="en-US" sz="100">
                <a:effectLst/>
              </a:rPr>
              <a:t> </a:t>
            </a:r>
            <a:endParaRPr lang="en-US"/>
          </a:p>
        </p:txBody>
      </p:sp>
      <p:sp>
        <p:nvSpPr>
          <p:cNvPr id="1064" name="Rectangle 1063">
            <a:extLst>
              <a:ext uri="{FF2B5EF4-FFF2-40B4-BE49-F238E27FC236}">
                <a16:creationId xmlns:a16="http://schemas.microsoft.com/office/drawing/2014/main" id="{063377EB-A136-6690-A820-DFD03F93BD1F}"/>
              </a:ext>
            </a:extLst>
          </p:cNvPr>
          <p:cNvSpPr/>
          <p:nvPr/>
        </p:nvSpPr>
        <p:spPr>
          <a:xfrm>
            <a:off x="5074920" y="3566160"/>
            <a:ext cx="384048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52606D"/>
                </a:solidFill>
                <a:effectLst/>
                <a:latin typeface="Calibri" panose="020F0502020204030204" pitchFamily="34" charset="0"/>
              </a:rPr>
              <a:t>Foundry and Application Insights expose connected trace data; client and server coverage differ</a:t>
            </a:r>
          </a:p>
          <a:p>
            <a:pPr algn="l">
              <a:buNone/>
            </a:pPr>
            <a:r>
              <a:rPr lang="en-US" sz="100">
                <a:effectLst/>
              </a:rPr>
              <a:t> </a:t>
            </a:r>
            <a:endParaRPr lang="en-US"/>
          </a:p>
        </p:txBody>
      </p:sp>
      <p:sp>
        <p:nvSpPr>
          <p:cNvPr id="1081" name="Rectangle 1080">
            <a:extLst>
              <a:ext uri="{FF2B5EF4-FFF2-40B4-BE49-F238E27FC236}">
                <a16:creationId xmlns:a16="http://schemas.microsoft.com/office/drawing/2014/main" id="{0EB61ED3-8338-A8C3-3FBD-6A217CC4726C}"/>
              </a:ext>
            </a:extLst>
          </p:cNvPr>
          <p:cNvSpPr/>
          <p:nvPr/>
        </p:nvSpPr>
        <p:spPr>
          <a:xfrm>
            <a:off x="365760" y="4480560"/>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000" i="1">
                <a:solidFill>
                  <a:srgbClr val="52606D"/>
                </a:solidFill>
                <a:effectLst/>
                <a:latin typeface="Calibri" panose="020F0502020204030204" pitchFamily="34" charset="0"/>
              </a:rPr>
              <a:t>Foundry tracing is GA for prompt and hosted agents; workflow and external-agent tracing is preview.</a:t>
            </a:r>
          </a:p>
          <a:p>
            <a:pPr algn="l">
              <a:buNone/>
            </a:pPr>
            <a:r>
              <a:rPr lang="en-US" sz="100">
                <a:effectLst/>
              </a:rPr>
              <a:t> </a:t>
            </a:r>
            <a:endParaRPr lang="en-US"/>
          </a:p>
        </p:txBody>
      </p:sp>
      <p:sp>
        <p:nvSpPr>
          <p:cNvPr id="1099" name="Rectangle 1098">
            <a:extLst>
              <a:ext uri="{FF2B5EF4-FFF2-40B4-BE49-F238E27FC236}">
                <a16:creationId xmlns:a16="http://schemas.microsoft.com/office/drawing/2014/main" id="{6E3CEE93-9068-9F69-17A4-D9CDCFFE2217}"/>
              </a:ext>
            </a:extLst>
          </p:cNvPr>
          <p:cNvSpPr/>
          <p:nvPr/>
        </p:nvSpPr>
        <p:spPr>
          <a:xfrm>
            <a:off x="365760" y="4823460"/>
            <a:ext cx="566928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900">
                <a:solidFill>
                  <a:srgbClr val="52606D"/>
                </a:solidFill>
                <a:effectLst/>
                <a:latin typeface="Calibri" panose="020F0502020204030204" pitchFamily="34" charset="0"/>
              </a:rPr>
              <a:t>Observability &amp; Tracing  ·  Microsoft Agent Framework</a:t>
            </a:r>
          </a:p>
          <a:p>
            <a:pPr algn="l">
              <a:buNone/>
            </a:pPr>
            <a:r>
              <a:rPr lang="en-US" sz="100">
                <a:effectLst/>
              </a:rPr>
              <a:t> </a:t>
            </a:r>
            <a:endParaRPr lang="en-US"/>
          </a:p>
        </p:txBody>
      </p:sp>
      <p:sp>
        <p:nvSpPr>
          <p:cNvPr id="1118" name="Rectangle 1117">
            <a:extLst>
              <a:ext uri="{FF2B5EF4-FFF2-40B4-BE49-F238E27FC236}">
                <a16:creationId xmlns:a16="http://schemas.microsoft.com/office/drawing/2014/main" id="{F09E7E68-8C8A-6851-8CF1-F939BD3ACF3C}"/>
              </a:ext>
            </a:extLst>
          </p:cNvPr>
          <p:cNvSpPr/>
          <p:nvPr/>
        </p:nvSpPr>
        <p:spPr>
          <a:xfrm>
            <a:off x="7955280" y="4823460"/>
            <a:ext cx="82296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buNone/>
            </a:pPr>
            <a:r>
              <a:rPr lang="en-US" sz="900">
                <a:solidFill>
                  <a:srgbClr val="52606D"/>
                </a:solidFill>
                <a:effectLst/>
                <a:latin typeface="Calibri" panose="020F0502020204030204" pitchFamily="34" charset="0"/>
              </a:rPr>
              <a:t>5 / 11</a:t>
            </a:r>
          </a:p>
          <a:p>
            <a:pPr algn="r">
              <a:buNone/>
            </a:pPr>
            <a:r>
              <a:rPr lang="en-US" sz="100">
                <a:effectLst/>
              </a:rPr>
              <a:t> </a:t>
            </a:r>
            <a:endParaRPr lang="en-US"/>
          </a:p>
        </p:txBody>
      </p:sp>
    </p:spTree>
    <p:extLst>
      <p:ext uri="{BB962C8B-B14F-4D97-AF65-F5344CB8AC3E}">
        <p14:creationId xmlns:p14="http://schemas.microsoft.com/office/powerpoint/2010/main" val="16356992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9" name="Rectangle 1118">
            <a:extLst>
              <a:ext uri="{FF2B5EF4-FFF2-40B4-BE49-F238E27FC236}">
                <a16:creationId xmlns:a16="http://schemas.microsoft.com/office/drawing/2014/main" id="{B8D59CB9-145F-E6BB-DBF1-9B373F21E353}"/>
              </a:ext>
            </a:extLst>
          </p:cNvPr>
          <p:cNvSpPr/>
          <p:nvPr/>
        </p:nvSpPr>
        <p:spPr>
          <a:xfrm>
            <a:off x="365760" y="292608"/>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000" b="1" spc="400">
                <a:solidFill>
                  <a:srgbClr val="5B52C4"/>
                </a:solidFill>
                <a:effectLst/>
                <a:latin typeface="Calibri" panose="020F0502020204030204" pitchFamily="34" charset="0"/>
              </a:rPr>
              <a:t>TWO COMPLEMENTARY SOURCES</a:t>
            </a:r>
          </a:p>
          <a:p>
            <a:pPr algn="l">
              <a:buNone/>
            </a:pPr>
            <a:r>
              <a:rPr lang="en-US" sz="100">
                <a:effectLst/>
              </a:rPr>
              <a:t> </a:t>
            </a:r>
            <a:endParaRPr lang="en-US"/>
          </a:p>
        </p:txBody>
      </p:sp>
      <p:sp>
        <p:nvSpPr>
          <p:cNvPr id="1121" name="Rectangle 1120">
            <a:extLst>
              <a:ext uri="{FF2B5EF4-FFF2-40B4-BE49-F238E27FC236}">
                <a16:creationId xmlns:a16="http://schemas.microsoft.com/office/drawing/2014/main" id="{464D184C-97BB-E2FD-DE86-5CC92B13AEA1}"/>
              </a:ext>
            </a:extLst>
          </p:cNvPr>
          <p:cNvSpPr/>
          <p:nvPr/>
        </p:nvSpPr>
        <p:spPr>
          <a:xfrm>
            <a:off x="365760" y="566928"/>
            <a:ext cx="84124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2800" b="1">
                <a:solidFill>
                  <a:srgbClr val="1F2933"/>
                </a:solidFill>
                <a:effectLst/>
                <a:latin typeface="Calibri" panose="020F0502020204030204" pitchFamily="34" charset="0"/>
              </a:rPr>
              <a:t>Server-side and client-side traces</a:t>
            </a:r>
          </a:p>
          <a:p>
            <a:pPr algn="l">
              <a:buNone/>
            </a:pPr>
            <a:r>
              <a:rPr lang="en-US" sz="100">
                <a:effectLst/>
              </a:rPr>
              <a:t> </a:t>
            </a:r>
            <a:endParaRPr lang="en-US"/>
          </a:p>
        </p:txBody>
      </p:sp>
      <p:sp>
        <p:nvSpPr>
          <p:cNvPr id="1124" name="Rectangle 1123">
            <a:extLst>
              <a:ext uri="{FF2B5EF4-FFF2-40B4-BE49-F238E27FC236}">
                <a16:creationId xmlns:a16="http://schemas.microsoft.com/office/drawing/2014/main" id="{4C332305-A31A-1418-A685-22FA5FEA74FA}"/>
              </a:ext>
            </a:extLst>
          </p:cNvPr>
          <p:cNvSpPr/>
          <p:nvPr/>
        </p:nvSpPr>
        <p:spPr>
          <a:xfrm>
            <a:off x="457200" y="1225296"/>
            <a:ext cx="731520" cy="25400"/>
          </a:xfrm>
          <a:prstGeom prst="rect">
            <a:avLst/>
          </a:prstGeom>
          <a:solidFill>
            <a:srgbClr val="5B52C4"/>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8" name="Rectangle 1127">
            <a:extLst>
              <a:ext uri="{FF2B5EF4-FFF2-40B4-BE49-F238E27FC236}">
                <a16:creationId xmlns:a16="http://schemas.microsoft.com/office/drawing/2014/main" id="{1FCD1708-2C0B-4BEB-B20B-5AC175DF0FCA}"/>
              </a:ext>
            </a:extLst>
          </p:cNvPr>
          <p:cNvSpPr/>
          <p:nvPr/>
        </p:nvSpPr>
        <p:spPr>
          <a:xfrm>
            <a:off x="365760" y="1417320"/>
            <a:ext cx="8412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300">
                <a:solidFill>
                  <a:srgbClr val="52606D"/>
                </a:solidFill>
                <a:effectLst/>
                <a:latin typeface="Calibri" panose="020F0502020204030204" pitchFamily="34" charset="0"/>
              </a:rPr>
              <a:t>Start with the server-side trace, then add client-side instrumentation when you need the application logic around the call.</a:t>
            </a:r>
          </a:p>
          <a:p>
            <a:pPr algn="l">
              <a:buNone/>
            </a:pPr>
            <a:r>
              <a:rPr lang="en-US" sz="100">
                <a:effectLst/>
              </a:rPr>
              <a:t> </a:t>
            </a:r>
            <a:endParaRPr lang="en-US"/>
          </a:p>
        </p:txBody>
      </p:sp>
      <p:sp>
        <p:nvSpPr>
          <p:cNvPr id="1133" name="Rectangle 1132">
            <a:extLst>
              <a:ext uri="{FF2B5EF4-FFF2-40B4-BE49-F238E27FC236}">
                <a16:creationId xmlns:a16="http://schemas.microsoft.com/office/drawing/2014/main" id="{E8B55669-0E97-6D5B-5301-DF77A1D72A40}"/>
              </a:ext>
            </a:extLst>
          </p:cNvPr>
          <p:cNvSpPr/>
          <p:nvPr/>
        </p:nvSpPr>
        <p:spPr>
          <a:xfrm>
            <a:off x="457200" y="1965960"/>
            <a:ext cx="3977640" cy="2423160"/>
          </a:xfrm>
          <a:prstGeom prst="rect">
            <a:avLst/>
          </a:prstGeom>
          <a:solidFill>
            <a:srgbClr val="FFFFFF"/>
          </a:solidFill>
          <a:ln w="9525">
            <a:solidFill>
              <a:srgbClr val="DCDAEE"/>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9" name="Rectangle 1138">
            <a:extLst>
              <a:ext uri="{FF2B5EF4-FFF2-40B4-BE49-F238E27FC236}">
                <a16:creationId xmlns:a16="http://schemas.microsoft.com/office/drawing/2014/main" id="{E4827988-D0B3-4AC8-C78A-518231A1730D}"/>
              </a:ext>
            </a:extLst>
          </p:cNvPr>
          <p:cNvSpPr/>
          <p:nvPr/>
        </p:nvSpPr>
        <p:spPr>
          <a:xfrm>
            <a:off x="594360" y="2606040"/>
            <a:ext cx="374904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900" b="1" spc="200">
                <a:solidFill>
                  <a:srgbClr val="5B52C4"/>
                </a:solidFill>
                <a:effectLst/>
                <a:latin typeface="Calibri" panose="020F0502020204030204" pitchFamily="34" charset="0"/>
              </a:rPr>
              <a:t>SERVER-SIDE  ·  START HERE</a:t>
            </a:r>
          </a:p>
          <a:p>
            <a:pPr algn="l">
              <a:buNone/>
            </a:pPr>
            <a:r>
              <a:rPr lang="en-US" sz="100">
                <a:effectLst/>
              </a:rPr>
              <a:t> </a:t>
            </a:r>
            <a:endParaRPr lang="en-US"/>
          </a:p>
        </p:txBody>
      </p:sp>
      <p:sp>
        <p:nvSpPr>
          <p:cNvPr id="1146" name="Rectangle 1145">
            <a:extLst>
              <a:ext uri="{FF2B5EF4-FFF2-40B4-BE49-F238E27FC236}">
                <a16:creationId xmlns:a16="http://schemas.microsoft.com/office/drawing/2014/main" id="{CC867B78-01E1-ED4B-4235-ADE96D56A544}"/>
              </a:ext>
            </a:extLst>
          </p:cNvPr>
          <p:cNvSpPr/>
          <p:nvPr/>
        </p:nvSpPr>
        <p:spPr>
          <a:xfrm>
            <a:off x="685800" y="2926080"/>
            <a:ext cx="3566160" cy="9525"/>
          </a:xfrm>
          <a:prstGeom prst="rect">
            <a:avLst/>
          </a:prstGeom>
          <a:solidFill>
            <a:srgbClr val="DCDAE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4" name="Rectangle 1153">
            <a:extLst>
              <a:ext uri="{FF2B5EF4-FFF2-40B4-BE49-F238E27FC236}">
                <a16:creationId xmlns:a16="http://schemas.microsoft.com/office/drawing/2014/main" id="{6424DD27-22CE-47D5-997F-03AB763BB59E}"/>
              </a:ext>
            </a:extLst>
          </p:cNvPr>
          <p:cNvSpPr/>
          <p:nvPr/>
        </p:nvSpPr>
        <p:spPr>
          <a:xfrm>
            <a:off x="594360" y="3017520"/>
            <a:ext cx="374904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1F2933"/>
                </a:solidFill>
                <a:effectLst/>
                <a:latin typeface="Calibri" panose="020F0502020204030204" pitchFamily="34" charset="0"/>
              </a:rPr>
              <a:t>Foundry enables tracing once Application Insights is connected to the project</a:t>
            </a:r>
          </a:p>
          <a:p>
            <a:pPr algn="l">
              <a:buNone/>
            </a:pPr>
            <a:r>
              <a:rPr lang="en-US" sz="100">
                <a:effectLst/>
              </a:rPr>
              <a:t> </a:t>
            </a:r>
            <a:endParaRPr lang="en-US"/>
          </a:p>
        </p:txBody>
      </p:sp>
      <p:sp>
        <p:nvSpPr>
          <p:cNvPr id="1163" name="Rectangle 1162">
            <a:extLst>
              <a:ext uri="{FF2B5EF4-FFF2-40B4-BE49-F238E27FC236}">
                <a16:creationId xmlns:a16="http://schemas.microsoft.com/office/drawing/2014/main" id="{0B799BB2-F807-37CC-E917-10937B5518D8}"/>
              </a:ext>
            </a:extLst>
          </p:cNvPr>
          <p:cNvSpPr/>
          <p:nvPr/>
        </p:nvSpPr>
        <p:spPr>
          <a:xfrm>
            <a:off x="594360" y="3474720"/>
            <a:ext cx="374904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1F2933"/>
                </a:solidFill>
                <a:effectLst/>
                <a:latin typeface="Calibri" panose="020F0502020204030204" pitchFamily="34" charset="0"/>
              </a:rPr>
              <a:t>No application code changes for supported agents hosted in Foundry</a:t>
            </a:r>
          </a:p>
          <a:p>
            <a:pPr algn="l">
              <a:buNone/>
            </a:pPr>
            <a:r>
              <a:rPr lang="en-US" sz="100">
                <a:effectLst/>
              </a:rPr>
              <a:t> </a:t>
            </a:r>
            <a:endParaRPr lang="en-US"/>
          </a:p>
        </p:txBody>
      </p:sp>
      <p:sp>
        <p:nvSpPr>
          <p:cNvPr id="1173" name="Rectangle 1172">
            <a:extLst>
              <a:ext uri="{FF2B5EF4-FFF2-40B4-BE49-F238E27FC236}">
                <a16:creationId xmlns:a16="http://schemas.microsoft.com/office/drawing/2014/main" id="{2E72382E-2E1E-F049-222C-97FB0438238C}"/>
              </a:ext>
            </a:extLst>
          </p:cNvPr>
          <p:cNvSpPr/>
          <p:nvPr/>
        </p:nvSpPr>
        <p:spPr>
          <a:xfrm>
            <a:off x="594360" y="3931920"/>
            <a:ext cx="3749040" cy="411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1F2933"/>
                </a:solidFill>
                <a:effectLst/>
                <a:latin typeface="Calibri" panose="020F0502020204030204" pitchFamily="34" charset="0"/>
              </a:rPr>
              <a:t>Inspect activity inside the Foundry-hosted boundary</a:t>
            </a:r>
          </a:p>
          <a:p>
            <a:pPr algn="l">
              <a:buNone/>
            </a:pPr>
            <a:r>
              <a:rPr lang="en-US" sz="100">
                <a:effectLst/>
              </a:rPr>
              <a:t> </a:t>
            </a:r>
            <a:endParaRPr lang="en-US"/>
          </a:p>
        </p:txBody>
      </p:sp>
      <p:sp>
        <p:nvSpPr>
          <p:cNvPr id="1184" name="Rectangle 1183">
            <a:extLst>
              <a:ext uri="{FF2B5EF4-FFF2-40B4-BE49-F238E27FC236}">
                <a16:creationId xmlns:a16="http://schemas.microsoft.com/office/drawing/2014/main" id="{67C131CE-5E30-34F6-EEE4-4C11AC4E34D3}"/>
              </a:ext>
            </a:extLst>
          </p:cNvPr>
          <p:cNvSpPr/>
          <p:nvPr/>
        </p:nvSpPr>
        <p:spPr>
          <a:xfrm>
            <a:off x="4709160" y="1965960"/>
            <a:ext cx="3977640" cy="2423160"/>
          </a:xfrm>
          <a:prstGeom prst="rect">
            <a:avLst/>
          </a:prstGeom>
          <a:solidFill>
            <a:srgbClr val="FFFFFF"/>
          </a:solidFill>
          <a:ln w="9525">
            <a:solidFill>
              <a:srgbClr val="DCDAEE"/>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6" name="Rectangle 1195">
            <a:extLst>
              <a:ext uri="{FF2B5EF4-FFF2-40B4-BE49-F238E27FC236}">
                <a16:creationId xmlns:a16="http://schemas.microsoft.com/office/drawing/2014/main" id="{046E5EAB-F0B1-6DDA-C136-96F912E5474C}"/>
              </a:ext>
            </a:extLst>
          </p:cNvPr>
          <p:cNvSpPr/>
          <p:nvPr/>
        </p:nvSpPr>
        <p:spPr>
          <a:xfrm>
            <a:off x="4846320" y="2606040"/>
            <a:ext cx="374904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900" b="1" spc="200">
                <a:solidFill>
                  <a:srgbClr val="5B52C4"/>
                </a:solidFill>
                <a:effectLst/>
                <a:latin typeface="Calibri" panose="020F0502020204030204" pitchFamily="34" charset="0"/>
              </a:rPr>
              <a:t>CLIENT-SIDE  ·  EXTEND THE VIEW</a:t>
            </a:r>
          </a:p>
          <a:p>
            <a:pPr algn="l">
              <a:buNone/>
            </a:pPr>
            <a:r>
              <a:rPr lang="en-US" sz="100">
                <a:effectLst/>
              </a:rPr>
              <a:t> </a:t>
            </a:r>
            <a:endParaRPr lang="en-US"/>
          </a:p>
        </p:txBody>
      </p:sp>
      <p:sp>
        <p:nvSpPr>
          <p:cNvPr id="1209" name="Rectangle 1208">
            <a:extLst>
              <a:ext uri="{FF2B5EF4-FFF2-40B4-BE49-F238E27FC236}">
                <a16:creationId xmlns:a16="http://schemas.microsoft.com/office/drawing/2014/main" id="{80DB0D1B-9E68-C504-996D-F8DE019AD7C4}"/>
              </a:ext>
            </a:extLst>
          </p:cNvPr>
          <p:cNvSpPr/>
          <p:nvPr/>
        </p:nvSpPr>
        <p:spPr>
          <a:xfrm>
            <a:off x="4937760" y="2926080"/>
            <a:ext cx="3566160" cy="9525"/>
          </a:xfrm>
          <a:prstGeom prst="rect">
            <a:avLst/>
          </a:prstGeom>
          <a:solidFill>
            <a:srgbClr val="DCDAE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3" name="Rectangle 1222">
            <a:extLst>
              <a:ext uri="{FF2B5EF4-FFF2-40B4-BE49-F238E27FC236}">
                <a16:creationId xmlns:a16="http://schemas.microsoft.com/office/drawing/2014/main" id="{38FB05B8-DD7E-3317-FF50-7CFE40AECEC3}"/>
              </a:ext>
            </a:extLst>
          </p:cNvPr>
          <p:cNvSpPr/>
          <p:nvPr/>
        </p:nvSpPr>
        <p:spPr>
          <a:xfrm>
            <a:off x="4846320" y="3017520"/>
            <a:ext cx="3749040" cy="411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1F2933"/>
                </a:solidFill>
                <a:effectLst/>
                <a:latin typeface="Calibri" panose="020F0502020204030204" pitchFamily="34" charset="0"/>
              </a:rPr>
              <a:t>Instrument application-owned logic around the agent call</a:t>
            </a:r>
          </a:p>
          <a:p>
            <a:pPr algn="l">
              <a:buNone/>
            </a:pPr>
            <a:r>
              <a:rPr lang="en-US" sz="100">
                <a:effectLst/>
              </a:rPr>
              <a:t> </a:t>
            </a:r>
            <a:endParaRPr lang="en-US"/>
          </a:p>
        </p:txBody>
      </p:sp>
      <p:sp>
        <p:nvSpPr>
          <p:cNvPr id="1238" name="Rectangle 1237">
            <a:extLst>
              <a:ext uri="{FF2B5EF4-FFF2-40B4-BE49-F238E27FC236}">
                <a16:creationId xmlns:a16="http://schemas.microsoft.com/office/drawing/2014/main" id="{6F52EEB0-75B5-75CD-B262-114FA51C569F}"/>
              </a:ext>
            </a:extLst>
          </p:cNvPr>
          <p:cNvSpPr/>
          <p:nvPr/>
        </p:nvSpPr>
        <p:spPr>
          <a:xfrm>
            <a:off x="4846320" y="3474720"/>
            <a:ext cx="3749040" cy="411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1F2933"/>
                </a:solidFill>
                <a:effectLst/>
                <a:latin typeface="Calibri" panose="020F0502020204030204" pitchFamily="34" charset="0"/>
              </a:rPr>
              <a:t>Use the Foundry SDK and OpenTelemetry tracing packages</a:t>
            </a:r>
          </a:p>
          <a:p>
            <a:pPr algn="l">
              <a:buNone/>
            </a:pPr>
            <a:r>
              <a:rPr lang="en-US" sz="100">
                <a:effectLst/>
              </a:rPr>
              <a:t> </a:t>
            </a:r>
            <a:endParaRPr lang="en-US"/>
          </a:p>
        </p:txBody>
      </p:sp>
      <p:sp>
        <p:nvSpPr>
          <p:cNvPr id="1254" name="Rectangle 1253">
            <a:extLst>
              <a:ext uri="{FF2B5EF4-FFF2-40B4-BE49-F238E27FC236}">
                <a16:creationId xmlns:a16="http://schemas.microsoft.com/office/drawing/2014/main" id="{0A070C2A-E4AD-A9E0-5416-978AC84EFE81}"/>
              </a:ext>
            </a:extLst>
          </p:cNvPr>
          <p:cNvSpPr/>
          <p:nvPr/>
        </p:nvSpPr>
        <p:spPr>
          <a:xfrm>
            <a:off x="4846320" y="3931920"/>
            <a:ext cx="3749040" cy="411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1F2933"/>
                </a:solidFill>
                <a:effectLst/>
                <a:latin typeface="Calibri" panose="020F0502020204030204" pitchFamily="34" charset="0"/>
              </a:rPr>
              <a:t>Export the trace to Azure Monitor or the console</a:t>
            </a:r>
          </a:p>
          <a:p>
            <a:pPr algn="l">
              <a:buNone/>
            </a:pPr>
            <a:r>
              <a:rPr lang="en-US" sz="100">
                <a:effectLst/>
              </a:rPr>
              <a:t> </a:t>
            </a:r>
            <a:endParaRPr lang="en-US"/>
          </a:p>
        </p:txBody>
      </p:sp>
      <p:sp>
        <p:nvSpPr>
          <p:cNvPr id="1271" name="Rectangle 1270">
            <a:extLst>
              <a:ext uri="{FF2B5EF4-FFF2-40B4-BE49-F238E27FC236}">
                <a16:creationId xmlns:a16="http://schemas.microsoft.com/office/drawing/2014/main" id="{37148BF1-E27E-B0F6-9611-DAE11C20523B}"/>
              </a:ext>
            </a:extLst>
          </p:cNvPr>
          <p:cNvSpPr/>
          <p:nvPr/>
        </p:nvSpPr>
        <p:spPr>
          <a:xfrm>
            <a:off x="365760" y="4480560"/>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000" i="1">
                <a:solidFill>
                  <a:srgbClr val="52606D"/>
                </a:solidFill>
                <a:effectLst/>
                <a:latin typeface="Calibri" panose="020F0502020204030204" pitchFamily="34" charset="0"/>
              </a:rPr>
              <a:t>REFERENCE  learn.microsoft.com/azure/foundry/observability/how-to/trace-agent-setup</a:t>
            </a:r>
          </a:p>
          <a:p>
            <a:pPr algn="l">
              <a:buNone/>
            </a:pPr>
            <a:r>
              <a:rPr lang="en-US" sz="100">
                <a:effectLst/>
              </a:rPr>
              <a:t> </a:t>
            </a:r>
            <a:endParaRPr lang="en-US"/>
          </a:p>
        </p:txBody>
      </p:sp>
      <p:sp>
        <p:nvSpPr>
          <p:cNvPr id="1289" name="Rectangle 1288">
            <a:extLst>
              <a:ext uri="{FF2B5EF4-FFF2-40B4-BE49-F238E27FC236}">
                <a16:creationId xmlns:a16="http://schemas.microsoft.com/office/drawing/2014/main" id="{DCC2EBB0-6D87-7793-3B1D-B8FDB8413E5A}"/>
              </a:ext>
            </a:extLst>
          </p:cNvPr>
          <p:cNvSpPr/>
          <p:nvPr/>
        </p:nvSpPr>
        <p:spPr>
          <a:xfrm>
            <a:off x="365760" y="4823460"/>
            <a:ext cx="566928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900">
                <a:solidFill>
                  <a:srgbClr val="52606D"/>
                </a:solidFill>
                <a:effectLst/>
                <a:latin typeface="Calibri" panose="020F0502020204030204" pitchFamily="34" charset="0"/>
              </a:rPr>
              <a:t>Observability &amp; Tracing  ·  Microsoft Agent Framework</a:t>
            </a:r>
          </a:p>
          <a:p>
            <a:pPr algn="l">
              <a:buNone/>
            </a:pPr>
            <a:r>
              <a:rPr lang="en-US" sz="100">
                <a:effectLst/>
              </a:rPr>
              <a:t> </a:t>
            </a:r>
            <a:endParaRPr lang="en-US"/>
          </a:p>
        </p:txBody>
      </p:sp>
      <p:sp>
        <p:nvSpPr>
          <p:cNvPr id="1308" name="Rectangle 1307">
            <a:extLst>
              <a:ext uri="{FF2B5EF4-FFF2-40B4-BE49-F238E27FC236}">
                <a16:creationId xmlns:a16="http://schemas.microsoft.com/office/drawing/2014/main" id="{0083B309-585F-5EF5-A4BC-14210ED7B16A}"/>
              </a:ext>
            </a:extLst>
          </p:cNvPr>
          <p:cNvSpPr/>
          <p:nvPr/>
        </p:nvSpPr>
        <p:spPr>
          <a:xfrm>
            <a:off x="7955280" y="4823460"/>
            <a:ext cx="82296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buNone/>
            </a:pPr>
            <a:r>
              <a:rPr lang="en-US" sz="900">
                <a:solidFill>
                  <a:srgbClr val="52606D"/>
                </a:solidFill>
                <a:effectLst/>
                <a:latin typeface="Calibri" panose="020F0502020204030204" pitchFamily="34" charset="0"/>
              </a:rPr>
              <a:t>6 / 11</a:t>
            </a:r>
          </a:p>
          <a:p>
            <a:pPr algn="r">
              <a:buNone/>
            </a:pPr>
            <a:r>
              <a:rPr lang="en-US" sz="100">
                <a:effectLst/>
              </a:rPr>
              <a:t> </a:t>
            </a:r>
            <a:endParaRPr lang="en-US"/>
          </a:p>
        </p:txBody>
      </p:sp>
      <p:pic>
        <p:nvPicPr>
          <p:cNvPr id="1309" name="Picture 1308" descr="working/ic/i19.png">
            <a:extLst>
              <a:ext uri="{FF2B5EF4-FFF2-40B4-BE49-F238E27FC236}">
                <a16:creationId xmlns:a16="http://schemas.microsoft.com/office/drawing/2014/main" id="{B96710BF-1A2D-9E23-5E8A-4C182C01936C}"/>
              </a:ext>
            </a:extLst>
          </p:cNvPr>
          <p:cNvPicPr>
            <a:picLocks noChangeAspect="1"/>
          </p:cNvPicPr>
          <p:nvPr/>
        </p:nvPicPr>
        <p:blipFill>
          <a:blip r:embed="rId3"/>
          <a:stretch>
            <a:fillRect/>
          </a:stretch>
        </p:blipFill>
        <p:spPr>
          <a:xfrm>
            <a:off x="685800" y="2103120"/>
            <a:ext cx="411480" cy="411480"/>
          </a:xfrm>
          <a:prstGeom prst="rect">
            <a:avLst/>
          </a:prstGeom>
        </p:spPr>
      </p:pic>
      <p:pic>
        <p:nvPicPr>
          <p:cNvPr id="1310" name="Picture 1309" descr="working/ic/i8.png">
            <a:extLst>
              <a:ext uri="{FF2B5EF4-FFF2-40B4-BE49-F238E27FC236}">
                <a16:creationId xmlns:a16="http://schemas.microsoft.com/office/drawing/2014/main" id="{CE80422B-090D-5A45-117C-D6920C2137D1}"/>
              </a:ext>
            </a:extLst>
          </p:cNvPr>
          <p:cNvPicPr>
            <a:picLocks noChangeAspect="1"/>
          </p:cNvPicPr>
          <p:nvPr/>
        </p:nvPicPr>
        <p:blipFill>
          <a:blip r:embed="rId4"/>
          <a:stretch>
            <a:fillRect/>
          </a:stretch>
        </p:blipFill>
        <p:spPr>
          <a:xfrm>
            <a:off x="4937760" y="2103120"/>
            <a:ext cx="411480" cy="411480"/>
          </a:xfrm>
          <a:prstGeom prst="rect">
            <a:avLst/>
          </a:prstGeom>
        </p:spPr>
      </p:pic>
    </p:spTree>
    <p:extLst>
      <p:ext uri="{BB962C8B-B14F-4D97-AF65-F5344CB8AC3E}">
        <p14:creationId xmlns:p14="http://schemas.microsoft.com/office/powerpoint/2010/main" val="190848998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1" name="Rectangle 1310">
            <a:extLst>
              <a:ext uri="{FF2B5EF4-FFF2-40B4-BE49-F238E27FC236}">
                <a16:creationId xmlns:a16="http://schemas.microsoft.com/office/drawing/2014/main" id="{0C6A052C-00D3-4674-5A36-914011AA8C73}"/>
              </a:ext>
            </a:extLst>
          </p:cNvPr>
          <p:cNvSpPr/>
          <p:nvPr/>
        </p:nvSpPr>
        <p:spPr>
          <a:xfrm>
            <a:off x="365760" y="292608"/>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000" b="1" spc="400">
                <a:solidFill>
                  <a:srgbClr val="5B52C4"/>
                </a:solidFill>
                <a:effectLst/>
                <a:latin typeface="Calibri" panose="020F0502020204030204" pitchFamily="34" charset="0"/>
              </a:rPr>
              <a:t>WORKFLOWS</a:t>
            </a:r>
          </a:p>
          <a:p>
            <a:pPr algn="l">
              <a:buNone/>
            </a:pPr>
            <a:r>
              <a:rPr lang="en-US" sz="100">
                <a:effectLst/>
              </a:rPr>
              <a:t> </a:t>
            </a:r>
            <a:endParaRPr lang="en-US"/>
          </a:p>
        </p:txBody>
      </p:sp>
      <p:sp>
        <p:nvSpPr>
          <p:cNvPr id="1313" name="Rectangle 1312">
            <a:extLst>
              <a:ext uri="{FF2B5EF4-FFF2-40B4-BE49-F238E27FC236}">
                <a16:creationId xmlns:a16="http://schemas.microsoft.com/office/drawing/2014/main" id="{62415705-DF70-EB01-A10D-B8874CC31D5B}"/>
              </a:ext>
            </a:extLst>
          </p:cNvPr>
          <p:cNvSpPr/>
          <p:nvPr/>
        </p:nvSpPr>
        <p:spPr>
          <a:xfrm>
            <a:off x="365760" y="566928"/>
            <a:ext cx="84124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2800" b="1">
                <a:solidFill>
                  <a:srgbClr val="1F2933"/>
                </a:solidFill>
                <a:effectLst/>
                <a:latin typeface="Calibri" panose="020F0502020204030204" pitchFamily="34" charset="0"/>
              </a:rPr>
              <a:t>Graphs, not parent/child trees</a:t>
            </a:r>
          </a:p>
          <a:p>
            <a:pPr algn="l">
              <a:buNone/>
            </a:pPr>
            <a:r>
              <a:rPr lang="en-US" sz="100">
                <a:effectLst/>
              </a:rPr>
              <a:t> </a:t>
            </a:r>
            <a:endParaRPr lang="en-US"/>
          </a:p>
        </p:txBody>
      </p:sp>
      <p:sp>
        <p:nvSpPr>
          <p:cNvPr id="1316" name="Rectangle 1315">
            <a:extLst>
              <a:ext uri="{FF2B5EF4-FFF2-40B4-BE49-F238E27FC236}">
                <a16:creationId xmlns:a16="http://schemas.microsoft.com/office/drawing/2014/main" id="{4889FAE6-3265-04B0-9CB3-4A4EFD5DB25F}"/>
              </a:ext>
            </a:extLst>
          </p:cNvPr>
          <p:cNvSpPr/>
          <p:nvPr/>
        </p:nvSpPr>
        <p:spPr>
          <a:xfrm>
            <a:off x="457200" y="1225296"/>
            <a:ext cx="731520" cy="25400"/>
          </a:xfrm>
          <a:prstGeom prst="rect">
            <a:avLst/>
          </a:prstGeom>
          <a:solidFill>
            <a:srgbClr val="5B52C4"/>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0" name="Rectangle 1319">
            <a:extLst>
              <a:ext uri="{FF2B5EF4-FFF2-40B4-BE49-F238E27FC236}">
                <a16:creationId xmlns:a16="http://schemas.microsoft.com/office/drawing/2014/main" id="{1E50FE5E-12CC-F5AD-1579-49E81CB15AB5}"/>
              </a:ext>
            </a:extLst>
          </p:cNvPr>
          <p:cNvSpPr/>
          <p:nvPr/>
        </p:nvSpPr>
        <p:spPr>
          <a:xfrm>
            <a:off x="365760" y="1417320"/>
            <a:ext cx="8412480"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300">
                <a:solidFill>
                  <a:srgbClr val="52606D"/>
                </a:solidFill>
                <a:effectLst/>
                <a:latin typeface="Calibri" panose="020F0502020204030204" pitchFamily="34" charset="0"/>
              </a:rPr>
              <a:t>A message-send span can be a child of the sending executor while the receiving executor is linked to it — causally related, not nested.</a:t>
            </a:r>
          </a:p>
          <a:p>
            <a:pPr algn="l">
              <a:buNone/>
            </a:pPr>
            <a:r>
              <a:rPr lang="en-US" sz="100">
                <a:effectLst/>
              </a:rPr>
              <a:t> </a:t>
            </a:r>
            <a:endParaRPr lang="en-US"/>
          </a:p>
        </p:txBody>
      </p:sp>
      <p:sp>
        <p:nvSpPr>
          <p:cNvPr id="1325" name="Rectangle 1324">
            <a:extLst>
              <a:ext uri="{FF2B5EF4-FFF2-40B4-BE49-F238E27FC236}">
                <a16:creationId xmlns:a16="http://schemas.microsoft.com/office/drawing/2014/main" id="{4D818379-C5E6-2E2B-5BBF-3209B904962C}"/>
              </a:ext>
            </a:extLst>
          </p:cNvPr>
          <p:cNvSpPr/>
          <p:nvPr/>
        </p:nvSpPr>
        <p:spPr>
          <a:xfrm>
            <a:off x="457200" y="1965960"/>
            <a:ext cx="4663440" cy="2423160"/>
          </a:xfrm>
          <a:prstGeom prst="rect">
            <a:avLst/>
          </a:prstGeom>
          <a:solidFill>
            <a:srgbClr val="FFFFFF"/>
          </a:solidFill>
          <a:ln w="9525">
            <a:solidFill>
              <a:srgbClr val="DCDAEE"/>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1" name="Rectangle 1330">
            <a:extLst>
              <a:ext uri="{FF2B5EF4-FFF2-40B4-BE49-F238E27FC236}">
                <a16:creationId xmlns:a16="http://schemas.microsoft.com/office/drawing/2014/main" id="{978E1BE6-377A-8CC5-65C7-2FB534A91C3B}"/>
              </a:ext>
            </a:extLst>
          </p:cNvPr>
          <p:cNvSpPr/>
          <p:nvPr/>
        </p:nvSpPr>
        <p:spPr>
          <a:xfrm>
            <a:off x="502920" y="2057400"/>
            <a:ext cx="45720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900" b="1" spc="200">
                <a:solidFill>
                  <a:srgbClr val="5B52C4"/>
                </a:solidFill>
                <a:effectLst/>
                <a:latin typeface="Calibri" panose="020F0502020204030204" pitchFamily="34" charset="0"/>
              </a:rPr>
              <a:t>EXECUTION RELATIONSHIPS</a:t>
            </a:r>
          </a:p>
          <a:p>
            <a:pPr algn="l">
              <a:buNone/>
            </a:pPr>
            <a:r>
              <a:rPr lang="en-US" sz="100">
                <a:effectLst/>
              </a:rPr>
              <a:t> </a:t>
            </a:r>
            <a:endParaRPr lang="en-US"/>
          </a:p>
        </p:txBody>
      </p:sp>
      <p:sp>
        <p:nvSpPr>
          <p:cNvPr id="1338" name="Rectangle 1337">
            <a:extLst>
              <a:ext uri="{FF2B5EF4-FFF2-40B4-BE49-F238E27FC236}">
                <a16:creationId xmlns:a16="http://schemas.microsoft.com/office/drawing/2014/main" id="{60ADA044-270D-B5D0-D1E9-79D6A802728B}"/>
              </a:ext>
            </a:extLst>
          </p:cNvPr>
          <p:cNvSpPr/>
          <p:nvPr/>
        </p:nvSpPr>
        <p:spPr>
          <a:xfrm>
            <a:off x="1828800" y="2331720"/>
            <a:ext cx="137160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None/>
            </a:pPr>
            <a:r>
              <a:rPr lang="en-US" sz="900">
                <a:solidFill>
                  <a:srgbClr val="5B52C4"/>
                </a:solidFill>
                <a:effectLst/>
                <a:latin typeface="Consolas" panose="020B0609020204030204" pitchFamily="49" charset="0"/>
              </a:rPr>
              <a:t>message.send</a:t>
            </a:r>
          </a:p>
          <a:p>
            <a:pPr algn="ctr">
              <a:buNone/>
            </a:pPr>
            <a:r>
              <a:rPr lang="en-US" sz="100">
                <a:effectLst/>
              </a:rPr>
              <a:t> </a:t>
            </a:r>
            <a:endParaRPr lang="en-US"/>
          </a:p>
        </p:txBody>
      </p:sp>
      <p:sp>
        <p:nvSpPr>
          <p:cNvPr id="1346" name="Rectangle 1345">
            <a:extLst>
              <a:ext uri="{FF2B5EF4-FFF2-40B4-BE49-F238E27FC236}">
                <a16:creationId xmlns:a16="http://schemas.microsoft.com/office/drawing/2014/main" id="{A7F0F184-15A4-6C92-39C9-B13EF53A47B3}"/>
              </a:ext>
            </a:extLst>
          </p:cNvPr>
          <p:cNvSpPr/>
          <p:nvPr/>
        </p:nvSpPr>
        <p:spPr>
          <a:xfrm>
            <a:off x="594360" y="2560320"/>
            <a:ext cx="1554480" cy="457200"/>
          </a:xfrm>
          <a:prstGeom prst="rect">
            <a:avLst/>
          </a:prstGeom>
          <a:solidFill>
            <a:srgbClr val="F5F4FB"/>
          </a:solidFill>
          <a:ln w="9525">
            <a:solidFill>
              <a:srgbClr val="DCDAEE"/>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None/>
            </a:pPr>
            <a:r>
              <a:rPr lang="en-US" sz="1000">
                <a:solidFill>
                  <a:srgbClr val="1F2933"/>
                </a:solidFill>
                <a:effectLst/>
                <a:latin typeface="Calibri" panose="020F0502020204030204" pitchFamily="34" charset="0"/>
              </a:rPr>
              <a:t>Sending</a:t>
            </a:r>
          </a:p>
          <a:p>
            <a:pPr algn="ctr">
              <a:buNone/>
            </a:pPr>
            <a:r>
              <a:rPr lang="en-US" sz="1000">
                <a:solidFill>
                  <a:srgbClr val="1F2933"/>
                </a:solidFill>
                <a:effectLst/>
                <a:latin typeface="Calibri" panose="020F0502020204030204" pitchFamily="34" charset="0"/>
              </a:rPr>
              <a:t>executor</a:t>
            </a:r>
            <a:endParaRPr lang="en-US"/>
          </a:p>
        </p:txBody>
      </p:sp>
      <p:sp>
        <p:nvSpPr>
          <p:cNvPr id="1355" name="Arrow: Right 1354">
            <a:extLst>
              <a:ext uri="{FF2B5EF4-FFF2-40B4-BE49-F238E27FC236}">
                <a16:creationId xmlns:a16="http://schemas.microsoft.com/office/drawing/2014/main" id="{87192A8E-4A9A-93E7-D135-4C1D837168CC}"/>
              </a:ext>
            </a:extLst>
          </p:cNvPr>
          <p:cNvSpPr/>
          <p:nvPr/>
        </p:nvSpPr>
        <p:spPr>
          <a:xfrm>
            <a:off x="2286000" y="2674620"/>
            <a:ext cx="457200" cy="228600"/>
          </a:xfrm>
          <a:prstGeom prst="rightArrow">
            <a:avLst/>
          </a:prstGeom>
          <a:solidFill>
            <a:srgbClr val="A9A3DF"/>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5" name="Rectangle 1364">
            <a:extLst>
              <a:ext uri="{FF2B5EF4-FFF2-40B4-BE49-F238E27FC236}">
                <a16:creationId xmlns:a16="http://schemas.microsoft.com/office/drawing/2014/main" id="{5A88D910-2156-8F72-7BBE-A96030BB89CE}"/>
              </a:ext>
            </a:extLst>
          </p:cNvPr>
          <p:cNvSpPr/>
          <p:nvPr/>
        </p:nvSpPr>
        <p:spPr>
          <a:xfrm>
            <a:off x="2880360" y="2560320"/>
            <a:ext cx="1554480" cy="457200"/>
          </a:xfrm>
          <a:prstGeom prst="rect">
            <a:avLst/>
          </a:prstGeom>
          <a:solidFill>
            <a:srgbClr val="F5F4FB"/>
          </a:solidFill>
          <a:ln w="9525">
            <a:solidFill>
              <a:srgbClr val="DCDAEE"/>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None/>
            </a:pPr>
            <a:r>
              <a:rPr lang="en-US" sz="1000">
                <a:solidFill>
                  <a:srgbClr val="1F2933"/>
                </a:solidFill>
                <a:effectLst/>
                <a:latin typeface="Calibri" panose="020F0502020204030204" pitchFamily="34" charset="0"/>
              </a:rPr>
              <a:t>Receiving</a:t>
            </a:r>
          </a:p>
          <a:p>
            <a:pPr algn="ctr">
              <a:buNone/>
            </a:pPr>
            <a:r>
              <a:rPr lang="en-US" sz="1000">
                <a:solidFill>
                  <a:srgbClr val="1F2933"/>
                </a:solidFill>
                <a:effectLst/>
                <a:latin typeface="Calibri" panose="020F0502020204030204" pitchFamily="34" charset="0"/>
              </a:rPr>
              <a:t>executor</a:t>
            </a:r>
            <a:endParaRPr lang="en-US"/>
          </a:p>
        </p:txBody>
      </p:sp>
      <p:sp>
        <p:nvSpPr>
          <p:cNvPr id="1376" name="Rectangle 1375">
            <a:extLst>
              <a:ext uri="{FF2B5EF4-FFF2-40B4-BE49-F238E27FC236}">
                <a16:creationId xmlns:a16="http://schemas.microsoft.com/office/drawing/2014/main" id="{18B7C855-C8F3-D1C2-CFFB-5F904F7CC832}"/>
              </a:ext>
            </a:extLst>
          </p:cNvPr>
          <p:cNvSpPr/>
          <p:nvPr/>
        </p:nvSpPr>
        <p:spPr>
          <a:xfrm>
            <a:off x="1828800" y="3017520"/>
            <a:ext cx="1371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None/>
            </a:pPr>
            <a:r>
              <a:rPr lang="en-US" sz="900" b="1" spc="200">
                <a:solidFill>
                  <a:srgbClr val="5B52C4"/>
                </a:solidFill>
                <a:effectLst/>
                <a:latin typeface="Calibri" panose="020F0502020204030204" pitchFamily="34" charset="0"/>
              </a:rPr>
              <a:t>LINK</a:t>
            </a:r>
          </a:p>
          <a:p>
            <a:pPr algn="ctr">
              <a:buNone/>
            </a:pPr>
            <a:r>
              <a:rPr lang="en-US" sz="100">
                <a:effectLst/>
              </a:rPr>
              <a:t> </a:t>
            </a:r>
            <a:endParaRPr lang="en-US"/>
          </a:p>
        </p:txBody>
      </p:sp>
      <p:sp>
        <p:nvSpPr>
          <p:cNvPr id="1388" name="Rectangle 1387">
            <a:extLst>
              <a:ext uri="{FF2B5EF4-FFF2-40B4-BE49-F238E27FC236}">
                <a16:creationId xmlns:a16="http://schemas.microsoft.com/office/drawing/2014/main" id="{CC6E487D-8006-C4EC-C4D5-227453D7038B}"/>
              </a:ext>
            </a:extLst>
          </p:cNvPr>
          <p:cNvSpPr/>
          <p:nvPr/>
        </p:nvSpPr>
        <p:spPr>
          <a:xfrm>
            <a:off x="502920" y="3337560"/>
            <a:ext cx="1280160" cy="42001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b="1">
                <a:solidFill>
                  <a:srgbClr val="1F2933"/>
                </a:solidFill>
                <a:effectLst/>
                <a:latin typeface="Calibri" panose="020F0502020204030204" pitchFamily="34" charset="0"/>
              </a:rPr>
              <a:t>Parent/child</a:t>
            </a:r>
          </a:p>
          <a:p>
            <a:pPr algn="l">
              <a:buNone/>
            </a:pPr>
            <a:r>
              <a:rPr lang="en-US" sz="100">
                <a:effectLst/>
              </a:rPr>
              <a:t> </a:t>
            </a:r>
            <a:endParaRPr lang="en-US"/>
          </a:p>
        </p:txBody>
      </p:sp>
      <p:sp>
        <p:nvSpPr>
          <p:cNvPr id="1401" name="Rectangle 1400">
            <a:extLst>
              <a:ext uri="{FF2B5EF4-FFF2-40B4-BE49-F238E27FC236}">
                <a16:creationId xmlns:a16="http://schemas.microsoft.com/office/drawing/2014/main" id="{514E9CB8-B08F-0055-28B8-C3CD83537B7D}"/>
              </a:ext>
            </a:extLst>
          </p:cNvPr>
          <p:cNvSpPr/>
          <p:nvPr/>
        </p:nvSpPr>
        <p:spPr>
          <a:xfrm>
            <a:off x="1691640" y="3337560"/>
            <a:ext cx="3383280" cy="411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52606D"/>
                </a:solidFill>
                <a:effectLst/>
                <a:latin typeface="Calibri" panose="020F0502020204030204" pitchFamily="34" charset="0"/>
              </a:rPr>
              <a:t>Work is nested inside another operation</a:t>
            </a:r>
          </a:p>
          <a:p>
            <a:pPr algn="l">
              <a:buNone/>
            </a:pPr>
            <a:r>
              <a:rPr lang="en-US" sz="100">
                <a:effectLst/>
              </a:rPr>
              <a:t> </a:t>
            </a:r>
            <a:endParaRPr lang="en-US"/>
          </a:p>
        </p:txBody>
      </p:sp>
      <p:sp>
        <p:nvSpPr>
          <p:cNvPr id="1415" name="Rectangle 1414">
            <a:extLst>
              <a:ext uri="{FF2B5EF4-FFF2-40B4-BE49-F238E27FC236}">
                <a16:creationId xmlns:a16="http://schemas.microsoft.com/office/drawing/2014/main" id="{84971E4F-3DA9-C83E-211D-75556E937BBD}"/>
              </a:ext>
            </a:extLst>
          </p:cNvPr>
          <p:cNvSpPr/>
          <p:nvPr/>
        </p:nvSpPr>
        <p:spPr>
          <a:xfrm>
            <a:off x="502920" y="3840480"/>
            <a:ext cx="1280160" cy="42001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b="1">
                <a:solidFill>
                  <a:srgbClr val="1F2933"/>
                </a:solidFill>
                <a:effectLst/>
                <a:latin typeface="Calibri" panose="020F0502020204030204" pitchFamily="34" charset="0"/>
              </a:rPr>
              <a:t>Links</a:t>
            </a:r>
          </a:p>
          <a:p>
            <a:pPr algn="l">
              <a:buNone/>
            </a:pPr>
            <a:r>
              <a:rPr lang="en-US" sz="100">
                <a:effectLst/>
              </a:rPr>
              <a:t> </a:t>
            </a:r>
            <a:endParaRPr lang="en-US"/>
          </a:p>
        </p:txBody>
      </p:sp>
      <p:sp>
        <p:nvSpPr>
          <p:cNvPr id="1430" name="Rectangle 1429">
            <a:extLst>
              <a:ext uri="{FF2B5EF4-FFF2-40B4-BE49-F238E27FC236}">
                <a16:creationId xmlns:a16="http://schemas.microsoft.com/office/drawing/2014/main" id="{0A922418-302A-C7E6-857C-E45CE5ADEB5A}"/>
              </a:ext>
            </a:extLst>
          </p:cNvPr>
          <p:cNvSpPr/>
          <p:nvPr/>
        </p:nvSpPr>
        <p:spPr>
          <a:xfrm>
            <a:off x="1691640" y="3840480"/>
            <a:ext cx="3383280" cy="411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52606D"/>
                </a:solidFill>
                <a:effectLst/>
                <a:latin typeface="Calibri" panose="020F0502020204030204" pitchFamily="34" charset="0"/>
              </a:rPr>
              <a:t>Causal handoffs and fan-in, without claiming nesting</a:t>
            </a:r>
          </a:p>
          <a:p>
            <a:pPr algn="l">
              <a:buNone/>
            </a:pPr>
            <a:r>
              <a:rPr lang="en-US" sz="100">
                <a:effectLst/>
              </a:rPr>
              <a:t> </a:t>
            </a:r>
            <a:endParaRPr lang="en-US"/>
          </a:p>
        </p:txBody>
      </p:sp>
      <p:sp>
        <p:nvSpPr>
          <p:cNvPr id="1446" name="Rectangle 1445">
            <a:extLst>
              <a:ext uri="{FF2B5EF4-FFF2-40B4-BE49-F238E27FC236}">
                <a16:creationId xmlns:a16="http://schemas.microsoft.com/office/drawing/2014/main" id="{80C6DC57-1380-AB8B-2BC7-67DB92295D5E}"/>
              </a:ext>
            </a:extLst>
          </p:cNvPr>
          <p:cNvSpPr/>
          <p:nvPr/>
        </p:nvSpPr>
        <p:spPr>
          <a:xfrm>
            <a:off x="5303520" y="1965960"/>
            <a:ext cx="3383280" cy="2423160"/>
          </a:xfrm>
          <a:prstGeom prst="rect">
            <a:avLst/>
          </a:prstGeom>
          <a:solidFill>
            <a:srgbClr val="FFFFFF"/>
          </a:solidFill>
          <a:ln w="9525">
            <a:solidFill>
              <a:srgbClr val="DCDAEE"/>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3" name="Rectangle 1462">
            <a:extLst>
              <a:ext uri="{FF2B5EF4-FFF2-40B4-BE49-F238E27FC236}">
                <a16:creationId xmlns:a16="http://schemas.microsoft.com/office/drawing/2014/main" id="{93FEB426-787E-3D48-D7AF-6DDF0A83BFD0}"/>
              </a:ext>
            </a:extLst>
          </p:cNvPr>
          <p:cNvSpPr/>
          <p:nvPr/>
        </p:nvSpPr>
        <p:spPr>
          <a:xfrm>
            <a:off x="5394960" y="2057400"/>
            <a:ext cx="32004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900" b="1" spc="200">
                <a:solidFill>
                  <a:srgbClr val="5B52C4"/>
                </a:solidFill>
                <a:effectLst/>
                <a:latin typeface="Calibri" panose="020F0502020204030204" pitchFamily="34" charset="0"/>
              </a:rPr>
              <a:t>IDENTIFIER BOUNDARIES</a:t>
            </a:r>
          </a:p>
          <a:p>
            <a:pPr algn="l">
              <a:buNone/>
            </a:pPr>
            <a:r>
              <a:rPr lang="en-US" sz="100">
                <a:effectLst/>
              </a:rPr>
              <a:t> </a:t>
            </a:r>
            <a:endParaRPr lang="en-US"/>
          </a:p>
        </p:txBody>
      </p:sp>
      <p:sp>
        <p:nvSpPr>
          <p:cNvPr id="1481" name="Rectangle 1480">
            <a:extLst>
              <a:ext uri="{FF2B5EF4-FFF2-40B4-BE49-F238E27FC236}">
                <a16:creationId xmlns:a16="http://schemas.microsoft.com/office/drawing/2014/main" id="{56947688-C5D1-BB9E-A46E-91C3E58D4318}"/>
              </a:ext>
            </a:extLst>
          </p:cNvPr>
          <p:cNvSpPr/>
          <p:nvPr/>
        </p:nvSpPr>
        <p:spPr>
          <a:xfrm>
            <a:off x="5394960" y="2377440"/>
            <a:ext cx="3200400" cy="2514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b="1">
                <a:solidFill>
                  <a:srgbClr val="1F2933"/>
                </a:solidFill>
                <a:effectLst/>
                <a:latin typeface="Calibri" panose="020F0502020204030204" pitchFamily="34" charset="0"/>
              </a:rPr>
              <a:t>Conversation ≠ trace</a:t>
            </a:r>
          </a:p>
          <a:p>
            <a:pPr algn="l">
              <a:buNone/>
            </a:pPr>
            <a:r>
              <a:rPr lang="en-US" sz="100">
                <a:effectLst/>
              </a:rPr>
              <a:t> </a:t>
            </a:r>
            <a:endParaRPr lang="en-US"/>
          </a:p>
        </p:txBody>
      </p:sp>
      <p:sp>
        <p:nvSpPr>
          <p:cNvPr id="1500" name="Rectangle 1499">
            <a:extLst>
              <a:ext uri="{FF2B5EF4-FFF2-40B4-BE49-F238E27FC236}">
                <a16:creationId xmlns:a16="http://schemas.microsoft.com/office/drawing/2014/main" id="{32EAC251-80DA-EC49-4D00-4D7FD662397A}"/>
              </a:ext>
            </a:extLst>
          </p:cNvPr>
          <p:cNvSpPr/>
          <p:nvPr/>
        </p:nvSpPr>
        <p:spPr>
          <a:xfrm>
            <a:off x="5394960" y="2628900"/>
            <a:ext cx="3200400" cy="411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000">
                <a:solidFill>
                  <a:srgbClr val="52606D"/>
                </a:solidFill>
                <a:effectLst/>
                <a:latin typeface="Calibri" panose="020F0502020204030204" pitchFamily="34" charset="0"/>
              </a:rPr>
              <a:t>History across turns is not one execution journey</a:t>
            </a:r>
          </a:p>
          <a:p>
            <a:pPr algn="l">
              <a:buNone/>
            </a:pPr>
            <a:r>
              <a:rPr lang="en-US" sz="100">
                <a:effectLst/>
              </a:rPr>
              <a:t> </a:t>
            </a:r>
            <a:endParaRPr lang="en-US"/>
          </a:p>
        </p:txBody>
      </p:sp>
      <p:sp>
        <p:nvSpPr>
          <p:cNvPr id="1520" name="Rectangle 1519">
            <a:extLst>
              <a:ext uri="{FF2B5EF4-FFF2-40B4-BE49-F238E27FC236}">
                <a16:creationId xmlns:a16="http://schemas.microsoft.com/office/drawing/2014/main" id="{E09D739D-5A60-567F-E27F-85948C30D192}"/>
              </a:ext>
            </a:extLst>
          </p:cNvPr>
          <p:cNvSpPr/>
          <p:nvPr/>
        </p:nvSpPr>
        <p:spPr>
          <a:xfrm>
            <a:off x="5394960" y="3017520"/>
            <a:ext cx="3200400" cy="2514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b="1">
                <a:solidFill>
                  <a:srgbClr val="1F2933"/>
                </a:solidFill>
                <a:effectLst/>
                <a:latin typeface="Calibri" panose="020F0502020204030204" pitchFamily="34" charset="0"/>
              </a:rPr>
              <a:t>Response ID ≠ trace ID</a:t>
            </a:r>
          </a:p>
          <a:p>
            <a:pPr algn="l">
              <a:buNone/>
            </a:pPr>
            <a:r>
              <a:rPr lang="en-US" sz="100">
                <a:effectLst/>
              </a:rPr>
              <a:t> </a:t>
            </a:r>
            <a:endParaRPr lang="en-US"/>
          </a:p>
        </p:txBody>
      </p:sp>
      <p:sp>
        <p:nvSpPr>
          <p:cNvPr id="1541" name="Rectangle 1540">
            <a:extLst>
              <a:ext uri="{FF2B5EF4-FFF2-40B4-BE49-F238E27FC236}">
                <a16:creationId xmlns:a16="http://schemas.microsoft.com/office/drawing/2014/main" id="{8418F16F-7254-4FD2-BDC6-E17C1AE2C499}"/>
              </a:ext>
            </a:extLst>
          </p:cNvPr>
          <p:cNvSpPr/>
          <p:nvPr/>
        </p:nvSpPr>
        <p:spPr>
          <a:xfrm>
            <a:off x="5394960" y="3268980"/>
            <a:ext cx="3200400" cy="411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000">
                <a:solidFill>
                  <a:srgbClr val="52606D"/>
                </a:solidFill>
                <a:effectLst/>
                <a:latin typeface="Calibri" panose="020F0502020204030204" pitchFamily="34" charset="0"/>
              </a:rPr>
              <a:t>A response records output, not correlation</a:t>
            </a:r>
          </a:p>
          <a:p>
            <a:pPr algn="l">
              <a:buNone/>
            </a:pPr>
            <a:r>
              <a:rPr lang="en-US" sz="100">
                <a:effectLst/>
              </a:rPr>
              <a:t> </a:t>
            </a:r>
            <a:endParaRPr lang="en-US"/>
          </a:p>
        </p:txBody>
      </p:sp>
      <p:sp>
        <p:nvSpPr>
          <p:cNvPr id="1563" name="Rectangle 1562">
            <a:extLst>
              <a:ext uri="{FF2B5EF4-FFF2-40B4-BE49-F238E27FC236}">
                <a16:creationId xmlns:a16="http://schemas.microsoft.com/office/drawing/2014/main" id="{78A76022-E39D-F817-6792-62A046C4438E}"/>
              </a:ext>
            </a:extLst>
          </p:cNvPr>
          <p:cNvSpPr/>
          <p:nvPr/>
        </p:nvSpPr>
        <p:spPr>
          <a:xfrm>
            <a:off x="5394960" y="3657600"/>
            <a:ext cx="3200400" cy="2514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b="1">
                <a:solidFill>
                  <a:srgbClr val="1F2933"/>
                </a:solidFill>
                <a:effectLst/>
                <a:latin typeface="Calibri" panose="020F0502020204030204" pitchFamily="34" charset="0"/>
              </a:rPr>
              <a:t>First stream ≠ complete</a:t>
            </a:r>
          </a:p>
          <a:p>
            <a:pPr algn="l">
              <a:buNone/>
            </a:pPr>
            <a:r>
              <a:rPr lang="en-US" sz="100">
                <a:effectLst/>
              </a:rPr>
              <a:t> </a:t>
            </a:r>
            <a:endParaRPr lang="en-US"/>
          </a:p>
        </p:txBody>
      </p:sp>
      <p:sp>
        <p:nvSpPr>
          <p:cNvPr id="1586" name="Rectangle 1585">
            <a:extLst>
              <a:ext uri="{FF2B5EF4-FFF2-40B4-BE49-F238E27FC236}">
                <a16:creationId xmlns:a16="http://schemas.microsoft.com/office/drawing/2014/main" id="{2F8F63F1-F591-1DC5-D8B0-1ACFFC05826A}"/>
              </a:ext>
            </a:extLst>
          </p:cNvPr>
          <p:cNvSpPr/>
          <p:nvPr/>
        </p:nvSpPr>
        <p:spPr>
          <a:xfrm>
            <a:off x="5394960" y="3909060"/>
            <a:ext cx="3200400" cy="411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000">
                <a:solidFill>
                  <a:srgbClr val="52606D"/>
                </a:solidFill>
                <a:effectLst/>
                <a:latin typeface="Calibri" panose="020F0502020204030204" pitchFamily="34" charset="0"/>
              </a:rPr>
              <a:t>Partial output appears before workflow completion</a:t>
            </a:r>
          </a:p>
          <a:p>
            <a:pPr algn="l">
              <a:buNone/>
            </a:pPr>
            <a:r>
              <a:rPr lang="en-US" sz="100">
                <a:effectLst/>
              </a:rPr>
              <a:t> </a:t>
            </a:r>
            <a:endParaRPr lang="en-US"/>
          </a:p>
        </p:txBody>
      </p:sp>
      <p:sp>
        <p:nvSpPr>
          <p:cNvPr id="1610" name="Rectangle 1609">
            <a:extLst>
              <a:ext uri="{FF2B5EF4-FFF2-40B4-BE49-F238E27FC236}">
                <a16:creationId xmlns:a16="http://schemas.microsoft.com/office/drawing/2014/main" id="{390E3F89-F68A-9A07-AD8D-CD93CD74B5EC}"/>
              </a:ext>
            </a:extLst>
          </p:cNvPr>
          <p:cNvSpPr/>
          <p:nvPr/>
        </p:nvSpPr>
        <p:spPr>
          <a:xfrm>
            <a:off x="365760" y="4480560"/>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000" i="1">
                <a:solidFill>
                  <a:srgbClr val="52606D"/>
                </a:solidFill>
                <a:effectLst/>
                <a:latin typeface="Calibri" panose="020F0502020204030204" pitchFamily="34" charset="0"/>
              </a:rPr>
              <a:t>Routing attributes can explain delivered, buffered, or dropped workflow messages.</a:t>
            </a:r>
          </a:p>
          <a:p>
            <a:pPr algn="l">
              <a:buNone/>
            </a:pPr>
            <a:r>
              <a:rPr lang="en-US" sz="100">
                <a:effectLst/>
              </a:rPr>
              <a:t> </a:t>
            </a:r>
            <a:endParaRPr lang="en-US"/>
          </a:p>
        </p:txBody>
      </p:sp>
      <p:sp>
        <p:nvSpPr>
          <p:cNvPr id="1635" name="Rectangle 1634">
            <a:extLst>
              <a:ext uri="{FF2B5EF4-FFF2-40B4-BE49-F238E27FC236}">
                <a16:creationId xmlns:a16="http://schemas.microsoft.com/office/drawing/2014/main" id="{EC612F1E-A502-6D22-B290-584B1C89A4A2}"/>
              </a:ext>
            </a:extLst>
          </p:cNvPr>
          <p:cNvSpPr/>
          <p:nvPr/>
        </p:nvSpPr>
        <p:spPr>
          <a:xfrm>
            <a:off x="365760" y="4823460"/>
            <a:ext cx="566928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900">
                <a:solidFill>
                  <a:srgbClr val="52606D"/>
                </a:solidFill>
                <a:effectLst/>
                <a:latin typeface="Calibri" panose="020F0502020204030204" pitchFamily="34" charset="0"/>
              </a:rPr>
              <a:t>Observability &amp; Tracing  ·  Microsoft Agent Framework</a:t>
            </a:r>
          </a:p>
          <a:p>
            <a:pPr algn="l">
              <a:buNone/>
            </a:pPr>
            <a:r>
              <a:rPr lang="en-US" sz="100">
                <a:effectLst/>
              </a:rPr>
              <a:t> </a:t>
            </a:r>
            <a:endParaRPr lang="en-US"/>
          </a:p>
        </p:txBody>
      </p:sp>
      <p:sp>
        <p:nvSpPr>
          <p:cNvPr id="1661" name="Rectangle 1660">
            <a:extLst>
              <a:ext uri="{FF2B5EF4-FFF2-40B4-BE49-F238E27FC236}">
                <a16:creationId xmlns:a16="http://schemas.microsoft.com/office/drawing/2014/main" id="{0D7E0766-BC9C-2CF4-49F5-534E564C41ED}"/>
              </a:ext>
            </a:extLst>
          </p:cNvPr>
          <p:cNvSpPr/>
          <p:nvPr/>
        </p:nvSpPr>
        <p:spPr>
          <a:xfrm>
            <a:off x="7955280" y="4823460"/>
            <a:ext cx="82296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buNone/>
            </a:pPr>
            <a:r>
              <a:rPr lang="en-US" sz="900">
                <a:solidFill>
                  <a:srgbClr val="52606D"/>
                </a:solidFill>
                <a:effectLst/>
                <a:latin typeface="Calibri" panose="020F0502020204030204" pitchFamily="34" charset="0"/>
              </a:rPr>
              <a:t>7 / 11</a:t>
            </a:r>
          </a:p>
          <a:p>
            <a:pPr algn="r">
              <a:buNone/>
            </a:pPr>
            <a:r>
              <a:rPr lang="en-US" sz="100">
                <a:effectLst/>
              </a:rPr>
              <a:t> </a:t>
            </a:r>
            <a:endParaRPr lang="en-US"/>
          </a:p>
        </p:txBody>
      </p:sp>
    </p:spTree>
    <p:extLst>
      <p:ext uri="{BB962C8B-B14F-4D97-AF65-F5344CB8AC3E}">
        <p14:creationId xmlns:p14="http://schemas.microsoft.com/office/powerpoint/2010/main" val="22128859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62" name="Rectangle 1661">
            <a:extLst>
              <a:ext uri="{FF2B5EF4-FFF2-40B4-BE49-F238E27FC236}">
                <a16:creationId xmlns:a16="http://schemas.microsoft.com/office/drawing/2014/main" id="{BDF832FA-2582-942A-9A93-E930FE9C7E7F}"/>
              </a:ext>
            </a:extLst>
          </p:cNvPr>
          <p:cNvSpPr/>
          <p:nvPr/>
        </p:nvSpPr>
        <p:spPr>
          <a:xfrm>
            <a:off x="365760" y="292608"/>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000" b="1" spc="400">
                <a:solidFill>
                  <a:srgbClr val="5B52C4"/>
                </a:solidFill>
                <a:effectLst/>
                <a:latin typeface="Calibri" panose="020F0502020204030204" pitchFamily="34" charset="0"/>
              </a:rPr>
              <a:t>LIVE DEMO  ·  ~8 MIN</a:t>
            </a:r>
          </a:p>
          <a:p>
            <a:pPr algn="l">
              <a:buNone/>
            </a:pPr>
            <a:r>
              <a:rPr lang="en-US" sz="100">
                <a:effectLst/>
              </a:rPr>
              <a:t> </a:t>
            </a:r>
            <a:endParaRPr lang="en-US"/>
          </a:p>
        </p:txBody>
      </p:sp>
      <p:sp>
        <p:nvSpPr>
          <p:cNvPr id="1664" name="Rectangle 1663">
            <a:extLst>
              <a:ext uri="{FF2B5EF4-FFF2-40B4-BE49-F238E27FC236}">
                <a16:creationId xmlns:a16="http://schemas.microsoft.com/office/drawing/2014/main" id="{8BA3A123-3319-910F-B526-0A6E9F3EFA0F}"/>
              </a:ext>
            </a:extLst>
          </p:cNvPr>
          <p:cNvSpPr/>
          <p:nvPr/>
        </p:nvSpPr>
        <p:spPr>
          <a:xfrm>
            <a:off x="365760" y="566928"/>
            <a:ext cx="84124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2800" b="1">
                <a:solidFill>
                  <a:srgbClr val="1F2933"/>
                </a:solidFill>
                <a:effectLst/>
                <a:latin typeface="Calibri" panose="020F0502020204030204" pitchFamily="34" charset="0"/>
              </a:rPr>
              <a:t>Compare client-side and server-side traces</a:t>
            </a:r>
          </a:p>
          <a:p>
            <a:pPr algn="l">
              <a:buNone/>
            </a:pPr>
            <a:r>
              <a:rPr lang="en-US" sz="100">
                <a:effectLst/>
              </a:rPr>
              <a:t> </a:t>
            </a:r>
            <a:endParaRPr lang="en-US"/>
          </a:p>
        </p:txBody>
      </p:sp>
      <p:sp>
        <p:nvSpPr>
          <p:cNvPr id="1667" name="Rectangle 1666">
            <a:extLst>
              <a:ext uri="{FF2B5EF4-FFF2-40B4-BE49-F238E27FC236}">
                <a16:creationId xmlns:a16="http://schemas.microsoft.com/office/drawing/2014/main" id="{66E469A8-A311-6D04-4BEB-C01F938DD384}"/>
              </a:ext>
            </a:extLst>
          </p:cNvPr>
          <p:cNvSpPr/>
          <p:nvPr/>
        </p:nvSpPr>
        <p:spPr>
          <a:xfrm>
            <a:off x="457200" y="1225296"/>
            <a:ext cx="731520" cy="25400"/>
          </a:xfrm>
          <a:prstGeom prst="rect">
            <a:avLst/>
          </a:prstGeom>
          <a:solidFill>
            <a:srgbClr val="5B52C4"/>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1" name="Rectangle 1670">
            <a:extLst>
              <a:ext uri="{FF2B5EF4-FFF2-40B4-BE49-F238E27FC236}">
                <a16:creationId xmlns:a16="http://schemas.microsoft.com/office/drawing/2014/main" id="{089B7528-2CF5-EA65-2351-440C9C0CBA15}"/>
              </a:ext>
            </a:extLst>
          </p:cNvPr>
          <p:cNvSpPr/>
          <p:nvPr/>
        </p:nvSpPr>
        <p:spPr>
          <a:xfrm>
            <a:off x="365760" y="1417320"/>
            <a:ext cx="8412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300">
                <a:solidFill>
                  <a:srgbClr val="52606D"/>
                </a:solidFill>
                <a:effectLst/>
                <a:latin typeface="Calibri" panose="020F0502020204030204" pitchFamily="34" charset="0"/>
              </a:rPr>
              <a:t>Run both paths, then compare what each one actually recorded.</a:t>
            </a:r>
          </a:p>
          <a:p>
            <a:pPr algn="l">
              <a:buNone/>
            </a:pPr>
            <a:r>
              <a:rPr lang="en-US" sz="100">
                <a:effectLst/>
              </a:rPr>
              <a:t> </a:t>
            </a:r>
            <a:endParaRPr lang="en-US"/>
          </a:p>
        </p:txBody>
      </p:sp>
      <p:sp>
        <p:nvSpPr>
          <p:cNvPr id="1676" name="Rectangle 1675">
            <a:extLst>
              <a:ext uri="{FF2B5EF4-FFF2-40B4-BE49-F238E27FC236}">
                <a16:creationId xmlns:a16="http://schemas.microsoft.com/office/drawing/2014/main" id="{132377FB-3446-9771-A9AA-2B6325B17BA6}"/>
              </a:ext>
            </a:extLst>
          </p:cNvPr>
          <p:cNvSpPr/>
          <p:nvPr/>
        </p:nvSpPr>
        <p:spPr>
          <a:xfrm>
            <a:off x="457200" y="1965960"/>
            <a:ext cx="3977640" cy="1188720"/>
          </a:xfrm>
          <a:prstGeom prst="rect">
            <a:avLst/>
          </a:prstGeom>
          <a:solidFill>
            <a:srgbClr val="FFFFFF"/>
          </a:solidFill>
          <a:ln w="9525">
            <a:solidFill>
              <a:srgbClr val="DCDAEE"/>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82" name="Rectangle 1681">
            <a:extLst>
              <a:ext uri="{FF2B5EF4-FFF2-40B4-BE49-F238E27FC236}">
                <a16:creationId xmlns:a16="http://schemas.microsoft.com/office/drawing/2014/main" id="{606140AB-5C84-C3D1-FD41-1C50D20600A9}"/>
              </a:ext>
            </a:extLst>
          </p:cNvPr>
          <p:cNvSpPr/>
          <p:nvPr/>
        </p:nvSpPr>
        <p:spPr>
          <a:xfrm>
            <a:off x="960120" y="2103120"/>
            <a:ext cx="33832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900" b="1" spc="200">
                <a:solidFill>
                  <a:srgbClr val="5B52C4"/>
                </a:solidFill>
                <a:effectLst/>
                <a:latin typeface="Calibri" panose="020F0502020204030204" pitchFamily="34" charset="0"/>
              </a:rPr>
              <a:t>STEP 1  ·  CLIENT-SIDE</a:t>
            </a:r>
          </a:p>
          <a:p>
            <a:pPr algn="l">
              <a:buNone/>
            </a:pPr>
            <a:r>
              <a:rPr lang="en-US" sz="100">
                <a:effectLst/>
              </a:rPr>
              <a:t> </a:t>
            </a:r>
            <a:endParaRPr lang="en-US"/>
          </a:p>
        </p:txBody>
      </p:sp>
      <p:sp>
        <p:nvSpPr>
          <p:cNvPr id="1689" name="Rectangle 1688">
            <a:extLst>
              <a:ext uri="{FF2B5EF4-FFF2-40B4-BE49-F238E27FC236}">
                <a16:creationId xmlns:a16="http://schemas.microsoft.com/office/drawing/2014/main" id="{6AE34864-7958-E556-AB08-623FB84EA4AA}"/>
              </a:ext>
            </a:extLst>
          </p:cNvPr>
          <p:cNvSpPr/>
          <p:nvPr/>
        </p:nvSpPr>
        <p:spPr>
          <a:xfrm>
            <a:off x="594360" y="2468880"/>
            <a:ext cx="3749040"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1F2933"/>
                </a:solidFill>
                <a:effectLst/>
                <a:latin typeface="Calibri" panose="020F0502020204030204" pitchFamily="34" charset="0"/>
              </a:rPr>
              <a:t>Run WeatherAgent; inspect its custom parent span and the automatic spans beneath it.</a:t>
            </a:r>
          </a:p>
          <a:p>
            <a:pPr algn="l">
              <a:buNone/>
            </a:pPr>
            <a:r>
              <a:rPr lang="en-US" sz="100">
                <a:effectLst/>
              </a:rPr>
              <a:t> </a:t>
            </a:r>
            <a:endParaRPr lang="en-US"/>
          </a:p>
        </p:txBody>
      </p:sp>
      <p:sp>
        <p:nvSpPr>
          <p:cNvPr id="1697" name="Rectangle 1696">
            <a:extLst>
              <a:ext uri="{FF2B5EF4-FFF2-40B4-BE49-F238E27FC236}">
                <a16:creationId xmlns:a16="http://schemas.microsoft.com/office/drawing/2014/main" id="{5968E678-2A67-B35E-56CB-EFB01B469477}"/>
              </a:ext>
            </a:extLst>
          </p:cNvPr>
          <p:cNvSpPr/>
          <p:nvPr/>
        </p:nvSpPr>
        <p:spPr>
          <a:xfrm>
            <a:off x="4709160" y="1965960"/>
            <a:ext cx="3977640" cy="1188720"/>
          </a:xfrm>
          <a:prstGeom prst="rect">
            <a:avLst/>
          </a:prstGeom>
          <a:solidFill>
            <a:srgbClr val="FFFFFF"/>
          </a:solidFill>
          <a:ln w="9525">
            <a:solidFill>
              <a:srgbClr val="DCDAEE"/>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6" name="Rectangle 1705">
            <a:extLst>
              <a:ext uri="{FF2B5EF4-FFF2-40B4-BE49-F238E27FC236}">
                <a16:creationId xmlns:a16="http://schemas.microsoft.com/office/drawing/2014/main" id="{60A6BD40-640C-9F7D-4DDF-17431B716D41}"/>
              </a:ext>
            </a:extLst>
          </p:cNvPr>
          <p:cNvSpPr/>
          <p:nvPr/>
        </p:nvSpPr>
        <p:spPr>
          <a:xfrm>
            <a:off x="5212080" y="2103120"/>
            <a:ext cx="33832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900" b="1" spc="200">
                <a:solidFill>
                  <a:srgbClr val="5B52C4"/>
                </a:solidFill>
                <a:effectLst/>
                <a:latin typeface="Calibri" panose="020F0502020204030204" pitchFamily="34" charset="0"/>
              </a:rPr>
              <a:t>STEP 2  ·  SERVER-SIDE</a:t>
            </a:r>
          </a:p>
          <a:p>
            <a:pPr algn="l">
              <a:buNone/>
            </a:pPr>
            <a:r>
              <a:rPr lang="en-US" sz="100">
                <a:effectLst/>
              </a:rPr>
              <a:t> </a:t>
            </a:r>
            <a:endParaRPr lang="en-US"/>
          </a:p>
        </p:txBody>
      </p:sp>
      <p:sp>
        <p:nvSpPr>
          <p:cNvPr id="1716" name="Rectangle 1715">
            <a:extLst>
              <a:ext uri="{FF2B5EF4-FFF2-40B4-BE49-F238E27FC236}">
                <a16:creationId xmlns:a16="http://schemas.microsoft.com/office/drawing/2014/main" id="{040FFF41-0EF7-8697-61B9-BC35911332C4}"/>
              </a:ext>
            </a:extLst>
          </p:cNvPr>
          <p:cNvSpPr/>
          <p:nvPr/>
        </p:nvSpPr>
        <p:spPr>
          <a:xfrm>
            <a:off x="4846320" y="2468880"/>
            <a:ext cx="3749040"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1F2933"/>
                </a:solidFill>
                <a:effectLst/>
                <a:latin typeface="Calibri" panose="020F0502020204030204" pitchFamily="34" charset="0"/>
              </a:rPr>
              <a:t>Run docs-assistant in Foundry; inspect its trace under Agents &gt; Traces.</a:t>
            </a:r>
          </a:p>
          <a:p>
            <a:pPr algn="l">
              <a:buNone/>
            </a:pPr>
            <a:r>
              <a:rPr lang="en-US" sz="100">
                <a:effectLst/>
              </a:rPr>
              <a:t> </a:t>
            </a:r>
            <a:endParaRPr lang="en-US"/>
          </a:p>
        </p:txBody>
      </p:sp>
      <p:sp>
        <p:nvSpPr>
          <p:cNvPr id="1727" name="Rectangle 1726">
            <a:extLst>
              <a:ext uri="{FF2B5EF4-FFF2-40B4-BE49-F238E27FC236}">
                <a16:creationId xmlns:a16="http://schemas.microsoft.com/office/drawing/2014/main" id="{E2E7EE6D-272B-3209-02DE-55B4849A5CE1}"/>
              </a:ext>
            </a:extLst>
          </p:cNvPr>
          <p:cNvSpPr/>
          <p:nvPr/>
        </p:nvSpPr>
        <p:spPr>
          <a:xfrm>
            <a:off x="457200" y="3337560"/>
            <a:ext cx="8229600" cy="1051560"/>
          </a:xfrm>
          <a:prstGeom prst="rect">
            <a:avLst/>
          </a:prstGeom>
          <a:solidFill>
            <a:srgbClr val="F5F4FB"/>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9" name="Rectangle 1738">
            <a:extLst>
              <a:ext uri="{FF2B5EF4-FFF2-40B4-BE49-F238E27FC236}">
                <a16:creationId xmlns:a16="http://schemas.microsoft.com/office/drawing/2014/main" id="{9DB33BA3-CBCF-653D-96D6-191B68172722}"/>
              </a:ext>
            </a:extLst>
          </p:cNvPr>
          <p:cNvSpPr/>
          <p:nvPr/>
        </p:nvSpPr>
        <p:spPr>
          <a:xfrm>
            <a:off x="548640" y="3429000"/>
            <a:ext cx="246888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900" b="1" spc="200">
                <a:solidFill>
                  <a:srgbClr val="5B52C4"/>
                </a:solidFill>
                <a:effectLst/>
                <a:latin typeface="Calibri" panose="020F0502020204030204" pitchFamily="34" charset="0"/>
              </a:rPr>
              <a:t>WATCH FOR</a:t>
            </a:r>
          </a:p>
          <a:p>
            <a:pPr algn="l">
              <a:buNone/>
            </a:pPr>
            <a:r>
              <a:rPr lang="en-US" sz="100">
                <a:effectLst/>
              </a:rPr>
              <a:t> </a:t>
            </a:r>
            <a:endParaRPr lang="en-US"/>
          </a:p>
        </p:txBody>
      </p:sp>
      <p:sp>
        <p:nvSpPr>
          <p:cNvPr id="1766" name="Rectangle 1765">
            <a:extLst>
              <a:ext uri="{FF2B5EF4-FFF2-40B4-BE49-F238E27FC236}">
                <a16:creationId xmlns:a16="http://schemas.microsoft.com/office/drawing/2014/main" id="{69425121-4D28-D5A4-F3FD-0685A49D121C}"/>
              </a:ext>
            </a:extLst>
          </p:cNvPr>
          <p:cNvSpPr/>
          <p:nvPr/>
        </p:nvSpPr>
        <p:spPr>
          <a:xfrm>
            <a:off x="548640" y="3840480"/>
            <a:ext cx="256032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1F2933"/>
                </a:solidFill>
                <a:effectLst/>
                <a:latin typeface="Calibri" panose="020F0502020204030204" pitchFamily="34" charset="0"/>
              </a:rPr>
              <a:t>Client trace: custom + automatic spans</a:t>
            </a:r>
            <a:endParaRPr lang="en-US" sz="1000"/>
          </a:p>
        </p:txBody>
      </p:sp>
      <p:sp>
        <p:nvSpPr>
          <p:cNvPr id="1797" name="Rectangle 1796">
            <a:extLst>
              <a:ext uri="{FF2B5EF4-FFF2-40B4-BE49-F238E27FC236}">
                <a16:creationId xmlns:a16="http://schemas.microsoft.com/office/drawing/2014/main" id="{3B5DE514-DDCF-26C2-4276-ADCA3D390D78}"/>
              </a:ext>
            </a:extLst>
          </p:cNvPr>
          <p:cNvSpPr/>
          <p:nvPr/>
        </p:nvSpPr>
        <p:spPr>
          <a:xfrm>
            <a:off x="3200400" y="3840480"/>
            <a:ext cx="256032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1F2933"/>
                </a:solidFill>
                <a:effectLst/>
                <a:latin typeface="Calibri" panose="020F0502020204030204" pitchFamily="34" charset="0"/>
              </a:rPr>
              <a:t>Server trace: Foundry-managed coverage</a:t>
            </a:r>
            <a:endParaRPr lang="en-US" sz="1000"/>
          </a:p>
        </p:txBody>
      </p:sp>
      <p:sp>
        <p:nvSpPr>
          <p:cNvPr id="1832" name="Rectangle 1831">
            <a:extLst>
              <a:ext uri="{FF2B5EF4-FFF2-40B4-BE49-F238E27FC236}">
                <a16:creationId xmlns:a16="http://schemas.microsoft.com/office/drawing/2014/main" id="{7A697E40-6599-D7F7-D492-601CC6D95940}"/>
              </a:ext>
            </a:extLst>
          </p:cNvPr>
          <p:cNvSpPr/>
          <p:nvPr/>
        </p:nvSpPr>
        <p:spPr>
          <a:xfrm>
            <a:off x="5852160" y="3840480"/>
            <a:ext cx="256032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1F2933"/>
                </a:solidFill>
                <a:effectLst/>
                <a:latin typeface="Calibri" panose="020F0502020204030204" pitchFamily="34" charset="0"/>
              </a:rPr>
              <a:t>Separate trace IDs, duration, and status</a:t>
            </a:r>
            <a:endParaRPr lang="en-US" sz="1000"/>
          </a:p>
        </p:txBody>
      </p:sp>
      <p:sp>
        <p:nvSpPr>
          <p:cNvPr id="1851" name="Rectangle 1850">
            <a:extLst>
              <a:ext uri="{FF2B5EF4-FFF2-40B4-BE49-F238E27FC236}">
                <a16:creationId xmlns:a16="http://schemas.microsoft.com/office/drawing/2014/main" id="{64617393-F778-DC30-35C6-3610B8F27490}"/>
              </a:ext>
            </a:extLst>
          </p:cNvPr>
          <p:cNvSpPr/>
          <p:nvPr/>
        </p:nvSpPr>
        <p:spPr>
          <a:xfrm>
            <a:off x="365760" y="4480560"/>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000" i="1">
                <a:solidFill>
                  <a:srgbClr val="52606D"/>
                </a:solidFill>
                <a:effectLst/>
                <a:latin typeface="Calibri" panose="020F0502020204030204" pitchFamily="34" charset="0"/>
              </a:rPr>
              <a:t>RUNBOOK  demos/day5/module-1-demo-1-standard-custom-traces.md</a:t>
            </a:r>
          </a:p>
          <a:p>
            <a:pPr algn="l">
              <a:buNone/>
            </a:pPr>
            <a:r>
              <a:rPr lang="en-US" sz="100">
                <a:effectLst/>
              </a:rPr>
              <a:t> </a:t>
            </a:r>
            <a:endParaRPr lang="en-US"/>
          </a:p>
        </p:txBody>
      </p:sp>
      <p:sp>
        <p:nvSpPr>
          <p:cNvPr id="1871" name="Rectangle 1870">
            <a:extLst>
              <a:ext uri="{FF2B5EF4-FFF2-40B4-BE49-F238E27FC236}">
                <a16:creationId xmlns:a16="http://schemas.microsoft.com/office/drawing/2014/main" id="{12D148A6-2137-869B-933F-6742DFEEB6DB}"/>
              </a:ext>
            </a:extLst>
          </p:cNvPr>
          <p:cNvSpPr/>
          <p:nvPr/>
        </p:nvSpPr>
        <p:spPr>
          <a:xfrm>
            <a:off x="365760" y="4823460"/>
            <a:ext cx="566928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900">
                <a:solidFill>
                  <a:srgbClr val="52606D"/>
                </a:solidFill>
                <a:effectLst/>
                <a:latin typeface="Calibri" panose="020F0502020204030204" pitchFamily="34" charset="0"/>
              </a:rPr>
              <a:t>Observability &amp; Tracing  ·  Microsoft Agent Framework</a:t>
            </a:r>
          </a:p>
          <a:p>
            <a:pPr algn="l">
              <a:buNone/>
            </a:pPr>
            <a:r>
              <a:rPr lang="en-US" sz="100">
                <a:effectLst/>
              </a:rPr>
              <a:t> </a:t>
            </a:r>
            <a:endParaRPr lang="en-US"/>
          </a:p>
        </p:txBody>
      </p:sp>
      <p:sp>
        <p:nvSpPr>
          <p:cNvPr id="1892" name="Rectangle 1891">
            <a:extLst>
              <a:ext uri="{FF2B5EF4-FFF2-40B4-BE49-F238E27FC236}">
                <a16:creationId xmlns:a16="http://schemas.microsoft.com/office/drawing/2014/main" id="{0480FBF0-43E3-50E6-FFFD-04E55D0D3535}"/>
              </a:ext>
            </a:extLst>
          </p:cNvPr>
          <p:cNvSpPr/>
          <p:nvPr/>
        </p:nvSpPr>
        <p:spPr>
          <a:xfrm>
            <a:off x="7955280" y="4823460"/>
            <a:ext cx="82296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buNone/>
            </a:pPr>
            <a:r>
              <a:rPr lang="en-US" sz="900">
                <a:solidFill>
                  <a:srgbClr val="52606D"/>
                </a:solidFill>
                <a:effectLst/>
                <a:latin typeface="Calibri" panose="020F0502020204030204" pitchFamily="34" charset="0"/>
              </a:rPr>
              <a:t>8 / 11</a:t>
            </a:r>
          </a:p>
          <a:p>
            <a:pPr algn="r">
              <a:buNone/>
            </a:pPr>
            <a:r>
              <a:rPr lang="en-US" sz="100">
                <a:effectLst/>
              </a:rPr>
              <a:t> </a:t>
            </a:r>
            <a:endParaRPr lang="en-US"/>
          </a:p>
        </p:txBody>
      </p:sp>
      <p:pic>
        <p:nvPicPr>
          <p:cNvPr id="1893" name="Picture 1892" descr="working/ic/i17.png">
            <a:extLst>
              <a:ext uri="{FF2B5EF4-FFF2-40B4-BE49-F238E27FC236}">
                <a16:creationId xmlns:a16="http://schemas.microsoft.com/office/drawing/2014/main" id="{33565044-4E9A-8F5B-3E0B-F97A84588977}"/>
              </a:ext>
            </a:extLst>
          </p:cNvPr>
          <p:cNvPicPr>
            <a:picLocks noChangeAspect="1"/>
          </p:cNvPicPr>
          <p:nvPr/>
        </p:nvPicPr>
        <p:blipFill>
          <a:blip r:embed="rId3"/>
          <a:stretch>
            <a:fillRect/>
          </a:stretch>
        </p:blipFill>
        <p:spPr>
          <a:xfrm>
            <a:off x="685800" y="2103120"/>
            <a:ext cx="274320" cy="274320"/>
          </a:xfrm>
          <a:prstGeom prst="rect">
            <a:avLst/>
          </a:prstGeom>
        </p:spPr>
      </p:pic>
      <p:pic>
        <p:nvPicPr>
          <p:cNvPr id="1894" name="Picture 1893" descr="working/ic/i17.png">
            <a:extLst>
              <a:ext uri="{FF2B5EF4-FFF2-40B4-BE49-F238E27FC236}">
                <a16:creationId xmlns:a16="http://schemas.microsoft.com/office/drawing/2014/main" id="{FE35024F-4DA8-E053-96C0-A16B6D076661}"/>
              </a:ext>
            </a:extLst>
          </p:cNvPr>
          <p:cNvPicPr>
            <a:picLocks noChangeAspect="1"/>
          </p:cNvPicPr>
          <p:nvPr/>
        </p:nvPicPr>
        <p:blipFill>
          <a:blip r:embed="rId3"/>
          <a:stretch>
            <a:fillRect/>
          </a:stretch>
        </p:blipFill>
        <p:spPr>
          <a:xfrm>
            <a:off x="4937760" y="2103120"/>
            <a:ext cx="274320" cy="274320"/>
          </a:xfrm>
          <a:prstGeom prst="rect">
            <a:avLst/>
          </a:prstGeom>
        </p:spPr>
      </p:pic>
    </p:spTree>
    <p:extLst>
      <p:ext uri="{BB962C8B-B14F-4D97-AF65-F5344CB8AC3E}">
        <p14:creationId xmlns:p14="http://schemas.microsoft.com/office/powerpoint/2010/main" val="23083335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95" name="Rectangle 1894">
            <a:extLst>
              <a:ext uri="{FF2B5EF4-FFF2-40B4-BE49-F238E27FC236}">
                <a16:creationId xmlns:a16="http://schemas.microsoft.com/office/drawing/2014/main" id="{AE6999F6-17C6-68DF-1B01-B8376BC9F845}"/>
              </a:ext>
            </a:extLst>
          </p:cNvPr>
          <p:cNvSpPr/>
          <p:nvPr/>
        </p:nvSpPr>
        <p:spPr>
          <a:xfrm>
            <a:off x="365760" y="292608"/>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000" b="1" spc="400">
                <a:solidFill>
                  <a:srgbClr val="5B52C4"/>
                </a:solidFill>
                <a:effectLst/>
                <a:latin typeface="Calibri" panose="020F0502020204030204" pitchFamily="34" charset="0"/>
              </a:rPr>
              <a:t>TELEMETRY IS DATA</a:t>
            </a:r>
          </a:p>
          <a:p>
            <a:pPr algn="l">
              <a:buNone/>
            </a:pPr>
            <a:r>
              <a:rPr lang="en-US" sz="100">
                <a:effectLst/>
              </a:rPr>
              <a:t> </a:t>
            </a:r>
            <a:endParaRPr lang="en-US"/>
          </a:p>
        </p:txBody>
      </p:sp>
      <p:sp>
        <p:nvSpPr>
          <p:cNvPr id="1897" name="Rectangle 1896">
            <a:extLst>
              <a:ext uri="{FF2B5EF4-FFF2-40B4-BE49-F238E27FC236}">
                <a16:creationId xmlns:a16="http://schemas.microsoft.com/office/drawing/2014/main" id="{A28904CA-6916-F87B-8C61-AB53D8A20B46}"/>
              </a:ext>
            </a:extLst>
          </p:cNvPr>
          <p:cNvSpPr/>
          <p:nvPr/>
        </p:nvSpPr>
        <p:spPr>
          <a:xfrm>
            <a:off x="365760" y="566928"/>
            <a:ext cx="84124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2800" b="1">
                <a:solidFill>
                  <a:srgbClr val="1F2933"/>
                </a:solidFill>
                <a:effectLst/>
                <a:latin typeface="Calibri" panose="020F0502020204030204" pitchFamily="34" charset="0"/>
              </a:rPr>
              <a:t>Treat trace telemetry as governed data</a:t>
            </a:r>
          </a:p>
          <a:p>
            <a:pPr algn="l">
              <a:buNone/>
            </a:pPr>
            <a:r>
              <a:rPr lang="en-US" sz="100">
                <a:effectLst/>
              </a:rPr>
              <a:t> </a:t>
            </a:r>
            <a:endParaRPr lang="en-US"/>
          </a:p>
        </p:txBody>
      </p:sp>
      <p:sp>
        <p:nvSpPr>
          <p:cNvPr id="1900" name="Rectangle 1899">
            <a:extLst>
              <a:ext uri="{FF2B5EF4-FFF2-40B4-BE49-F238E27FC236}">
                <a16:creationId xmlns:a16="http://schemas.microsoft.com/office/drawing/2014/main" id="{9EFC2D90-841D-6DDD-567B-51E93ECAB6BA}"/>
              </a:ext>
            </a:extLst>
          </p:cNvPr>
          <p:cNvSpPr/>
          <p:nvPr/>
        </p:nvSpPr>
        <p:spPr>
          <a:xfrm>
            <a:off x="457200" y="1225296"/>
            <a:ext cx="731520" cy="25400"/>
          </a:xfrm>
          <a:prstGeom prst="rect">
            <a:avLst/>
          </a:prstGeom>
          <a:solidFill>
            <a:srgbClr val="5B52C4"/>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4" name="Rectangle 1903">
            <a:extLst>
              <a:ext uri="{FF2B5EF4-FFF2-40B4-BE49-F238E27FC236}">
                <a16:creationId xmlns:a16="http://schemas.microsoft.com/office/drawing/2014/main" id="{E9D2DAD1-2836-EDCB-3482-31F2DC04CFA7}"/>
              </a:ext>
            </a:extLst>
          </p:cNvPr>
          <p:cNvSpPr/>
          <p:nvPr/>
        </p:nvSpPr>
        <p:spPr>
          <a:xfrm>
            <a:off x="365760" y="1417320"/>
            <a:ext cx="8412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300">
                <a:solidFill>
                  <a:srgbClr val="52606D"/>
                </a:solidFill>
                <a:effectLst/>
                <a:latin typeface="Calibri" panose="020F0502020204030204" pitchFamily="34" charset="0"/>
              </a:rPr>
              <a:t>Prompts, outputs, tool arguments, and results are sensitive until proven otherwise.</a:t>
            </a:r>
          </a:p>
          <a:p>
            <a:pPr algn="l">
              <a:buNone/>
            </a:pPr>
            <a:r>
              <a:rPr lang="en-US" sz="100">
                <a:effectLst/>
              </a:rPr>
              <a:t> </a:t>
            </a:r>
            <a:endParaRPr lang="en-US"/>
          </a:p>
        </p:txBody>
      </p:sp>
      <p:graphicFrame>
        <p:nvGraphicFramePr>
          <p:cNvPr id="10" name="Table 9">
            <a:extLst>
              <a:ext uri="{FF2B5EF4-FFF2-40B4-BE49-F238E27FC236}">
                <a16:creationId xmlns:a16="http://schemas.microsoft.com/office/drawing/2014/main" id="{3184E2E5-16BD-4062-87BD-9F0004228ABA}"/>
              </a:ext>
            </a:extLst>
          </p:cNvPr>
          <p:cNvGraphicFramePr>
            <a:graphicFrameLocks noGrp="1"/>
          </p:cNvGraphicFramePr>
          <p:nvPr/>
        </p:nvGraphicFramePr>
        <p:xfrm>
          <a:off x="457200" y="1874520"/>
          <a:ext cx="6096000" cy="2438400"/>
        </p:xfrm>
        <a:graphic>
          <a:graphicData uri="http://schemas.openxmlformats.org/drawingml/2006/table">
            <a:tbl>
              <a:tblPr bandRow="1">
                <a:tableStyleId>{5C22544A-7EE6-4342-B048-85BDC9FD1C3A}</a:tableStyleId>
              </a:tblPr>
              <a:tblGrid>
                <a:gridCol w="2032000">
                  <a:extLst>
                    <a:ext uri="{9D8B030D-6E8A-4147-A177-3AD203B41FA5}">
                      <a16:colId xmlns:a16="http://schemas.microsoft.com/office/drawing/2014/main" val="1848162223"/>
                    </a:ext>
                  </a:extLst>
                </a:gridCol>
                <a:gridCol w="2032000">
                  <a:extLst>
                    <a:ext uri="{9D8B030D-6E8A-4147-A177-3AD203B41FA5}">
                      <a16:colId xmlns:a16="http://schemas.microsoft.com/office/drawing/2014/main" val="2050434625"/>
                    </a:ext>
                  </a:extLst>
                </a:gridCol>
                <a:gridCol w="2032000">
                  <a:extLst>
                    <a:ext uri="{9D8B030D-6E8A-4147-A177-3AD203B41FA5}">
                      <a16:colId xmlns:a16="http://schemas.microsoft.com/office/drawing/2014/main" val="4289656902"/>
                    </a:ext>
                  </a:extLst>
                </a:gridCol>
              </a:tblGrid>
              <a:tr h="0">
                <a:tc>
                  <a:txBody>
                    <a:bodyPr/>
                    <a:lstStyle/>
                    <a:p>
                      <a:pPr>
                        <a:buNone/>
                      </a:pPr>
                      <a:r>
                        <a:rPr lang="en-US" sz="1000" b="1">
                          <a:solidFill>
                            <a:srgbClr val="FFFFFF"/>
                          </a:solidFill>
                          <a:effectLst/>
                          <a:latin typeface="Calibri" panose="020F0502020204030204" pitchFamily="34" charset="0"/>
                        </a:rPr>
                        <a:t>Decision</a:t>
                      </a:r>
                    </a:p>
                  </a:txBody>
                  <a:tcPr anchor="ctr">
                    <a:lnL>
                      <a:noFill/>
                    </a:lnL>
                    <a:lnR>
                      <a:noFill/>
                    </a:lnR>
                    <a:lnT>
                      <a:noFill/>
                    </a:lnT>
                    <a:lnB>
                      <a:noFill/>
                    </a:lnB>
                    <a:solidFill>
                      <a:srgbClr val="5B52C4"/>
                    </a:solidFill>
                  </a:tcPr>
                </a:tc>
                <a:tc>
                  <a:txBody>
                    <a:bodyPr/>
                    <a:lstStyle/>
                    <a:p>
                      <a:pPr>
                        <a:buNone/>
                      </a:pPr>
                      <a:r>
                        <a:rPr lang="en-US" sz="1000" b="1">
                          <a:solidFill>
                            <a:srgbClr val="FFFFFF"/>
                          </a:solidFill>
                          <a:effectLst/>
                          <a:latin typeface="Calibri" panose="020F0502020204030204" pitchFamily="34" charset="0"/>
                        </a:rPr>
                        <a:t>Default stance</a:t>
                      </a:r>
                    </a:p>
                  </a:txBody>
                  <a:tcPr anchor="ctr">
                    <a:lnL>
                      <a:noFill/>
                    </a:lnL>
                    <a:lnR>
                      <a:noFill/>
                    </a:lnR>
                    <a:lnT>
                      <a:noFill/>
                    </a:lnT>
                    <a:lnB>
                      <a:noFill/>
                    </a:lnB>
                    <a:solidFill>
                      <a:srgbClr val="5B52C4"/>
                    </a:solidFill>
                  </a:tcPr>
                </a:tc>
                <a:tc>
                  <a:txBody>
                    <a:bodyPr/>
                    <a:lstStyle/>
                    <a:p>
                      <a:pPr>
                        <a:buNone/>
                      </a:pPr>
                      <a:r>
                        <a:rPr lang="en-US" sz="1000" b="1">
                          <a:solidFill>
                            <a:srgbClr val="FFFFFF"/>
                          </a:solidFill>
                          <a:effectLst/>
                          <a:latin typeface="Calibri" panose="020F0502020204030204" pitchFamily="34" charset="0"/>
                        </a:rPr>
                        <a:t>Reason</a:t>
                      </a:r>
                    </a:p>
                  </a:txBody>
                  <a:tcPr anchor="ctr">
                    <a:lnL>
                      <a:noFill/>
                    </a:lnL>
                    <a:lnR>
                      <a:noFill/>
                    </a:lnR>
                    <a:lnT>
                      <a:noFill/>
                    </a:lnT>
                    <a:lnB>
                      <a:noFill/>
                    </a:lnB>
                    <a:solidFill>
                      <a:srgbClr val="5B52C4"/>
                    </a:solidFill>
                  </a:tcPr>
                </a:tc>
                <a:extLst>
                  <a:ext uri="{0D108BD9-81ED-4DB2-BD59-A6C34878D82A}">
                    <a16:rowId xmlns:a16="http://schemas.microsoft.com/office/drawing/2014/main" val="2209778902"/>
                  </a:ext>
                </a:extLst>
              </a:tr>
              <a:tr h="0">
                <a:tc>
                  <a:txBody>
                    <a:bodyPr/>
                    <a:lstStyle/>
                    <a:p>
                      <a:pPr>
                        <a:buNone/>
                      </a:pPr>
                      <a:r>
                        <a:rPr lang="en-US" sz="1000">
                          <a:effectLst/>
                          <a:latin typeface="Calibri" panose="020F0502020204030204" pitchFamily="34" charset="0"/>
                        </a:rPr>
                        <a:t>Payloads</a:t>
                      </a:r>
                    </a:p>
                  </a:txBody>
                  <a:tcPr anchor="ctr">
                    <a:lnL>
                      <a:noFill/>
                    </a:lnL>
                    <a:lnR>
                      <a:noFill/>
                    </a:lnR>
                    <a:lnT>
                      <a:noFill/>
                    </a:lnT>
                    <a:lnB>
                      <a:noFill/>
                    </a:lnB>
                    <a:noFill/>
                  </a:tcPr>
                </a:tc>
                <a:tc>
                  <a:txBody>
                    <a:bodyPr/>
                    <a:lstStyle/>
                    <a:p>
                      <a:pPr>
                        <a:buNone/>
                      </a:pPr>
                      <a:r>
                        <a:rPr lang="en-US" sz="1000">
                          <a:effectLst/>
                          <a:latin typeface="Calibri" panose="020F0502020204030204" pitchFamily="34" charset="0"/>
                        </a:rPr>
                        <a:t>Omit, redact, or minimize</a:t>
                      </a:r>
                    </a:p>
                  </a:txBody>
                  <a:tcPr anchor="ctr">
                    <a:lnL>
                      <a:noFill/>
                    </a:lnL>
                    <a:lnR>
                      <a:noFill/>
                    </a:lnR>
                    <a:lnT>
                      <a:noFill/>
                    </a:lnT>
                    <a:lnB>
                      <a:noFill/>
                    </a:lnB>
                    <a:noFill/>
                  </a:tcPr>
                </a:tc>
                <a:tc>
                  <a:txBody>
                    <a:bodyPr/>
                    <a:lstStyle/>
                    <a:p>
                      <a:pPr>
                        <a:buNone/>
                      </a:pPr>
                      <a:r>
                        <a:rPr lang="en-US" sz="1000">
                          <a:effectLst/>
                          <a:latin typeface="Calibri" panose="020F0502020204030204" pitchFamily="34" charset="0"/>
                        </a:rPr>
                        <a:t>Prompts, outputs, tool arguments, and results can contain sensitive data</a:t>
                      </a:r>
                    </a:p>
                  </a:txBody>
                  <a:tcPr anchor="ctr">
                    <a:lnL>
                      <a:noFill/>
                    </a:lnL>
                    <a:lnR>
                      <a:noFill/>
                    </a:lnR>
                    <a:lnT>
                      <a:noFill/>
                    </a:lnT>
                    <a:lnB>
                      <a:noFill/>
                    </a:lnB>
                    <a:noFill/>
                  </a:tcPr>
                </a:tc>
                <a:extLst>
                  <a:ext uri="{0D108BD9-81ED-4DB2-BD59-A6C34878D82A}">
                    <a16:rowId xmlns:a16="http://schemas.microsoft.com/office/drawing/2014/main" val="2462768943"/>
                  </a:ext>
                </a:extLst>
              </a:tr>
              <a:tr h="0">
                <a:tc>
                  <a:txBody>
                    <a:bodyPr/>
                    <a:lstStyle/>
                    <a:p>
                      <a:pPr>
                        <a:buNone/>
                      </a:pPr>
                      <a:r>
                        <a:rPr lang="en-US" sz="1000">
                          <a:effectLst/>
                          <a:latin typeface="Calibri" panose="020F0502020204030204" pitchFamily="34" charset="0"/>
                        </a:rPr>
                        <a:t>Metadata</a:t>
                      </a:r>
                    </a:p>
                  </a:txBody>
                  <a:tcPr anchor="ctr">
                    <a:lnL>
                      <a:noFill/>
                    </a:lnL>
                    <a:lnR>
                      <a:noFill/>
                    </a:lnR>
                    <a:lnT>
                      <a:noFill/>
                    </a:lnT>
                    <a:lnB>
                      <a:noFill/>
                    </a:lnB>
                    <a:solidFill>
                      <a:srgbClr val="EFEEF9"/>
                    </a:solidFill>
                  </a:tcPr>
                </a:tc>
                <a:tc>
                  <a:txBody>
                    <a:bodyPr/>
                    <a:lstStyle/>
                    <a:p>
                      <a:pPr>
                        <a:buNone/>
                      </a:pPr>
                      <a:r>
                        <a:rPr lang="en-US" sz="1000">
                          <a:effectLst/>
                          <a:latin typeface="Calibri" panose="020F0502020204030204" pitchFamily="34" charset="0"/>
                        </a:rPr>
                        <a:t>Keep only useful context</a:t>
                      </a:r>
                    </a:p>
                  </a:txBody>
                  <a:tcPr anchor="ctr">
                    <a:lnL>
                      <a:noFill/>
                    </a:lnL>
                    <a:lnR>
                      <a:noFill/>
                    </a:lnR>
                    <a:lnT>
                      <a:noFill/>
                    </a:lnT>
                    <a:lnB>
                      <a:noFill/>
                    </a:lnB>
                    <a:solidFill>
                      <a:srgbClr val="EFEEF9"/>
                    </a:solidFill>
                  </a:tcPr>
                </a:tc>
                <a:tc>
                  <a:txBody>
                    <a:bodyPr/>
                    <a:lstStyle/>
                    <a:p>
                      <a:pPr>
                        <a:buNone/>
                      </a:pPr>
                      <a:r>
                        <a:rPr lang="en-US" sz="1000">
                          <a:effectLst/>
                          <a:latin typeface="Calibri" panose="020F0502020204030204" pitchFamily="34" charset="0"/>
                        </a:rPr>
                        <a:t>Duration, status, operation type, and safe identifiers often answer the question</a:t>
                      </a:r>
                    </a:p>
                  </a:txBody>
                  <a:tcPr anchor="ctr">
                    <a:lnL>
                      <a:noFill/>
                    </a:lnL>
                    <a:lnR>
                      <a:noFill/>
                    </a:lnR>
                    <a:lnT>
                      <a:noFill/>
                    </a:lnT>
                    <a:lnB>
                      <a:noFill/>
                    </a:lnB>
                    <a:solidFill>
                      <a:srgbClr val="EFEEF9"/>
                    </a:solidFill>
                  </a:tcPr>
                </a:tc>
                <a:extLst>
                  <a:ext uri="{0D108BD9-81ED-4DB2-BD59-A6C34878D82A}">
                    <a16:rowId xmlns:a16="http://schemas.microsoft.com/office/drawing/2014/main" val="2182680793"/>
                  </a:ext>
                </a:extLst>
              </a:tr>
              <a:tr h="0">
                <a:tc>
                  <a:txBody>
                    <a:bodyPr/>
                    <a:lstStyle/>
                    <a:p>
                      <a:pPr>
                        <a:buNone/>
                      </a:pPr>
                      <a:r>
                        <a:rPr lang="en-US" sz="1000">
                          <a:effectLst/>
                          <a:latin typeface="Calibri" panose="020F0502020204030204" pitchFamily="34" charset="0"/>
                        </a:rPr>
                        <a:t>Access + retention</a:t>
                      </a:r>
                    </a:p>
                  </a:txBody>
                  <a:tcPr anchor="ctr">
                    <a:lnL>
                      <a:noFill/>
                    </a:lnL>
                    <a:lnR>
                      <a:noFill/>
                    </a:lnR>
                    <a:lnT>
                      <a:noFill/>
                    </a:lnT>
                    <a:lnB>
                      <a:noFill/>
                    </a:lnB>
                    <a:noFill/>
                  </a:tcPr>
                </a:tc>
                <a:tc>
                  <a:txBody>
                    <a:bodyPr/>
                    <a:lstStyle/>
                    <a:p>
                      <a:pPr>
                        <a:buNone/>
                      </a:pPr>
                      <a:r>
                        <a:rPr lang="en-US" sz="1000">
                          <a:effectLst/>
                          <a:latin typeface="Calibri" panose="020F0502020204030204" pitchFamily="34" charset="0"/>
                        </a:rPr>
                        <a:t>Restrict, sample, expire</a:t>
                      </a:r>
                    </a:p>
                  </a:txBody>
                  <a:tcPr anchor="ctr">
                    <a:lnL>
                      <a:noFill/>
                    </a:lnL>
                    <a:lnR>
                      <a:noFill/>
                    </a:lnR>
                    <a:lnT>
                      <a:noFill/>
                    </a:lnT>
                    <a:lnB>
                      <a:noFill/>
                    </a:lnB>
                    <a:noFill/>
                  </a:tcPr>
                </a:tc>
                <a:tc>
                  <a:txBody>
                    <a:bodyPr/>
                    <a:lstStyle/>
                    <a:p>
                      <a:pPr>
                        <a:buNone/>
                      </a:pPr>
                      <a:r>
                        <a:rPr lang="en-US" sz="1000">
                          <a:effectLst/>
                          <a:latin typeface="Calibri" panose="020F0502020204030204" pitchFamily="34" charset="0"/>
                        </a:rPr>
                        <a:t>Trace storage follows Application Insights access, retention, and billing</a:t>
                      </a:r>
                    </a:p>
                  </a:txBody>
                  <a:tcPr anchor="ctr">
                    <a:lnL>
                      <a:noFill/>
                    </a:lnL>
                    <a:lnR>
                      <a:noFill/>
                    </a:lnR>
                    <a:lnT>
                      <a:noFill/>
                    </a:lnT>
                    <a:lnB>
                      <a:noFill/>
                    </a:lnB>
                    <a:noFill/>
                  </a:tcPr>
                </a:tc>
                <a:extLst>
                  <a:ext uri="{0D108BD9-81ED-4DB2-BD59-A6C34878D82A}">
                    <a16:rowId xmlns:a16="http://schemas.microsoft.com/office/drawing/2014/main" val="2145270882"/>
                  </a:ext>
                </a:extLst>
              </a:tr>
              <a:tr h="0">
                <a:tc>
                  <a:txBody>
                    <a:bodyPr/>
                    <a:lstStyle/>
                    <a:p>
                      <a:pPr>
                        <a:buNone/>
                      </a:pPr>
                      <a:r>
                        <a:rPr lang="en-US" sz="1000">
                          <a:effectLst/>
                          <a:latin typeface="Calibri" panose="020F0502020204030204" pitchFamily="34" charset="0"/>
                        </a:rPr>
                        <a:t>Demo content</a:t>
                      </a:r>
                    </a:p>
                  </a:txBody>
                  <a:tcPr anchor="ctr">
                    <a:lnL>
                      <a:noFill/>
                    </a:lnL>
                    <a:lnR>
                      <a:noFill/>
                    </a:lnR>
                    <a:lnT>
                      <a:noFill/>
                    </a:lnT>
                    <a:lnB>
                      <a:noFill/>
                    </a:lnB>
                    <a:solidFill>
                      <a:srgbClr val="EFEEF9"/>
                    </a:solidFill>
                  </a:tcPr>
                </a:tc>
                <a:tc>
                  <a:txBody>
                    <a:bodyPr/>
                    <a:lstStyle/>
                    <a:p>
                      <a:pPr>
                        <a:buNone/>
                      </a:pPr>
                      <a:r>
                        <a:rPr lang="en-US" sz="1000">
                          <a:effectLst/>
                          <a:latin typeface="Calibri" panose="020F0502020204030204" pitchFamily="34" charset="0"/>
                        </a:rPr>
                        <a:t>Use synthetic inputs</a:t>
                      </a:r>
                    </a:p>
                  </a:txBody>
                  <a:tcPr anchor="ctr">
                    <a:lnL>
                      <a:noFill/>
                    </a:lnL>
                    <a:lnR>
                      <a:noFill/>
                    </a:lnR>
                    <a:lnT>
                      <a:noFill/>
                    </a:lnT>
                    <a:lnB>
                      <a:noFill/>
                    </a:lnB>
                    <a:solidFill>
                      <a:srgbClr val="EFEEF9"/>
                    </a:solidFill>
                  </a:tcPr>
                </a:tc>
                <a:tc>
                  <a:txBody>
                    <a:bodyPr/>
                    <a:lstStyle/>
                    <a:p>
                      <a:pPr>
                        <a:buNone/>
                      </a:pPr>
                      <a:r>
                        <a:rPr lang="en-US" sz="1000">
                          <a:effectLst/>
                          <a:latin typeface="Calibri" panose="020F0502020204030204" pitchFamily="34" charset="0"/>
                        </a:rPr>
                        <a:t>Troubleshooting value never justifies copying secrets or personal data</a:t>
                      </a:r>
                    </a:p>
                  </a:txBody>
                  <a:tcPr anchor="ctr">
                    <a:lnL>
                      <a:noFill/>
                    </a:lnL>
                    <a:lnR>
                      <a:noFill/>
                    </a:lnR>
                    <a:lnT>
                      <a:noFill/>
                    </a:lnT>
                    <a:lnB>
                      <a:noFill/>
                    </a:lnB>
                    <a:solidFill>
                      <a:srgbClr val="EFEEF9"/>
                    </a:solidFill>
                  </a:tcPr>
                </a:tc>
                <a:extLst>
                  <a:ext uri="{0D108BD9-81ED-4DB2-BD59-A6C34878D82A}">
                    <a16:rowId xmlns:a16="http://schemas.microsoft.com/office/drawing/2014/main" val="3613383313"/>
                  </a:ext>
                </a:extLst>
              </a:tr>
            </a:tbl>
          </a:graphicData>
        </a:graphic>
      </p:graphicFrame>
      <p:sp>
        <p:nvSpPr>
          <p:cNvPr id="1910" name="Rectangle 1909">
            <a:extLst>
              <a:ext uri="{FF2B5EF4-FFF2-40B4-BE49-F238E27FC236}">
                <a16:creationId xmlns:a16="http://schemas.microsoft.com/office/drawing/2014/main" id="{E072E3E1-708F-2537-A908-2BB6635310DD}"/>
              </a:ext>
            </a:extLst>
          </p:cNvPr>
          <p:cNvSpPr/>
          <p:nvPr/>
        </p:nvSpPr>
        <p:spPr>
          <a:xfrm>
            <a:off x="365760" y="4480560"/>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000" i="1">
                <a:solidFill>
                  <a:srgbClr val="52606D"/>
                </a:solidFill>
                <a:effectLst/>
                <a:latin typeface="Calibri" panose="020F0502020204030204" pitchFamily="34" charset="0"/>
              </a:rPr>
              <a:t>REFERENCE  learn.microsoft.com/agent-framework/agents/observability</a:t>
            </a:r>
          </a:p>
          <a:p>
            <a:pPr algn="l">
              <a:buNone/>
            </a:pPr>
            <a:r>
              <a:rPr lang="en-US" sz="100">
                <a:effectLst/>
              </a:rPr>
              <a:t> </a:t>
            </a:r>
            <a:endParaRPr lang="en-US"/>
          </a:p>
        </p:txBody>
      </p:sp>
      <p:sp>
        <p:nvSpPr>
          <p:cNvPr id="1917" name="Rectangle 1916">
            <a:extLst>
              <a:ext uri="{FF2B5EF4-FFF2-40B4-BE49-F238E27FC236}">
                <a16:creationId xmlns:a16="http://schemas.microsoft.com/office/drawing/2014/main" id="{1B03B0F7-C5E2-660D-DF1F-CB52EBEAFE01}"/>
              </a:ext>
            </a:extLst>
          </p:cNvPr>
          <p:cNvSpPr/>
          <p:nvPr/>
        </p:nvSpPr>
        <p:spPr>
          <a:xfrm>
            <a:off x="365760" y="4823460"/>
            <a:ext cx="566928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900">
                <a:solidFill>
                  <a:srgbClr val="52606D"/>
                </a:solidFill>
                <a:effectLst/>
                <a:latin typeface="Calibri" panose="020F0502020204030204" pitchFamily="34" charset="0"/>
              </a:rPr>
              <a:t>Observability &amp; Tracing  ·  Microsoft Agent Framework</a:t>
            </a:r>
          </a:p>
          <a:p>
            <a:pPr algn="l">
              <a:buNone/>
            </a:pPr>
            <a:r>
              <a:rPr lang="en-US" sz="100">
                <a:effectLst/>
              </a:rPr>
              <a:t> </a:t>
            </a:r>
            <a:endParaRPr lang="en-US"/>
          </a:p>
        </p:txBody>
      </p:sp>
      <p:sp>
        <p:nvSpPr>
          <p:cNvPr id="1925" name="Rectangle 1924">
            <a:extLst>
              <a:ext uri="{FF2B5EF4-FFF2-40B4-BE49-F238E27FC236}">
                <a16:creationId xmlns:a16="http://schemas.microsoft.com/office/drawing/2014/main" id="{DCBDDA7F-8573-D587-3F23-87E00D35AFFA}"/>
              </a:ext>
            </a:extLst>
          </p:cNvPr>
          <p:cNvSpPr/>
          <p:nvPr/>
        </p:nvSpPr>
        <p:spPr>
          <a:xfrm>
            <a:off x="7955280" y="4823460"/>
            <a:ext cx="82296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buNone/>
            </a:pPr>
            <a:r>
              <a:rPr lang="en-US" sz="900">
                <a:solidFill>
                  <a:srgbClr val="52606D"/>
                </a:solidFill>
                <a:effectLst/>
                <a:latin typeface="Calibri" panose="020F0502020204030204" pitchFamily="34" charset="0"/>
              </a:rPr>
              <a:t>9 / 11</a:t>
            </a:r>
          </a:p>
          <a:p>
            <a:pPr algn="r">
              <a:buNone/>
            </a:pPr>
            <a:r>
              <a:rPr lang="en-US" sz="100">
                <a:effectLst/>
              </a:rPr>
              <a:t> </a:t>
            </a:r>
            <a:endParaRPr lang="en-US"/>
          </a:p>
        </p:txBody>
      </p:sp>
    </p:spTree>
    <p:extLst>
      <p:ext uri="{BB962C8B-B14F-4D97-AF65-F5344CB8AC3E}">
        <p14:creationId xmlns:p14="http://schemas.microsoft.com/office/powerpoint/2010/main" val="21316965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26" name="Rectangle 1925">
            <a:extLst>
              <a:ext uri="{FF2B5EF4-FFF2-40B4-BE49-F238E27FC236}">
                <a16:creationId xmlns:a16="http://schemas.microsoft.com/office/drawing/2014/main" id="{44E077D9-3402-31C3-F052-1F80C202C671}"/>
              </a:ext>
            </a:extLst>
          </p:cNvPr>
          <p:cNvSpPr/>
          <p:nvPr/>
        </p:nvSpPr>
        <p:spPr>
          <a:xfrm>
            <a:off x="365760" y="292608"/>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000" b="1" spc="400">
                <a:solidFill>
                  <a:srgbClr val="5B52C4"/>
                </a:solidFill>
                <a:effectLst/>
                <a:latin typeface="Calibri" panose="020F0502020204030204" pitchFamily="34" charset="0"/>
              </a:rPr>
              <a:t>READING ONE TRACE</a:t>
            </a:r>
          </a:p>
          <a:p>
            <a:pPr algn="l">
              <a:buNone/>
            </a:pPr>
            <a:r>
              <a:rPr lang="en-US" sz="100">
                <a:effectLst/>
              </a:rPr>
              <a:t> </a:t>
            </a:r>
            <a:endParaRPr lang="en-US"/>
          </a:p>
        </p:txBody>
      </p:sp>
      <p:sp>
        <p:nvSpPr>
          <p:cNvPr id="1928" name="Rectangle 1927">
            <a:extLst>
              <a:ext uri="{FF2B5EF4-FFF2-40B4-BE49-F238E27FC236}">
                <a16:creationId xmlns:a16="http://schemas.microsoft.com/office/drawing/2014/main" id="{0847D39A-729B-73AC-2291-D2878386093E}"/>
              </a:ext>
            </a:extLst>
          </p:cNvPr>
          <p:cNvSpPr/>
          <p:nvPr/>
        </p:nvSpPr>
        <p:spPr>
          <a:xfrm>
            <a:off x="365760" y="566928"/>
            <a:ext cx="84124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2800" b="1">
                <a:solidFill>
                  <a:srgbClr val="1F2933"/>
                </a:solidFill>
                <a:effectLst/>
                <a:latin typeface="Calibri" panose="020F0502020204030204" pitchFamily="34" charset="0"/>
              </a:rPr>
              <a:t>Separate latency, failure, and answer quality</a:t>
            </a:r>
          </a:p>
          <a:p>
            <a:pPr algn="l">
              <a:buNone/>
            </a:pPr>
            <a:r>
              <a:rPr lang="en-US" sz="100">
                <a:effectLst/>
              </a:rPr>
              <a:t> </a:t>
            </a:r>
            <a:endParaRPr lang="en-US"/>
          </a:p>
        </p:txBody>
      </p:sp>
      <p:sp>
        <p:nvSpPr>
          <p:cNvPr id="1931" name="Rectangle 1930">
            <a:extLst>
              <a:ext uri="{FF2B5EF4-FFF2-40B4-BE49-F238E27FC236}">
                <a16:creationId xmlns:a16="http://schemas.microsoft.com/office/drawing/2014/main" id="{D2AC2E40-BEBB-DCF2-8EF3-E0E054A9E43F}"/>
              </a:ext>
            </a:extLst>
          </p:cNvPr>
          <p:cNvSpPr/>
          <p:nvPr/>
        </p:nvSpPr>
        <p:spPr>
          <a:xfrm>
            <a:off x="457200" y="1225296"/>
            <a:ext cx="731520" cy="25400"/>
          </a:xfrm>
          <a:prstGeom prst="rect">
            <a:avLst/>
          </a:prstGeom>
          <a:solidFill>
            <a:srgbClr val="5B52C4"/>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5" name="Rectangle 1934">
            <a:extLst>
              <a:ext uri="{FF2B5EF4-FFF2-40B4-BE49-F238E27FC236}">
                <a16:creationId xmlns:a16="http://schemas.microsoft.com/office/drawing/2014/main" id="{A2DB0086-8C3F-35B1-C63E-83216E89737E}"/>
              </a:ext>
            </a:extLst>
          </p:cNvPr>
          <p:cNvSpPr/>
          <p:nvPr/>
        </p:nvSpPr>
        <p:spPr>
          <a:xfrm>
            <a:off x="365760" y="1417320"/>
            <a:ext cx="8412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300">
                <a:solidFill>
                  <a:srgbClr val="52606D"/>
                </a:solidFill>
                <a:effectLst/>
                <a:latin typeface="Calibri" panose="020F0502020204030204" pitchFamily="34" charset="0"/>
              </a:rPr>
              <a:t>A request can finish with no exception and still produce a poor answer — different questions need different evidence.</a:t>
            </a:r>
          </a:p>
          <a:p>
            <a:pPr algn="l">
              <a:buNone/>
            </a:pPr>
            <a:r>
              <a:rPr lang="en-US" sz="100">
                <a:effectLst/>
              </a:rPr>
              <a:t> </a:t>
            </a:r>
            <a:endParaRPr lang="en-US"/>
          </a:p>
        </p:txBody>
      </p:sp>
      <p:sp>
        <p:nvSpPr>
          <p:cNvPr id="1940" name="Rectangle 1939">
            <a:extLst>
              <a:ext uri="{FF2B5EF4-FFF2-40B4-BE49-F238E27FC236}">
                <a16:creationId xmlns:a16="http://schemas.microsoft.com/office/drawing/2014/main" id="{ABD13065-3E6A-B046-66E3-B65E65AA5583}"/>
              </a:ext>
            </a:extLst>
          </p:cNvPr>
          <p:cNvSpPr/>
          <p:nvPr/>
        </p:nvSpPr>
        <p:spPr>
          <a:xfrm>
            <a:off x="868680" y="1965960"/>
            <a:ext cx="3840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600" b="1">
                <a:solidFill>
                  <a:srgbClr val="1F2933"/>
                </a:solidFill>
                <a:effectLst/>
                <a:latin typeface="Calibri" panose="020F0502020204030204" pitchFamily="34" charset="0"/>
              </a:rPr>
              <a:t>Where did time go?</a:t>
            </a:r>
          </a:p>
          <a:p>
            <a:pPr algn="l">
              <a:buNone/>
            </a:pPr>
            <a:r>
              <a:rPr lang="en-US" sz="100">
                <a:effectLst/>
              </a:rPr>
              <a:t> </a:t>
            </a:r>
            <a:endParaRPr lang="en-US"/>
          </a:p>
        </p:txBody>
      </p:sp>
      <p:sp>
        <p:nvSpPr>
          <p:cNvPr id="1946" name="Rectangle 1945">
            <a:extLst>
              <a:ext uri="{FF2B5EF4-FFF2-40B4-BE49-F238E27FC236}">
                <a16:creationId xmlns:a16="http://schemas.microsoft.com/office/drawing/2014/main" id="{7B5D2719-56C5-1DF2-CA3E-556B99AD9454}"/>
              </a:ext>
            </a:extLst>
          </p:cNvPr>
          <p:cNvSpPr/>
          <p:nvPr/>
        </p:nvSpPr>
        <p:spPr>
          <a:xfrm>
            <a:off x="868680" y="2286000"/>
            <a:ext cx="384048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52606D"/>
                </a:solidFill>
                <a:effectLst/>
                <a:latin typeface="Calibri" panose="020F0502020204030204" pitchFamily="34" charset="0"/>
              </a:rPr>
              <a:t>Compare actual agent, model, tool, and custom-span durations</a:t>
            </a:r>
          </a:p>
          <a:p>
            <a:pPr algn="l">
              <a:buNone/>
            </a:pPr>
            <a:r>
              <a:rPr lang="en-US" sz="100">
                <a:effectLst/>
              </a:rPr>
              <a:t> </a:t>
            </a:r>
            <a:endParaRPr lang="en-US"/>
          </a:p>
        </p:txBody>
      </p:sp>
      <p:sp>
        <p:nvSpPr>
          <p:cNvPr id="1953" name="Rectangle 1952">
            <a:extLst>
              <a:ext uri="{FF2B5EF4-FFF2-40B4-BE49-F238E27FC236}">
                <a16:creationId xmlns:a16="http://schemas.microsoft.com/office/drawing/2014/main" id="{F491A91F-0538-B410-0DF3-994CE82C560C}"/>
              </a:ext>
            </a:extLst>
          </p:cNvPr>
          <p:cNvSpPr/>
          <p:nvPr/>
        </p:nvSpPr>
        <p:spPr>
          <a:xfrm>
            <a:off x="5074920" y="1965960"/>
            <a:ext cx="3840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600" b="1">
                <a:solidFill>
                  <a:srgbClr val="1F2933"/>
                </a:solidFill>
                <a:effectLst/>
                <a:latin typeface="Calibri" panose="020F0502020204030204" pitchFamily="34" charset="0"/>
              </a:rPr>
              <a:t>Did anything fail?</a:t>
            </a:r>
          </a:p>
          <a:p>
            <a:pPr algn="l">
              <a:buNone/>
            </a:pPr>
            <a:r>
              <a:rPr lang="en-US" sz="100">
                <a:effectLst/>
              </a:rPr>
              <a:t> </a:t>
            </a:r>
            <a:endParaRPr lang="en-US"/>
          </a:p>
        </p:txBody>
      </p:sp>
      <p:sp>
        <p:nvSpPr>
          <p:cNvPr id="1961" name="Rectangle 1960">
            <a:extLst>
              <a:ext uri="{FF2B5EF4-FFF2-40B4-BE49-F238E27FC236}">
                <a16:creationId xmlns:a16="http://schemas.microsoft.com/office/drawing/2014/main" id="{961451C9-6B72-BD3A-215F-61C6DAF9FC8E}"/>
              </a:ext>
            </a:extLst>
          </p:cNvPr>
          <p:cNvSpPr/>
          <p:nvPr/>
        </p:nvSpPr>
        <p:spPr>
          <a:xfrm>
            <a:off x="5074920" y="2286000"/>
            <a:ext cx="384048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52606D"/>
                </a:solidFill>
                <a:effectLst/>
                <a:latin typeface="Calibri" panose="020F0502020204030204" pitchFamily="34" charset="0"/>
              </a:rPr>
              <a:t>Check status and error attributes; a long operation can still succeed</a:t>
            </a:r>
          </a:p>
          <a:p>
            <a:pPr algn="l">
              <a:buNone/>
            </a:pPr>
            <a:r>
              <a:rPr lang="en-US" sz="100">
                <a:effectLst/>
              </a:rPr>
              <a:t> </a:t>
            </a:r>
            <a:endParaRPr lang="en-US"/>
          </a:p>
        </p:txBody>
      </p:sp>
      <p:sp>
        <p:nvSpPr>
          <p:cNvPr id="1970" name="Rectangle 1969">
            <a:extLst>
              <a:ext uri="{FF2B5EF4-FFF2-40B4-BE49-F238E27FC236}">
                <a16:creationId xmlns:a16="http://schemas.microsoft.com/office/drawing/2014/main" id="{3D370B34-F325-A998-E082-9EE73DA58F44}"/>
              </a:ext>
            </a:extLst>
          </p:cNvPr>
          <p:cNvSpPr/>
          <p:nvPr/>
        </p:nvSpPr>
        <p:spPr>
          <a:xfrm>
            <a:off x="868680" y="3246120"/>
            <a:ext cx="3840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600" b="1">
                <a:solidFill>
                  <a:srgbClr val="1F2933"/>
                </a:solidFill>
                <a:effectLst/>
                <a:latin typeface="Calibri" panose="020F0502020204030204" pitchFamily="34" charset="0"/>
              </a:rPr>
              <a:t>Was the answer good?</a:t>
            </a:r>
          </a:p>
          <a:p>
            <a:pPr algn="l">
              <a:buNone/>
            </a:pPr>
            <a:r>
              <a:rPr lang="en-US" sz="100">
                <a:effectLst/>
              </a:rPr>
              <a:t> </a:t>
            </a:r>
            <a:endParaRPr lang="en-US"/>
          </a:p>
        </p:txBody>
      </p:sp>
      <p:sp>
        <p:nvSpPr>
          <p:cNvPr id="1980" name="Rectangle 1979">
            <a:extLst>
              <a:ext uri="{FF2B5EF4-FFF2-40B4-BE49-F238E27FC236}">
                <a16:creationId xmlns:a16="http://schemas.microsoft.com/office/drawing/2014/main" id="{9B8646B6-D623-54AD-7917-4C0FC750A42E}"/>
              </a:ext>
            </a:extLst>
          </p:cNvPr>
          <p:cNvSpPr/>
          <p:nvPr/>
        </p:nvSpPr>
        <p:spPr>
          <a:xfrm>
            <a:off x="868680" y="3566160"/>
            <a:ext cx="384048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52606D"/>
                </a:solidFill>
                <a:effectLst/>
                <a:latin typeface="Calibri" panose="020F0502020204030204" pitchFamily="34" charset="0"/>
              </a:rPr>
              <a:t>Use an evaluator or reviewed answer against explicit criteria</a:t>
            </a:r>
          </a:p>
          <a:p>
            <a:pPr algn="l">
              <a:buNone/>
            </a:pPr>
            <a:r>
              <a:rPr lang="en-US" sz="100">
                <a:effectLst/>
              </a:rPr>
              <a:t> </a:t>
            </a:r>
            <a:endParaRPr lang="en-US"/>
          </a:p>
        </p:txBody>
      </p:sp>
      <p:sp>
        <p:nvSpPr>
          <p:cNvPr id="1991" name="Rectangle 1990">
            <a:extLst>
              <a:ext uri="{FF2B5EF4-FFF2-40B4-BE49-F238E27FC236}">
                <a16:creationId xmlns:a16="http://schemas.microsoft.com/office/drawing/2014/main" id="{009D7814-D333-7BC2-9783-17E7942F3974}"/>
              </a:ext>
            </a:extLst>
          </p:cNvPr>
          <p:cNvSpPr/>
          <p:nvPr/>
        </p:nvSpPr>
        <p:spPr>
          <a:xfrm>
            <a:off x="5074920" y="3246120"/>
            <a:ext cx="3840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600" b="1">
                <a:solidFill>
                  <a:srgbClr val="1F2933"/>
                </a:solidFill>
                <a:effectLst/>
                <a:latin typeface="Calibri" panose="020F0502020204030204" pitchFamily="34" charset="0"/>
              </a:rPr>
              <a:t>What remains unknown?</a:t>
            </a:r>
          </a:p>
          <a:p>
            <a:pPr algn="l">
              <a:buNone/>
            </a:pPr>
            <a:r>
              <a:rPr lang="en-US" sz="100">
                <a:effectLst/>
              </a:rPr>
              <a:t> </a:t>
            </a:r>
            <a:endParaRPr lang="en-US"/>
          </a:p>
        </p:txBody>
      </p:sp>
      <p:sp>
        <p:nvSpPr>
          <p:cNvPr id="2003" name="Rectangle 2002">
            <a:extLst>
              <a:ext uri="{FF2B5EF4-FFF2-40B4-BE49-F238E27FC236}">
                <a16:creationId xmlns:a16="http://schemas.microsoft.com/office/drawing/2014/main" id="{E9808C79-ABF4-9E25-DF25-7C65C12975CC}"/>
              </a:ext>
            </a:extLst>
          </p:cNvPr>
          <p:cNvSpPr/>
          <p:nvPr/>
        </p:nvSpPr>
        <p:spPr>
          <a:xfrm>
            <a:off x="5074920" y="3566160"/>
            <a:ext cx="384048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52606D"/>
                </a:solidFill>
                <a:effectLst/>
                <a:latin typeface="Calibri" panose="020F0502020204030204" pitchFamily="34" charset="0"/>
              </a:rPr>
              <a:t>Unrecorded work and private model reasoning are not guaranteed trace evidence</a:t>
            </a:r>
          </a:p>
          <a:p>
            <a:pPr algn="l">
              <a:buNone/>
            </a:pPr>
            <a:r>
              <a:rPr lang="en-US" sz="100">
                <a:effectLst/>
              </a:rPr>
              <a:t> </a:t>
            </a:r>
            <a:endParaRPr lang="en-US"/>
          </a:p>
        </p:txBody>
      </p:sp>
      <p:sp>
        <p:nvSpPr>
          <p:cNvPr id="2016" name="Rectangle 2015">
            <a:extLst>
              <a:ext uri="{FF2B5EF4-FFF2-40B4-BE49-F238E27FC236}">
                <a16:creationId xmlns:a16="http://schemas.microsoft.com/office/drawing/2014/main" id="{5148293F-0E60-ECDF-B610-7DDFFE58A482}"/>
              </a:ext>
            </a:extLst>
          </p:cNvPr>
          <p:cNvSpPr/>
          <p:nvPr/>
        </p:nvSpPr>
        <p:spPr>
          <a:xfrm>
            <a:off x="365760" y="4480560"/>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000" i="1">
                <a:solidFill>
                  <a:srgbClr val="52606D"/>
                </a:solidFill>
                <a:effectLst/>
                <a:latin typeface="Calibri" panose="020F0502020204030204" pitchFamily="34" charset="0"/>
              </a:rPr>
              <a:t>REFERENCE  learn.microsoft.com/azure/foundry/observability/concepts/trace-agent-concept</a:t>
            </a:r>
          </a:p>
          <a:p>
            <a:pPr algn="l">
              <a:buNone/>
            </a:pPr>
            <a:r>
              <a:rPr lang="en-US" sz="100">
                <a:effectLst/>
              </a:rPr>
              <a:t> </a:t>
            </a:r>
            <a:endParaRPr lang="en-US"/>
          </a:p>
        </p:txBody>
      </p:sp>
      <p:sp>
        <p:nvSpPr>
          <p:cNvPr id="2030" name="Rectangle 2029">
            <a:extLst>
              <a:ext uri="{FF2B5EF4-FFF2-40B4-BE49-F238E27FC236}">
                <a16:creationId xmlns:a16="http://schemas.microsoft.com/office/drawing/2014/main" id="{10412F97-61C7-8648-9BB1-7051485242EF}"/>
              </a:ext>
            </a:extLst>
          </p:cNvPr>
          <p:cNvSpPr/>
          <p:nvPr/>
        </p:nvSpPr>
        <p:spPr>
          <a:xfrm>
            <a:off x="365760" y="4823460"/>
            <a:ext cx="566928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900">
                <a:solidFill>
                  <a:srgbClr val="52606D"/>
                </a:solidFill>
                <a:effectLst/>
                <a:latin typeface="Calibri" panose="020F0502020204030204" pitchFamily="34" charset="0"/>
              </a:rPr>
              <a:t>Observability &amp; Tracing  ·  Microsoft Agent Framework</a:t>
            </a:r>
          </a:p>
          <a:p>
            <a:pPr algn="l">
              <a:buNone/>
            </a:pPr>
            <a:r>
              <a:rPr lang="en-US" sz="100">
                <a:effectLst/>
              </a:rPr>
              <a:t> </a:t>
            </a:r>
            <a:endParaRPr lang="en-US"/>
          </a:p>
        </p:txBody>
      </p:sp>
      <p:sp>
        <p:nvSpPr>
          <p:cNvPr id="2045" name="Rectangle 2044">
            <a:extLst>
              <a:ext uri="{FF2B5EF4-FFF2-40B4-BE49-F238E27FC236}">
                <a16:creationId xmlns:a16="http://schemas.microsoft.com/office/drawing/2014/main" id="{58AA31DE-8808-C379-EED1-EFD0A94AE70E}"/>
              </a:ext>
            </a:extLst>
          </p:cNvPr>
          <p:cNvSpPr/>
          <p:nvPr/>
        </p:nvSpPr>
        <p:spPr>
          <a:xfrm>
            <a:off x="7955280" y="4823460"/>
            <a:ext cx="82296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buNone/>
            </a:pPr>
            <a:r>
              <a:rPr lang="en-US" sz="900">
                <a:solidFill>
                  <a:srgbClr val="52606D"/>
                </a:solidFill>
                <a:effectLst/>
                <a:latin typeface="Calibri" panose="020F0502020204030204" pitchFamily="34" charset="0"/>
              </a:rPr>
              <a:t>10 / 11</a:t>
            </a:r>
          </a:p>
          <a:p>
            <a:pPr algn="r">
              <a:buNone/>
            </a:pPr>
            <a:r>
              <a:rPr lang="en-US" sz="100">
                <a:effectLst/>
              </a:rPr>
              <a:t> </a:t>
            </a:r>
            <a:endParaRPr lang="en-US"/>
          </a:p>
        </p:txBody>
      </p:sp>
      <p:pic>
        <p:nvPicPr>
          <p:cNvPr id="2046" name="Picture 2045" descr="working/ic/i12.png">
            <a:extLst>
              <a:ext uri="{FF2B5EF4-FFF2-40B4-BE49-F238E27FC236}">
                <a16:creationId xmlns:a16="http://schemas.microsoft.com/office/drawing/2014/main" id="{DB2A2635-F881-969F-7966-E8E4C5C4FBE9}"/>
              </a:ext>
            </a:extLst>
          </p:cNvPr>
          <p:cNvPicPr>
            <a:picLocks noChangeAspect="1"/>
          </p:cNvPicPr>
          <p:nvPr/>
        </p:nvPicPr>
        <p:blipFill>
          <a:blip r:embed="rId3"/>
          <a:stretch>
            <a:fillRect/>
          </a:stretch>
        </p:blipFill>
        <p:spPr>
          <a:xfrm>
            <a:off x="457200" y="1965960"/>
            <a:ext cx="365760" cy="365760"/>
          </a:xfrm>
          <a:prstGeom prst="rect">
            <a:avLst/>
          </a:prstGeom>
        </p:spPr>
      </p:pic>
      <p:pic>
        <p:nvPicPr>
          <p:cNvPr id="2047" name="Picture 2046" descr="working/ic/i1.png">
            <a:extLst>
              <a:ext uri="{FF2B5EF4-FFF2-40B4-BE49-F238E27FC236}">
                <a16:creationId xmlns:a16="http://schemas.microsoft.com/office/drawing/2014/main" id="{A9ADB20B-96F8-52E8-21E1-488EA02DAF71}"/>
              </a:ext>
            </a:extLst>
          </p:cNvPr>
          <p:cNvPicPr>
            <a:picLocks noChangeAspect="1"/>
          </p:cNvPicPr>
          <p:nvPr/>
        </p:nvPicPr>
        <p:blipFill>
          <a:blip r:embed="rId4"/>
          <a:stretch>
            <a:fillRect/>
          </a:stretch>
        </p:blipFill>
        <p:spPr>
          <a:xfrm>
            <a:off x="4663440" y="1965960"/>
            <a:ext cx="365760" cy="365760"/>
          </a:xfrm>
          <a:prstGeom prst="rect">
            <a:avLst/>
          </a:prstGeom>
        </p:spPr>
      </p:pic>
      <p:pic>
        <p:nvPicPr>
          <p:cNvPr id="2048" name="Picture 2047" descr="working/ic/i5.png">
            <a:extLst>
              <a:ext uri="{FF2B5EF4-FFF2-40B4-BE49-F238E27FC236}">
                <a16:creationId xmlns:a16="http://schemas.microsoft.com/office/drawing/2014/main" id="{B638D89F-2239-9463-8847-9A559634BA31}"/>
              </a:ext>
            </a:extLst>
          </p:cNvPr>
          <p:cNvPicPr>
            <a:picLocks noChangeAspect="1"/>
          </p:cNvPicPr>
          <p:nvPr/>
        </p:nvPicPr>
        <p:blipFill>
          <a:blip r:embed="rId5"/>
          <a:stretch>
            <a:fillRect/>
          </a:stretch>
        </p:blipFill>
        <p:spPr>
          <a:xfrm>
            <a:off x="457200" y="3246120"/>
            <a:ext cx="365760" cy="365760"/>
          </a:xfrm>
          <a:prstGeom prst="rect">
            <a:avLst/>
          </a:prstGeom>
        </p:spPr>
      </p:pic>
      <p:pic>
        <p:nvPicPr>
          <p:cNvPr id="2049" name="Picture 2048" descr="working/ic/i4.png">
            <a:extLst>
              <a:ext uri="{FF2B5EF4-FFF2-40B4-BE49-F238E27FC236}">
                <a16:creationId xmlns:a16="http://schemas.microsoft.com/office/drawing/2014/main" id="{E4F23262-0F0E-ACF2-372B-54FBAAE6AA83}"/>
              </a:ext>
            </a:extLst>
          </p:cNvPr>
          <p:cNvPicPr>
            <a:picLocks noChangeAspect="1"/>
          </p:cNvPicPr>
          <p:nvPr/>
        </p:nvPicPr>
        <p:blipFill>
          <a:blip r:embed="rId6"/>
          <a:stretch>
            <a:fillRect/>
          </a:stretch>
        </p:blipFill>
        <p:spPr>
          <a:xfrm>
            <a:off x="4663440" y="3246120"/>
            <a:ext cx="365760" cy="365760"/>
          </a:xfrm>
          <a:prstGeom prst="rect">
            <a:avLst/>
          </a:prstGeom>
        </p:spPr>
      </p:pic>
    </p:spTree>
    <p:extLst>
      <p:ext uri="{BB962C8B-B14F-4D97-AF65-F5344CB8AC3E}">
        <p14:creationId xmlns:p14="http://schemas.microsoft.com/office/powerpoint/2010/main" val="34905969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2049">
            <a:extLst>
              <a:ext uri="{FF2B5EF4-FFF2-40B4-BE49-F238E27FC236}">
                <a16:creationId xmlns:a16="http://schemas.microsoft.com/office/drawing/2014/main" id="{2C4845D7-4587-7540-E600-30054BA5D617}"/>
              </a:ext>
            </a:extLst>
          </p:cNvPr>
          <p:cNvSpPr/>
          <p:nvPr/>
        </p:nvSpPr>
        <p:spPr>
          <a:xfrm>
            <a:off x="365760" y="292608"/>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000" b="1" spc="400">
                <a:solidFill>
                  <a:srgbClr val="5B52C4"/>
                </a:solidFill>
                <a:effectLst/>
                <a:latin typeface="Calibri" panose="020F0502020204030204" pitchFamily="34" charset="0"/>
              </a:rPr>
              <a:t>WHAT TO CARRY FORWARD</a:t>
            </a:r>
          </a:p>
          <a:p>
            <a:pPr algn="l">
              <a:buNone/>
            </a:pPr>
            <a:r>
              <a:rPr lang="en-US" sz="100">
                <a:effectLst/>
              </a:rPr>
              <a:t> </a:t>
            </a:r>
            <a:endParaRPr lang="en-US"/>
          </a:p>
        </p:txBody>
      </p:sp>
      <p:sp>
        <p:nvSpPr>
          <p:cNvPr id="2052" name="Rectangle 2051">
            <a:extLst>
              <a:ext uri="{FF2B5EF4-FFF2-40B4-BE49-F238E27FC236}">
                <a16:creationId xmlns:a16="http://schemas.microsoft.com/office/drawing/2014/main" id="{509DD1E2-BEA0-D9B7-D2AF-7B1041A42242}"/>
              </a:ext>
            </a:extLst>
          </p:cNvPr>
          <p:cNvSpPr/>
          <p:nvPr/>
        </p:nvSpPr>
        <p:spPr>
          <a:xfrm>
            <a:off x="365760" y="566928"/>
            <a:ext cx="84124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2800" b="1">
                <a:solidFill>
                  <a:srgbClr val="1F2933"/>
                </a:solidFill>
                <a:effectLst/>
                <a:latin typeface="Calibri" panose="020F0502020204030204" pitchFamily="34" charset="0"/>
              </a:rPr>
              <a:t>Takeaways</a:t>
            </a:r>
          </a:p>
          <a:p>
            <a:pPr algn="l">
              <a:buNone/>
            </a:pPr>
            <a:r>
              <a:rPr lang="en-US" sz="100">
                <a:effectLst/>
              </a:rPr>
              <a:t> </a:t>
            </a:r>
            <a:endParaRPr lang="en-US"/>
          </a:p>
        </p:txBody>
      </p:sp>
      <p:sp>
        <p:nvSpPr>
          <p:cNvPr id="2055" name="Rectangle 2054">
            <a:extLst>
              <a:ext uri="{FF2B5EF4-FFF2-40B4-BE49-F238E27FC236}">
                <a16:creationId xmlns:a16="http://schemas.microsoft.com/office/drawing/2014/main" id="{090A2853-20EF-44B7-8E1B-F5A3F62C6E22}"/>
              </a:ext>
            </a:extLst>
          </p:cNvPr>
          <p:cNvSpPr/>
          <p:nvPr/>
        </p:nvSpPr>
        <p:spPr>
          <a:xfrm>
            <a:off x="457200" y="1225296"/>
            <a:ext cx="731520" cy="25400"/>
          </a:xfrm>
          <a:prstGeom prst="rect">
            <a:avLst/>
          </a:prstGeom>
          <a:solidFill>
            <a:srgbClr val="5B52C4"/>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9" name="Oval 2058">
            <a:extLst>
              <a:ext uri="{FF2B5EF4-FFF2-40B4-BE49-F238E27FC236}">
                <a16:creationId xmlns:a16="http://schemas.microsoft.com/office/drawing/2014/main" id="{6C16EE44-405F-519A-1042-DB8F328DAE3F}"/>
              </a:ext>
            </a:extLst>
          </p:cNvPr>
          <p:cNvSpPr/>
          <p:nvPr/>
        </p:nvSpPr>
        <p:spPr>
          <a:xfrm>
            <a:off x="457200" y="1600200"/>
            <a:ext cx="365760" cy="365760"/>
          </a:xfrm>
          <a:prstGeom prst="ellipse">
            <a:avLst/>
          </a:prstGeom>
          <a:solidFill>
            <a:srgbClr val="5B52C4"/>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None/>
            </a:pPr>
            <a:r>
              <a:rPr lang="en-US" sz="1100" b="1">
                <a:solidFill>
                  <a:srgbClr val="FFFFFF"/>
                </a:solidFill>
                <a:effectLst/>
                <a:latin typeface="Calibri" panose="020F0502020204030204" pitchFamily="34" charset="0"/>
              </a:rPr>
              <a:t>1</a:t>
            </a:r>
          </a:p>
          <a:p>
            <a:pPr algn="ctr">
              <a:buNone/>
            </a:pPr>
            <a:r>
              <a:rPr lang="en-US" sz="100">
                <a:effectLst/>
              </a:rPr>
              <a:t> </a:t>
            </a:r>
            <a:endParaRPr lang="en-US"/>
          </a:p>
        </p:txBody>
      </p:sp>
      <p:sp>
        <p:nvSpPr>
          <p:cNvPr id="2064" name="Rectangle 2063">
            <a:extLst>
              <a:ext uri="{FF2B5EF4-FFF2-40B4-BE49-F238E27FC236}">
                <a16:creationId xmlns:a16="http://schemas.microsoft.com/office/drawing/2014/main" id="{2BB24D34-5FBF-B468-49C7-0F140F05A398}"/>
              </a:ext>
            </a:extLst>
          </p:cNvPr>
          <p:cNvSpPr/>
          <p:nvPr/>
        </p:nvSpPr>
        <p:spPr>
          <a:xfrm>
            <a:off x="868680" y="1600200"/>
            <a:ext cx="79095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Observability explains behavior; monitoring watches signals over time; evaluation judges quality or safety.</a:t>
            </a:r>
          </a:p>
          <a:p>
            <a:pPr algn="l">
              <a:buNone/>
            </a:pPr>
            <a:r>
              <a:rPr lang="en-US" sz="100">
                <a:effectLst/>
              </a:rPr>
              <a:t> </a:t>
            </a:r>
            <a:endParaRPr lang="en-US"/>
          </a:p>
        </p:txBody>
      </p:sp>
      <p:sp>
        <p:nvSpPr>
          <p:cNvPr id="2070" name="Rectangle 2069">
            <a:extLst>
              <a:ext uri="{FF2B5EF4-FFF2-40B4-BE49-F238E27FC236}">
                <a16:creationId xmlns:a16="http://schemas.microsoft.com/office/drawing/2014/main" id="{21F47360-799A-45C4-A3FC-13965E8BE419}"/>
              </a:ext>
            </a:extLst>
          </p:cNvPr>
          <p:cNvSpPr/>
          <p:nvPr/>
        </p:nvSpPr>
        <p:spPr>
          <a:xfrm>
            <a:off x="457200" y="2057400"/>
            <a:ext cx="8229600" cy="9525"/>
          </a:xfrm>
          <a:prstGeom prst="rect">
            <a:avLst/>
          </a:prstGeom>
          <a:solidFill>
            <a:srgbClr val="DCDAE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7" name="Oval 2076">
            <a:extLst>
              <a:ext uri="{FF2B5EF4-FFF2-40B4-BE49-F238E27FC236}">
                <a16:creationId xmlns:a16="http://schemas.microsoft.com/office/drawing/2014/main" id="{D1EFA3C0-DAA0-9F17-F977-48C7131CF3D0}"/>
              </a:ext>
            </a:extLst>
          </p:cNvPr>
          <p:cNvSpPr/>
          <p:nvPr/>
        </p:nvSpPr>
        <p:spPr>
          <a:xfrm>
            <a:off x="457200" y="2194560"/>
            <a:ext cx="365760" cy="365760"/>
          </a:xfrm>
          <a:prstGeom prst="ellipse">
            <a:avLst/>
          </a:prstGeom>
          <a:solidFill>
            <a:srgbClr val="5B52C4"/>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None/>
            </a:pPr>
            <a:r>
              <a:rPr lang="en-US" sz="1100" b="1">
                <a:solidFill>
                  <a:srgbClr val="FFFFFF"/>
                </a:solidFill>
                <a:effectLst/>
                <a:latin typeface="Calibri" panose="020F0502020204030204" pitchFamily="34" charset="0"/>
              </a:rPr>
              <a:t>2</a:t>
            </a:r>
          </a:p>
          <a:p>
            <a:pPr algn="ctr">
              <a:buNone/>
            </a:pPr>
            <a:r>
              <a:rPr lang="en-US" sz="100">
                <a:effectLst/>
              </a:rPr>
              <a:t> </a:t>
            </a:r>
            <a:endParaRPr lang="en-US"/>
          </a:p>
        </p:txBody>
      </p:sp>
      <p:sp>
        <p:nvSpPr>
          <p:cNvPr id="2085" name="Rectangle 2084">
            <a:extLst>
              <a:ext uri="{FF2B5EF4-FFF2-40B4-BE49-F238E27FC236}">
                <a16:creationId xmlns:a16="http://schemas.microsoft.com/office/drawing/2014/main" id="{D831EF06-784F-9700-1BB0-D74EF37AC386}"/>
              </a:ext>
            </a:extLst>
          </p:cNvPr>
          <p:cNvSpPr/>
          <p:nvPr/>
        </p:nvSpPr>
        <p:spPr>
          <a:xfrm>
            <a:off x="868680" y="2194560"/>
            <a:ext cx="79095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A trace contains spans, and spans carry attributes that describe recorded operations.</a:t>
            </a:r>
          </a:p>
          <a:p>
            <a:pPr algn="l">
              <a:buNone/>
            </a:pPr>
            <a:r>
              <a:rPr lang="en-US" sz="100">
                <a:effectLst/>
              </a:rPr>
              <a:t> </a:t>
            </a:r>
            <a:endParaRPr lang="en-US"/>
          </a:p>
        </p:txBody>
      </p:sp>
      <p:sp>
        <p:nvSpPr>
          <p:cNvPr id="2094" name="Rectangle 2093">
            <a:extLst>
              <a:ext uri="{FF2B5EF4-FFF2-40B4-BE49-F238E27FC236}">
                <a16:creationId xmlns:a16="http://schemas.microsoft.com/office/drawing/2014/main" id="{ED10B552-46F9-80DD-FC6F-68BBADFB93B2}"/>
              </a:ext>
            </a:extLst>
          </p:cNvPr>
          <p:cNvSpPr/>
          <p:nvPr/>
        </p:nvSpPr>
        <p:spPr>
          <a:xfrm>
            <a:off x="457200" y="2651760"/>
            <a:ext cx="8229600" cy="9525"/>
          </a:xfrm>
          <a:prstGeom prst="rect">
            <a:avLst/>
          </a:prstGeom>
          <a:solidFill>
            <a:srgbClr val="DCDAE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04" name="Oval 2103">
            <a:extLst>
              <a:ext uri="{FF2B5EF4-FFF2-40B4-BE49-F238E27FC236}">
                <a16:creationId xmlns:a16="http://schemas.microsoft.com/office/drawing/2014/main" id="{3D409FC9-FC8A-E826-0F54-ACDDC2A95FB2}"/>
              </a:ext>
            </a:extLst>
          </p:cNvPr>
          <p:cNvSpPr/>
          <p:nvPr/>
        </p:nvSpPr>
        <p:spPr>
          <a:xfrm>
            <a:off x="457200" y="2788920"/>
            <a:ext cx="365760" cy="365760"/>
          </a:xfrm>
          <a:prstGeom prst="ellipse">
            <a:avLst/>
          </a:prstGeom>
          <a:solidFill>
            <a:srgbClr val="5B52C4"/>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None/>
            </a:pPr>
            <a:r>
              <a:rPr lang="en-US" sz="1100" b="1">
                <a:solidFill>
                  <a:srgbClr val="FFFFFF"/>
                </a:solidFill>
                <a:effectLst/>
                <a:latin typeface="Calibri" panose="020F0502020204030204" pitchFamily="34" charset="0"/>
              </a:rPr>
              <a:t>3</a:t>
            </a:r>
          </a:p>
          <a:p>
            <a:pPr algn="ctr">
              <a:buNone/>
            </a:pPr>
            <a:r>
              <a:rPr lang="en-US" sz="100">
                <a:effectLst/>
              </a:rPr>
              <a:t> </a:t>
            </a:r>
            <a:endParaRPr lang="en-US"/>
          </a:p>
        </p:txBody>
      </p:sp>
      <p:sp>
        <p:nvSpPr>
          <p:cNvPr id="2115" name="Rectangle 2114">
            <a:extLst>
              <a:ext uri="{FF2B5EF4-FFF2-40B4-BE49-F238E27FC236}">
                <a16:creationId xmlns:a16="http://schemas.microsoft.com/office/drawing/2014/main" id="{1A18BC59-A071-F341-D127-B3B252ECD275}"/>
              </a:ext>
            </a:extLst>
          </p:cNvPr>
          <p:cNvSpPr/>
          <p:nvPr/>
        </p:nvSpPr>
        <p:spPr>
          <a:xfrm>
            <a:off x="868680" y="2788920"/>
            <a:ext cx="79095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Agent Framework emits automatic spans; custom spans add application-defined context.</a:t>
            </a:r>
          </a:p>
          <a:p>
            <a:pPr algn="l">
              <a:buNone/>
            </a:pPr>
            <a:r>
              <a:rPr lang="en-US" sz="100">
                <a:effectLst/>
              </a:rPr>
              <a:t> </a:t>
            </a:r>
            <a:endParaRPr lang="en-US"/>
          </a:p>
        </p:txBody>
      </p:sp>
      <p:sp>
        <p:nvSpPr>
          <p:cNvPr id="2127" name="Rectangle 2126">
            <a:extLst>
              <a:ext uri="{FF2B5EF4-FFF2-40B4-BE49-F238E27FC236}">
                <a16:creationId xmlns:a16="http://schemas.microsoft.com/office/drawing/2014/main" id="{2A6D1BB5-1507-4527-309C-FE9228B1C03B}"/>
              </a:ext>
            </a:extLst>
          </p:cNvPr>
          <p:cNvSpPr/>
          <p:nvPr/>
        </p:nvSpPr>
        <p:spPr>
          <a:xfrm>
            <a:off x="457200" y="3246120"/>
            <a:ext cx="8229600" cy="9525"/>
          </a:xfrm>
          <a:prstGeom prst="rect">
            <a:avLst/>
          </a:prstGeom>
          <a:solidFill>
            <a:srgbClr val="DCDAE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40" name="Oval 2139">
            <a:extLst>
              <a:ext uri="{FF2B5EF4-FFF2-40B4-BE49-F238E27FC236}">
                <a16:creationId xmlns:a16="http://schemas.microsoft.com/office/drawing/2014/main" id="{7C6F0ACB-F9E3-0BFA-705D-2F5657A3B182}"/>
              </a:ext>
            </a:extLst>
          </p:cNvPr>
          <p:cNvSpPr/>
          <p:nvPr/>
        </p:nvSpPr>
        <p:spPr>
          <a:xfrm>
            <a:off x="457200" y="3383280"/>
            <a:ext cx="365760" cy="365760"/>
          </a:xfrm>
          <a:prstGeom prst="ellipse">
            <a:avLst/>
          </a:prstGeom>
          <a:solidFill>
            <a:srgbClr val="5B52C4"/>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None/>
            </a:pPr>
            <a:r>
              <a:rPr lang="en-US" sz="1100" b="1">
                <a:solidFill>
                  <a:srgbClr val="FFFFFF"/>
                </a:solidFill>
                <a:effectLst/>
                <a:latin typeface="Calibri" panose="020F0502020204030204" pitchFamily="34" charset="0"/>
              </a:rPr>
              <a:t>4</a:t>
            </a:r>
          </a:p>
          <a:p>
            <a:pPr algn="ctr">
              <a:buNone/>
            </a:pPr>
            <a:r>
              <a:rPr lang="en-US" sz="100">
                <a:effectLst/>
              </a:rPr>
              <a:t> </a:t>
            </a:r>
            <a:endParaRPr lang="en-US"/>
          </a:p>
        </p:txBody>
      </p:sp>
      <p:sp>
        <p:nvSpPr>
          <p:cNvPr id="2154" name="Rectangle 2153">
            <a:extLst>
              <a:ext uri="{FF2B5EF4-FFF2-40B4-BE49-F238E27FC236}">
                <a16:creationId xmlns:a16="http://schemas.microsoft.com/office/drawing/2014/main" id="{B8E542AB-5FCE-9EEF-5A54-F5CC1F8983D6}"/>
              </a:ext>
            </a:extLst>
          </p:cNvPr>
          <p:cNvSpPr/>
          <p:nvPr/>
        </p:nvSpPr>
        <p:spPr>
          <a:xfrm>
            <a:off x="868680" y="3383280"/>
            <a:ext cx="79095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Context propagation correlates boundaries; links express causal handoffs without inventing nesting.</a:t>
            </a:r>
          </a:p>
          <a:p>
            <a:pPr algn="l">
              <a:buNone/>
            </a:pPr>
            <a:r>
              <a:rPr lang="en-US" sz="100">
                <a:effectLst/>
              </a:rPr>
              <a:t> </a:t>
            </a:r>
            <a:endParaRPr lang="en-US"/>
          </a:p>
        </p:txBody>
      </p:sp>
      <p:sp>
        <p:nvSpPr>
          <p:cNvPr id="2169" name="Rectangle 2168">
            <a:extLst>
              <a:ext uri="{FF2B5EF4-FFF2-40B4-BE49-F238E27FC236}">
                <a16:creationId xmlns:a16="http://schemas.microsoft.com/office/drawing/2014/main" id="{06309B1C-E0A1-51B9-82EC-CB1754BA0832}"/>
              </a:ext>
            </a:extLst>
          </p:cNvPr>
          <p:cNvSpPr/>
          <p:nvPr/>
        </p:nvSpPr>
        <p:spPr>
          <a:xfrm>
            <a:off x="457200" y="3840480"/>
            <a:ext cx="8229600" cy="9525"/>
          </a:xfrm>
          <a:prstGeom prst="rect">
            <a:avLst/>
          </a:prstGeom>
          <a:solidFill>
            <a:srgbClr val="DCDAE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85" name="Oval 2184">
            <a:extLst>
              <a:ext uri="{FF2B5EF4-FFF2-40B4-BE49-F238E27FC236}">
                <a16:creationId xmlns:a16="http://schemas.microsoft.com/office/drawing/2014/main" id="{4FF219E5-BED0-734A-0FB1-08D094A19AFC}"/>
              </a:ext>
            </a:extLst>
          </p:cNvPr>
          <p:cNvSpPr/>
          <p:nvPr/>
        </p:nvSpPr>
        <p:spPr>
          <a:xfrm>
            <a:off x="457200" y="3977640"/>
            <a:ext cx="365760" cy="365760"/>
          </a:xfrm>
          <a:prstGeom prst="ellipse">
            <a:avLst/>
          </a:prstGeom>
          <a:solidFill>
            <a:srgbClr val="5B52C4"/>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None/>
            </a:pPr>
            <a:r>
              <a:rPr lang="en-US" sz="1100" b="1">
                <a:solidFill>
                  <a:srgbClr val="FFFFFF"/>
                </a:solidFill>
                <a:effectLst/>
                <a:latin typeface="Calibri" panose="020F0502020204030204" pitchFamily="34" charset="0"/>
              </a:rPr>
              <a:t>5</a:t>
            </a:r>
          </a:p>
          <a:p>
            <a:pPr algn="ctr">
              <a:buNone/>
            </a:pPr>
            <a:r>
              <a:rPr lang="en-US" sz="100">
                <a:effectLst/>
              </a:rPr>
              <a:t> </a:t>
            </a:r>
            <a:endParaRPr lang="en-US"/>
          </a:p>
        </p:txBody>
      </p:sp>
      <p:sp>
        <p:nvSpPr>
          <p:cNvPr id="2202" name="Rectangle 2201">
            <a:extLst>
              <a:ext uri="{FF2B5EF4-FFF2-40B4-BE49-F238E27FC236}">
                <a16:creationId xmlns:a16="http://schemas.microsoft.com/office/drawing/2014/main" id="{0359DF1B-CD4E-DFE4-6800-1755C0B1667B}"/>
              </a:ext>
            </a:extLst>
          </p:cNvPr>
          <p:cNvSpPr/>
          <p:nvPr/>
        </p:nvSpPr>
        <p:spPr>
          <a:xfrm>
            <a:off x="868680" y="3977640"/>
            <a:ext cx="79095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Minimize sensitive payloads, and govern telemetry access, sampling, retention, and cost.</a:t>
            </a:r>
          </a:p>
          <a:p>
            <a:pPr algn="l">
              <a:buNone/>
            </a:pPr>
            <a:r>
              <a:rPr lang="en-US" sz="100">
                <a:effectLst/>
              </a:rPr>
              <a:t> </a:t>
            </a:r>
            <a:endParaRPr lang="en-US"/>
          </a:p>
        </p:txBody>
      </p:sp>
      <p:sp>
        <p:nvSpPr>
          <p:cNvPr id="2220" name="Rectangle 2219">
            <a:extLst>
              <a:ext uri="{FF2B5EF4-FFF2-40B4-BE49-F238E27FC236}">
                <a16:creationId xmlns:a16="http://schemas.microsoft.com/office/drawing/2014/main" id="{AED012CE-06EC-7CBC-C19E-EFBF2BDC813C}"/>
              </a:ext>
            </a:extLst>
          </p:cNvPr>
          <p:cNvSpPr/>
          <p:nvPr/>
        </p:nvSpPr>
        <p:spPr>
          <a:xfrm>
            <a:off x="365760" y="4480560"/>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000" i="1">
                <a:solidFill>
                  <a:srgbClr val="52606D"/>
                </a:solidFill>
                <a:effectLst/>
                <a:latin typeface="Calibri" panose="020F0502020204030204" pitchFamily="34" charset="0"/>
              </a:rPr>
              <a:t>Next — Module 2: the telemetry contract stays the same; the question becomes which VS Code surface to use.</a:t>
            </a:r>
          </a:p>
          <a:p>
            <a:pPr algn="l">
              <a:buNone/>
            </a:pPr>
            <a:r>
              <a:rPr lang="en-US" sz="100">
                <a:effectLst/>
              </a:rPr>
              <a:t> </a:t>
            </a:r>
            <a:endParaRPr lang="en-US"/>
          </a:p>
        </p:txBody>
      </p:sp>
      <p:sp>
        <p:nvSpPr>
          <p:cNvPr id="2239" name="Rectangle 2238">
            <a:extLst>
              <a:ext uri="{FF2B5EF4-FFF2-40B4-BE49-F238E27FC236}">
                <a16:creationId xmlns:a16="http://schemas.microsoft.com/office/drawing/2014/main" id="{2045BD09-3754-651A-40A2-18C91FEDA093}"/>
              </a:ext>
            </a:extLst>
          </p:cNvPr>
          <p:cNvSpPr/>
          <p:nvPr/>
        </p:nvSpPr>
        <p:spPr>
          <a:xfrm>
            <a:off x="365760" y="4823460"/>
            <a:ext cx="566928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900">
                <a:solidFill>
                  <a:srgbClr val="52606D"/>
                </a:solidFill>
                <a:effectLst/>
                <a:latin typeface="Calibri" panose="020F0502020204030204" pitchFamily="34" charset="0"/>
              </a:rPr>
              <a:t>Observability &amp; Tracing  ·  Microsoft Agent Framework</a:t>
            </a:r>
          </a:p>
          <a:p>
            <a:pPr algn="l">
              <a:buNone/>
            </a:pPr>
            <a:r>
              <a:rPr lang="en-US" sz="100">
                <a:effectLst/>
              </a:rPr>
              <a:t> </a:t>
            </a:r>
            <a:endParaRPr lang="en-US"/>
          </a:p>
        </p:txBody>
      </p:sp>
      <p:sp>
        <p:nvSpPr>
          <p:cNvPr id="2259" name="Rectangle 2258">
            <a:extLst>
              <a:ext uri="{FF2B5EF4-FFF2-40B4-BE49-F238E27FC236}">
                <a16:creationId xmlns:a16="http://schemas.microsoft.com/office/drawing/2014/main" id="{EC9F35CF-562B-523B-5054-DB7EB5189017}"/>
              </a:ext>
            </a:extLst>
          </p:cNvPr>
          <p:cNvSpPr/>
          <p:nvPr/>
        </p:nvSpPr>
        <p:spPr>
          <a:xfrm>
            <a:off x="7955280" y="4823460"/>
            <a:ext cx="82296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buNone/>
            </a:pPr>
            <a:r>
              <a:rPr lang="en-US" sz="900">
                <a:solidFill>
                  <a:srgbClr val="52606D"/>
                </a:solidFill>
                <a:effectLst/>
                <a:latin typeface="Calibri" panose="020F0502020204030204" pitchFamily="34" charset="0"/>
              </a:rPr>
              <a:t>11 / 11</a:t>
            </a:r>
          </a:p>
          <a:p>
            <a:pPr algn="r">
              <a:buNone/>
            </a:pPr>
            <a:r>
              <a:rPr lang="en-US" sz="100">
                <a:effectLst/>
              </a:rPr>
              <a:t> </a:t>
            </a:r>
            <a:endParaRPr lang="en-US"/>
          </a:p>
        </p:txBody>
      </p:sp>
    </p:spTree>
    <p:extLst>
      <p:ext uri="{BB962C8B-B14F-4D97-AF65-F5344CB8AC3E}">
        <p14:creationId xmlns:p14="http://schemas.microsoft.com/office/powerpoint/2010/main" val="44785858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9fbde396-1a24-4c79-8edf-9254a0f35055}"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otalTime>0</TotalTime>
  <Words>3009</Words>
  <Application>Microsoft Macintosh PowerPoint</Application>
  <PresentationFormat>On-screen Show (16:9)</PresentationFormat>
  <Paragraphs>353</Paragraphs>
  <Slides>11</Slides>
  <Notes>11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Building AI Apps and Agents Workshop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Observability and Tracing</dc:title>
  <dc:subject>Day 5 — Production Readiness and Capstone</dc:subject>
  <dc:creator>Building AI Apps and Agents Workshop</dc:creator>
  <cp:lastModifiedBy>Jim Welch</cp:lastModifiedBy>
  <cp:revision>23</cp:revision>
  <dcterms:created xsi:type="dcterms:W3CDTF">2026-09-18T21:01:13Z</dcterms:created>
  <dcterms:modified xsi:type="dcterms:W3CDTF">2026-09-21T19:27:01Z</dcterms:modified>
</cp:coreProperties>
</file>