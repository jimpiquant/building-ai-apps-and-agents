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463" r:id="rId2"/>
    <p:sldId id="664" r:id="rId3"/>
    <p:sldId id="865" r:id="rId4"/>
    <p:sldId id="1066" r:id="rId5"/>
    <p:sldId id="1267" r:id="rId6"/>
    <p:sldId id="1468" r:id="rId7"/>
    <p:sldId id="1669" r:id="rId8"/>
  </p:sldIdLst>
  <p:sldSz cx="9144000" cy="5143500" type="screen16x9"/>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2547A2-8188-4BDF-84BD-1718EDA0B898}" v="18" dt="2026-09-20T19:03:27.1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68" d="100"/>
          <a:sy n="168" d="100"/>
        </p:scale>
        <p:origin x="5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BC2547A2-8188-4BDF-84BD-1718EDA0B898}"/>
    <pc:docChg chg="mod addSld delSld modSld setSldSz">
      <pc:chgData name="" userId="" providerId="" clId="Web-{BC2547A2-8188-4BDF-84BD-1718EDA0B898}" dt="2026-09-20T19:05:50.806" v="33" actId="34807"/>
      <pc:docMkLst>
        <pc:docMk/>
      </pc:docMkLst>
      <pc:sldChg chg="modSp del">
        <pc:chgData name="" userId="" providerId="" clId="Web-{BC2547A2-8188-4BDF-84BD-1718EDA0B898}" dt="2026-09-20T19:03:27.129" v="31" actId="34807"/>
        <pc:sldMkLst>
          <pc:docMk/>
          <pc:sldMk cId="0" sldId="256"/>
        </pc:sldMkLst>
        <pc:spChg chg="mod">
          <ac:chgData name="" userId="" providerId="" clId="Web-{BC2547A2-8188-4BDF-84BD-1718EDA0B898}" dt="2026-09-20T19:01:14.843" v="1" actId="34807"/>
          <ac:spMkLst>
            <pc:docMk/>
            <pc:sldMk cId="0" sldId="256"/>
            <ac:spMk id="2" creationId="{00000000-0000-0000-0000-000000000000}"/>
          </ac:spMkLst>
        </pc:spChg>
        <pc:spChg chg="mod">
          <ac:chgData name="" userId="" providerId="" clId="Web-{BC2547A2-8188-4BDF-84BD-1718EDA0B898}" dt="2026-09-20T19:01:14.843" v="1" actId="34807"/>
          <ac:spMkLst>
            <pc:docMk/>
            <pc:sldMk cId="0" sldId="256"/>
            <ac:spMk id="4" creationId="{00000000-0000-0000-0000-000000000000}"/>
          </ac:spMkLst>
        </pc:spChg>
        <pc:spChg chg="mod">
          <ac:chgData name="" userId="" providerId="" clId="Web-{BC2547A2-8188-4BDF-84BD-1718EDA0B898}" dt="2026-09-20T19:01:14.843" v="1" actId="34807"/>
          <ac:spMkLst>
            <pc:docMk/>
            <pc:sldMk cId="0" sldId="256"/>
            <ac:spMk id="5" creationId="{00000000-0000-0000-0000-000000000000}"/>
          </ac:spMkLst>
        </pc:spChg>
        <pc:spChg chg="mod">
          <ac:chgData name="" userId="" providerId="" clId="Web-{BC2547A2-8188-4BDF-84BD-1718EDA0B898}" dt="2026-09-20T19:01:13.311" v="0" actId="34807"/>
          <ac:spMkLst>
            <pc:docMk/>
            <pc:sldMk cId="0" sldId="256"/>
            <ac:spMk id="8" creationId="{00000000-0000-0000-0000-000000000000}"/>
          </ac:spMkLst>
        </pc:spChg>
        <pc:spChg chg="mod">
          <ac:chgData name="" userId="" providerId="" clId="Web-{BC2547A2-8188-4BDF-84BD-1718EDA0B898}" dt="2026-09-20T19:01:14.843" v="1" actId="34807"/>
          <ac:spMkLst>
            <pc:docMk/>
            <pc:sldMk cId="0" sldId="256"/>
            <ac:spMk id="9" creationId="{00000000-0000-0000-0000-000000000000}"/>
          </ac:spMkLst>
        </pc:spChg>
        <pc:spChg chg="mod">
          <ac:chgData name="" userId="" providerId="" clId="Web-{BC2547A2-8188-4BDF-84BD-1718EDA0B898}" dt="2026-09-20T19:01:14.843" v="1" actId="34807"/>
          <ac:spMkLst>
            <pc:docMk/>
            <pc:sldMk cId="0" sldId="256"/>
            <ac:spMk id="10" creationId="{00000000-0000-0000-0000-000000000000}"/>
          </ac:spMkLst>
        </pc:spChg>
        <pc:spChg chg="mod">
          <ac:chgData name="" userId="" providerId="" clId="Web-{BC2547A2-8188-4BDF-84BD-1718EDA0B898}" dt="2026-09-20T19:01:14.843" v="1" actId="34807"/>
          <ac:spMkLst>
            <pc:docMk/>
            <pc:sldMk cId="0" sldId="256"/>
            <ac:spMk id="11" creationId="{00000000-0000-0000-0000-000000000000}"/>
          </ac:spMkLst>
        </pc:spChg>
        <pc:spChg chg="mod">
          <ac:chgData name="" userId="" providerId="" clId="Web-{BC2547A2-8188-4BDF-84BD-1718EDA0B898}" dt="2026-09-20T19:01:14.843" v="1" actId="34807"/>
          <ac:spMkLst>
            <pc:docMk/>
            <pc:sldMk cId="0" sldId="256"/>
            <ac:spMk id="12" creationId="{00000000-0000-0000-0000-000000000000}"/>
          </ac:spMkLst>
        </pc:spChg>
        <pc:spChg chg="mod">
          <ac:chgData name="" userId="" providerId="" clId="Web-{BC2547A2-8188-4BDF-84BD-1718EDA0B898}" dt="2026-09-20T19:01:14.843" v="1" actId="34807"/>
          <ac:spMkLst>
            <pc:docMk/>
            <pc:sldMk cId="0" sldId="256"/>
            <ac:spMk id="13" creationId="{00000000-0000-0000-0000-000000000000}"/>
          </ac:spMkLst>
        </pc:spChg>
        <pc:spChg chg="mod">
          <ac:chgData name="" userId="" providerId="" clId="Web-{BC2547A2-8188-4BDF-84BD-1718EDA0B898}" dt="2026-09-20T19:01:14.843" v="1" actId="34807"/>
          <ac:spMkLst>
            <pc:docMk/>
            <pc:sldMk cId="0" sldId="256"/>
            <ac:spMk id="15" creationId="{00000000-0000-0000-0000-000000000000}"/>
          </ac:spMkLst>
        </pc:spChg>
        <pc:spChg chg="mod">
          <ac:chgData name="" userId="" providerId="" clId="Web-{BC2547A2-8188-4BDF-84BD-1718EDA0B898}" dt="2026-09-20T19:01:14.843" v="1" actId="34807"/>
          <ac:spMkLst>
            <pc:docMk/>
            <pc:sldMk cId="0" sldId="256"/>
            <ac:spMk id="17" creationId="{00000000-0000-0000-0000-000000000000}"/>
          </ac:spMkLst>
        </pc:spChg>
        <pc:spChg chg="mod">
          <ac:chgData name="" userId="" providerId="" clId="Web-{BC2547A2-8188-4BDF-84BD-1718EDA0B898}" dt="2026-09-20T19:01:13.311" v="0" actId="34807"/>
          <ac:spMkLst>
            <pc:docMk/>
            <pc:sldMk cId="0" sldId="256"/>
            <ac:spMk id="18" creationId="{00000000-0000-0000-0000-000000000000}"/>
          </ac:spMkLst>
        </pc:spChg>
      </pc:sldChg>
      <pc:sldChg chg="modSp del">
        <pc:chgData name="" userId="" providerId="" clId="Web-{BC2547A2-8188-4BDF-84BD-1718EDA0B898}" dt="2026-09-20T19:03:27.129" v="31" actId="34807"/>
        <pc:sldMkLst>
          <pc:docMk/>
          <pc:sldMk cId="0" sldId="257"/>
        </pc:sldMkLst>
        <pc:spChg chg="mod">
          <ac:chgData name="" userId="" providerId="" clId="Web-{BC2547A2-8188-4BDF-84BD-1718EDA0B898}" dt="2026-09-20T19:01:13.311" v="0" actId="34807"/>
          <ac:spMkLst>
            <pc:docMk/>
            <pc:sldMk cId="0" sldId="257"/>
            <ac:spMk id="2" creationId="{00000000-0000-0000-0000-000000000000}"/>
          </ac:spMkLst>
        </pc:spChg>
        <pc:spChg chg="mod">
          <ac:chgData name="" userId="" providerId="" clId="Web-{BC2547A2-8188-4BDF-84BD-1718EDA0B898}" dt="2026-09-20T19:01:14.843" v="1" actId="34807"/>
          <ac:spMkLst>
            <pc:docMk/>
            <pc:sldMk cId="0" sldId="257"/>
            <ac:spMk id="3" creationId="{00000000-0000-0000-0000-000000000000}"/>
          </ac:spMkLst>
        </pc:spChg>
        <pc:spChg chg="mod">
          <ac:chgData name="" userId="" providerId="" clId="Web-{BC2547A2-8188-4BDF-84BD-1718EDA0B898}" dt="2026-09-20T19:01:14.843" v="1" actId="34807"/>
          <ac:spMkLst>
            <pc:docMk/>
            <pc:sldMk cId="0" sldId="257"/>
            <ac:spMk id="5" creationId="{00000000-0000-0000-0000-000000000000}"/>
          </ac:spMkLst>
        </pc:spChg>
        <pc:spChg chg="mod">
          <ac:chgData name="" userId="" providerId="" clId="Web-{BC2547A2-8188-4BDF-84BD-1718EDA0B898}" dt="2026-09-20T19:01:14.843" v="1" actId="34807"/>
          <ac:spMkLst>
            <pc:docMk/>
            <pc:sldMk cId="0" sldId="257"/>
            <ac:spMk id="6" creationId="{00000000-0000-0000-0000-000000000000}"/>
          </ac:spMkLst>
        </pc:spChg>
        <pc:spChg chg="mod">
          <ac:chgData name="" userId="" providerId="" clId="Web-{BC2547A2-8188-4BDF-84BD-1718EDA0B898}" dt="2026-09-20T19:01:13.311" v="0" actId="34807"/>
          <ac:spMkLst>
            <pc:docMk/>
            <pc:sldMk cId="0" sldId="257"/>
            <ac:spMk id="9" creationId="{00000000-0000-0000-0000-000000000000}"/>
          </ac:spMkLst>
        </pc:spChg>
        <pc:spChg chg="mod">
          <ac:chgData name="" userId="" providerId="" clId="Web-{BC2547A2-8188-4BDF-84BD-1718EDA0B898}" dt="2026-09-20T19:01:14.843" v="1" actId="34807"/>
          <ac:spMkLst>
            <pc:docMk/>
            <pc:sldMk cId="0" sldId="257"/>
            <ac:spMk id="10" creationId="{00000000-0000-0000-0000-000000000000}"/>
          </ac:spMkLst>
        </pc:spChg>
        <pc:spChg chg="mod">
          <ac:chgData name="" userId="" providerId="" clId="Web-{BC2547A2-8188-4BDF-84BD-1718EDA0B898}" dt="2026-09-20T19:01:14.843" v="1" actId="34807"/>
          <ac:spMkLst>
            <pc:docMk/>
            <pc:sldMk cId="0" sldId="257"/>
            <ac:spMk id="11" creationId="{00000000-0000-0000-0000-000000000000}"/>
          </ac:spMkLst>
        </pc:spChg>
        <pc:spChg chg="mod">
          <ac:chgData name="" userId="" providerId="" clId="Web-{BC2547A2-8188-4BDF-84BD-1718EDA0B898}" dt="2026-09-20T19:01:14.843" v="1" actId="34807"/>
          <ac:spMkLst>
            <pc:docMk/>
            <pc:sldMk cId="0" sldId="257"/>
            <ac:spMk id="12" creationId="{00000000-0000-0000-0000-000000000000}"/>
          </ac:spMkLst>
        </pc:spChg>
        <pc:spChg chg="mod">
          <ac:chgData name="" userId="" providerId="" clId="Web-{BC2547A2-8188-4BDF-84BD-1718EDA0B898}" dt="2026-09-20T19:01:14.843" v="1" actId="34807"/>
          <ac:spMkLst>
            <pc:docMk/>
            <pc:sldMk cId="0" sldId="257"/>
            <ac:spMk id="14" creationId="{00000000-0000-0000-0000-000000000000}"/>
          </ac:spMkLst>
        </pc:spChg>
        <pc:spChg chg="mod">
          <ac:chgData name="" userId="" providerId="" clId="Web-{BC2547A2-8188-4BDF-84BD-1718EDA0B898}" dt="2026-09-20T19:01:14.843" v="1" actId="34807"/>
          <ac:spMkLst>
            <pc:docMk/>
            <pc:sldMk cId="0" sldId="257"/>
            <ac:spMk id="15" creationId="{00000000-0000-0000-0000-000000000000}"/>
          </ac:spMkLst>
        </pc:spChg>
        <pc:spChg chg="mod">
          <ac:chgData name="" userId="" providerId="" clId="Web-{BC2547A2-8188-4BDF-84BD-1718EDA0B898}" dt="2026-09-20T19:01:13.311" v="0" actId="34807"/>
          <ac:spMkLst>
            <pc:docMk/>
            <pc:sldMk cId="0" sldId="257"/>
            <ac:spMk id="17" creationId="{00000000-0000-0000-0000-000000000000}"/>
          </ac:spMkLst>
        </pc:spChg>
        <pc:spChg chg="mod">
          <ac:chgData name="" userId="" providerId="" clId="Web-{BC2547A2-8188-4BDF-84BD-1718EDA0B898}" dt="2026-09-20T19:01:14.843" v="1" actId="34807"/>
          <ac:spMkLst>
            <pc:docMk/>
            <pc:sldMk cId="0" sldId="257"/>
            <ac:spMk id="23" creationId="{00000000-0000-0000-0000-000000000000}"/>
          </ac:spMkLst>
        </pc:spChg>
        <pc:spChg chg="mod">
          <ac:chgData name="" userId="" providerId="" clId="Web-{BC2547A2-8188-4BDF-84BD-1718EDA0B898}" dt="2026-09-20T19:01:13.311" v="0" actId="34807"/>
          <ac:spMkLst>
            <pc:docMk/>
            <pc:sldMk cId="0" sldId="257"/>
            <ac:spMk id="24" creationId="{00000000-0000-0000-0000-000000000000}"/>
          </ac:spMkLst>
        </pc:spChg>
        <pc:spChg chg="mod">
          <ac:chgData name="" userId="" providerId="" clId="Web-{BC2547A2-8188-4BDF-84BD-1718EDA0B898}" dt="2026-09-20T19:01:13.311" v="0" actId="34807"/>
          <ac:spMkLst>
            <pc:docMk/>
            <pc:sldMk cId="0" sldId="257"/>
            <ac:spMk id="26" creationId="{00000000-0000-0000-0000-000000000000}"/>
          </ac:spMkLst>
        </pc:spChg>
        <pc:spChg chg="mod">
          <ac:chgData name="" userId="" providerId="" clId="Web-{BC2547A2-8188-4BDF-84BD-1718EDA0B898}" dt="2026-09-20T19:01:13.311" v="0" actId="34807"/>
          <ac:spMkLst>
            <pc:docMk/>
            <pc:sldMk cId="0" sldId="257"/>
            <ac:spMk id="28" creationId="{00000000-0000-0000-0000-000000000000}"/>
          </ac:spMkLst>
        </pc:spChg>
        <pc:spChg chg="mod">
          <ac:chgData name="" userId="" providerId="" clId="Web-{BC2547A2-8188-4BDF-84BD-1718EDA0B898}" dt="2026-09-20T19:01:14.843" v="1" actId="34807"/>
          <ac:spMkLst>
            <pc:docMk/>
            <pc:sldMk cId="0" sldId="257"/>
            <ac:spMk id="29" creationId="{00000000-0000-0000-0000-000000000000}"/>
          </ac:spMkLst>
        </pc:spChg>
        <pc:spChg chg="mod">
          <ac:chgData name="" userId="" providerId="" clId="Web-{BC2547A2-8188-4BDF-84BD-1718EDA0B898}" dt="2026-09-20T19:01:13.311" v="0" actId="34807"/>
          <ac:spMkLst>
            <pc:docMk/>
            <pc:sldMk cId="0" sldId="257"/>
            <ac:spMk id="32" creationId="{00000000-0000-0000-0000-000000000000}"/>
          </ac:spMkLst>
        </pc:spChg>
      </pc:sldChg>
      <pc:sldChg chg="modSp del">
        <pc:chgData name="" userId="" providerId="" clId="Web-{BC2547A2-8188-4BDF-84BD-1718EDA0B898}" dt="2026-09-20T19:03:27.129" v="31" actId="34807"/>
        <pc:sldMkLst>
          <pc:docMk/>
          <pc:sldMk cId="0" sldId="258"/>
        </pc:sldMkLst>
        <pc:spChg chg="mod">
          <ac:chgData name="" userId="" providerId="" clId="Web-{BC2547A2-8188-4BDF-84BD-1718EDA0B898}" dt="2026-09-20T19:01:14.843" v="1" actId="34807"/>
          <ac:spMkLst>
            <pc:docMk/>
            <pc:sldMk cId="0" sldId="258"/>
            <ac:spMk id="3" creationId="{00000000-0000-0000-0000-000000000000}"/>
          </ac:spMkLst>
        </pc:spChg>
        <pc:spChg chg="mod">
          <ac:chgData name="" userId="" providerId="" clId="Web-{BC2547A2-8188-4BDF-84BD-1718EDA0B898}" dt="2026-09-20T19:01:14.843" v="1" actId="34807"/>
          <ac:spMkLst>
            <pc:docMk/>
            <pc:sldMk cId="0" sldId="258"/>
            <ac:spMk id="6" creationId="{00000000-0000-0000-0000-000000000000}"/>
          </ac:spMkLst>
        </pc:spChg>
        <pc:spChg chg="mod">
          <ac:chgData name="" userId="" providerId="" clId="Web-{BC2547A2-8188-4BDF-84BD-1718EDA0B898}" dt="2026-09-20T19:01:13.311" v="0" actId="34807"/>
          <ac:spMkLst>
            <pc:docMk/>
            <pc:sldMk cId="0" sldId="258"/>
            <ac:spMk id="7" creationId="{00000000-0000-0000-0000-000000000000}"/>
          </ac:spMkLst>
        </pc:spChg>
        <pc:spChg chg="mod">
          <ac:chgData name="" userId="" providerId="" clId="Web-{BC2547A2-8188-4BDF-84BD-1718EDA0B898}" dt="2026-09-20T19:01:14.843" v="1" actId="34807"/>
          <ac:spMkLst>
            <pc:docMk/>
            <pc:sldMk cId="0" sldId="258"/>
            <ac:spMk id="10" creationId="{00000000-0000-0000-0000-000000000000}"/>
          </ac:spMkLst>
        </pc:spChg>
        <pc:spChg chg="mod">
          <ac:chgData name="" userId="" providerId="" clId="Web-{BC2547A2-8188-4BDF-84BD-1718EDA0B898}" dt="2026-09-20T19:01:14.843" v="1" actId="34807"/>
          <ac:spMkLst>
            <pc:docMk/>
            <pc:sldMk cId="0" sldId="258"/>
            <ac:spMk id="12" creationId="{00000000-0000-0000-0000-000000000000}"/>
          </ac:spMkLst>
        </pc:spChg>
        <pc:spChg chg="mod">
          <ac:chgData name="" userId="" providerId="" clId="Web-{BC2547A2-8188-4BDF-84BD-1718EDA0B898}" dt="2026-09-20T19:01:14.843" v="1" actId="34807"/>
          <ac:spMkLst>
            <pc:docMk/>
            <pc:sldMk cId="0" sldId="258"/>
            <ac:spMk id="13" creationId="{00000000-0000-0000-0000-000000000000}"/>
          </ac:spMkLst>
        </pc:spChg>
        <pc:spChg chg="mod">
          <ac:chgData name="" userId="" providerId="" clId="Web-{BC2547A2-8188-4BDF-84BD-1718EDA0B898}" dt="2026-09-20T19:01:14.843" v="1" actId="34807"/>
          <ac:spMkLst>
            <pc:docMk/>
            <pc:sldMk cId="0" sldId="258"/>
            <ac:spMk id="14" creationId="{00000000-0000-0000-0000-000000000000}"/>
          </ac:spMkLst>
        </pc:spChg>
        <pc:spChg chg="mod">
          <ac:chgData name="" userId="" providerId="" clId="Web-{BC2547A2-8188-4BDF-84BD-1718EDA0B898}" dt="2026-09-20T19:01:14.843" v="1" actId="34807"/>
          <ac:spMkLst>
            <pc:docMk/>
            <pc:sldMk cId="0" sldId="258"/>
            <ac:spMk id="17" creationId="{00000000-0000-0000-0000-000000000000}"/>
          </ac:spMkLst>
        </pc:spChg>
        <pc:spChg chg="mod">
          <ac:chgData name="" userId="" providerId="" clId="Web-{BC2547A2-8188-4BDF-84BD-1718EDA0B898}" dt="2026-09-20T19:01:14.843" v="1" actId="34807"/>
          <ac:spMkLst>
            <pc:docMk/>
            <pc:sldMk cId="0" sldId="258"/>
            <ac:spMk id="26" creationId="{00000000-0000-0000-0000-000000000000}"/>
          </ac:spMkLst>
        </pc:spChg>
        <pc:spChg chg="mod">
          <ac:chgData name="" userId="" providerId="" clId="Web-{BC2547A2-8188-4BDF-84BD-1718EDA0B898}" dt="2026-09-20T19:01:13.311" v="0" actId="34807"/>
          <ac:spMkLst>
            <pc:docMk/>
            <pc:sldMk cId="0" sldId="258"/>
            <ac:spMk id="28" creationId="{00000000-0000-0000-0000-000000000000}"/>
          </ac:spMkLst>
        </pc:spChg>
        <pc:spChg chg="mod">
          <ac:chgData name="" userId="" providerId="" clId="Web-{BC2547A2-8188-4BDF-84BD-1718EDA0B898}" dt="2026-09-20T19:01:14.843" v="1" actId="34807"/>
          <ac:spMkLst>
            <pc:docMk/>
            <pc:sldMk cId="0" sldId="258"/>
            <ac:spMk id="29" creationId="{00000000-0000-0000-0000-000000000000}"/>
          </ac:spMkLst>
        </pc:spChg>
        <pc:spChg chg="mod">
          <ac:chgData name="" userId="" providerId="" clId="Web-{BC2547A2-8188-4BDF-84BD-1718EDA0B898}" dt="2026-09-20T19:01:14.843" v="1" actId="34807"/>
          <ac:spMkLst>
            <pc:docMk/>
            <pc:sldMk cId="0" sldId="258"/>
            <ac:spMk id="30" creationId="{00000000-0000-0000-0000-000000000000}"/>
          </ac:spMkLst>
        </pc:spChg>
        <pc:spChg chg="mod">
          <ac:chgData name="" userId="" providerId="" clId="Web-{BC2547A2-8188-4BDF-84BD-1718EDA0B898}" dt="2026-09-20T19:01:13.311" v="0" actId="34807"/>
          <ac:spMkLst>
            <pc:docMk/>
            <pc:sldMk cId="0" sldId="258"/>
            <ac:spMk id="31" creationId="{00000000-0000-0000-0000-000000000000}"/>
          </ac:spMkLst>
        </pc:spChg>
        <pc:spChg chg="mod">
          <ac:chgData name="" userId="" providerId="" clId="Web-{BC2547A2-8188-4BDF-84BD-1718EDA0B898}" dt="2026-09-20T19:01:13.311" v="0" actId="34807"/>
          <ac:spMkLst>
            <pc:docMk/>
            <pc:sldMk cId="0" sldId="258"/>
            <ac:spMk id="32" creationId="{00000000-0000-0000-0000-000000000000}"/>
          </ac:spMkLst>
        </pc:spChg>
      </pc:sldChg>
      <pc:sldChg chg="modSp del">
        <pc:chgData name="" userId="" providerId="" clId="Web-{BC2547A2-8188-4BDF-84BD-1718EDA0B898}" dt="2026-09-20T19:03:27.129" v="31" actId="34807"/>
        <pc:sldMkLst>
          <pc:docMk/>
          <pc:sldMk cId="0" sldId="259"/>
        </pc:sldMkLst>
        <pc:spChg chg="mod">
          <ac:chgData name="" userId="" providerId="" clId="Web-{BC2547A2-8188-4BDF-84BD-1718EDA0B898}" dt="2026-09-20T19:01:14.843" v="1" actId="34807"/>
          <ac:spMkLst>
            <pc:docMk/>
            <pc:sldMk cId="0" sldId="259"/>
            <ac:spMk id="2" creationId="{00000000-0000-0000-0000-000000000000}"/>
          </ac:spMkLst>
        </pc:spChg>
        <pc:spChg chg="mod">
          <ac:chgData name="" userId="" providerId="" clId="Web-{BC2547A2-8188-4BDF-84BD-1718EDA0B898}" dt="2026-09-20T19:01:13.311" v="0" actId="34807"/>
          <ac:spMkLst>
            <pc:docMk/>
            <pc:sldMk cId="0" sldId="259"/>
            <ac:spMk id="8" creationId="{00000000-0000-0000-0000-000000000000}"/>
          </ac:spMkLst>
        </pc:spChg>
        <pc:spChg chg="mod">
          <ac:chgData name="" userId="" providerId="" clId="Web-{BC2547A2-8188-4BDF-84BD-1718EDA0B898}" dt="2026-09-20T19:01:13.311" v="0" actId="34807"/>
          <ac:spMkLst>
            <pc:docMk/>
            <pc:sldMk cId="0" sldId="259"/>
            <ac:spMk id="9" creationId="{00000000-0000-0000-0000-000000000000}"/>
          </ac:spMkLst>
        </pc:spChg>
        <pc:spChg chg="mod">
          <ac:chgData name="" userId="" providerId="" clId="Web-{BC2547A2-8188-4BDF-84BD-1718EDA0B898}" dt="2026-09-20T19:01:14.843" v="1" actId="34807"/>
          <ac:spMkLst>
            <pc:docMk/>
            <pc:sldMk cId="0" sldId="259"/>
            <ac:spMk id="10" creationId="{00000000-0000-0000-0000-000000000000}"/>
          </ac:spMkLst>
        </pc:spChg>
        <pc:spChg chg="mod">
          <ac:chgData name="" userId="" providerId="" clId="Web-{BC2547A2-8188-4BDF-84BD-1718EDA0B898}" dt="2026-09-20T19:01:14.843" v="1" actId="34807"/>
          <ac:spMkLst>
            <pc:docMk/>
            <pc:sldMk cId="0" sldId="259"/>
            <ac:spMk id="11" creationId="{00000000-0000-0000-0000-000000000000}"/>
          </ac:spMkLst>
        </pc:spChg>
        <pc:spChg chg="mod">
          <ac:chgData name="" userId="" providerId="" clId="Web-{BC2547A2-8188-4BDF-84BD-1718EDA0B898}" dt="2026-09-20T19:01:14.843" v="1" actId="34807"/>
          <ac:spMkLst>
            <pc:docMk/>
            <pc:sldMk cId="0" sldId="259"/>
            <ac:spMk id="12" creationId="{00000000-0000-0000-0000-000000000000}"/>
          </ac:spMkLst>
        </pc:spChg>
        <pc:spChg chg="mod">
          <ac:chgData name="" userId="" providerId="" clId="Web-{BC2547A2-8188-4BDF-84BD-1718EDA0B898}" dt="2026-09-20T19:01:14.843" v="1" actId="34807"/>
          <ac:spMkLst>
            <pc:docMk/>
            <pc:sldMk cId="0" sldId="259"/>
            <ac:spMk id="13" creationId="{00000000-0000-0000-0000-000000000000}"/>
          </ac:spMkLst>
        </pc:spChg>
        <pc:spChg chg="mod">
          <ac:chgData name="" userId="" providerId="" clId="Web-{BC2547A2-8188-4BDF-84BD-1718EDA0B898}" dt="2026-09-20T19:01:14.843" v="1" actId="34807"/>
          <ac:spMkLst>
            <pc:docMk/>
            <pc:sldMk cId="0" sldId="259"/>
            <ac:spMk id="14" creationId="{00000000-0000-0000-0000-000000000000}"/>
          </ac:spMkLst>
        </pc:spChg>
        <pc:spChg chg="mod">
          <ac:chgData name="" userId="" providerId="" clId="Web-{BC2547A2-8188-4BDF-84BD-1718EDA0B898}" dt="2026-09-20T19:01:14.843" v="1" actId="34807"/>
          <ac:spMkLst>
            <pc:docMk/>
            <pc:sldMk cId="0" sldId="259"/>
            <ac:spMk id="15" creationId="{00000000-0000-0000-0000-000000000000}"/>
          </ac:spMkLst>
        </pc:spChg>
        <pc:spChg chg="mod">
          <ac:chgData name="" userId="" providerId="" clId="Web-{BC2547A2-8188-4BDF-84BD-1718EDA0B898}" dt="2026-09-20T19:01:14.843" v="1" actId="34807"/>
          <ac:spMkLst>
            <pc:docMk/>
            <pc:sldMk cId="0" sldId="259"/>
            <ac:spMk id="16" creationId="{00000000-0000-0000-0000-000000000000}"/>
          </ac:spMkLst>
        </pc:spChg>
        <pc:spChg chg="mod">
          <ac:chgData name="" userId="" providerId="" clId="Web-{BC2547A2-8188-4BDF-84BD-1718EDA0B898}" dt="2026-09-20T19:01:14.843" v="1" actId="34807"/>
          <ac:spMkLst>
            <pc:docMk/>
            <pc:sldMk cId="0" sldId="259"/>
            <ac:spMk id="17" creationId="{00000000-0000-0000-0000-000000000000}"/>
          </ac:spMkLst>
        </pc:spChg>
        <pc:spChg chg="mod">
          <ac:chgData name="" userId="" providerId="" clId="Web-{BC2547A2-8188-4BDF-84BD-1718EDA0B898}" dt="2026-09-20T19:01:13.311" v="0" actId="34807"/>
          <ac:spMkLst>
            <pc:docMk/>
            <pc:sldMk cId="0" sldId="259"/>
            <ac:spMk id="19" creationId="{00000000-0000-0000-0000-000000000000}"/>
          </ac:spMkLst>
        </pc:spChg>
        <pc:spChg chg="mod">
          <ac:chgData name="" userId="" providerId="" clId="Web-{BC2547A2-8188-4BDF-84BD-1718EDA0B898}" dt="2026-09-20T19:01:14.843" v="1" actId="34807"/>
          <ac:spMkLst>
            <pc:docMk/>
            <pc:sldMk cId="0" sldId="259"/>
            <ac:spMk id="23" creationId="{00000000-0000-0000-0000-000000000000}"/>
          </ac:spMkLst>
        </pc:spChg>
        <pc:spChg chg="mod">
          <ac:chgData name="" userId="" providerId="" clId="Web-{BC2547A2-8188-4BDF-84BD-1718EDA0B898}" dt="2026-09-20T19:01:13.311" v="0" actId="34807"/>
          <ac:spMkLst>
            <pc:docMk/>
            <pc:sldMk cId="0" sldId="259"/>
            <ac:spMk id="29" creationId="{00000000-0000-0000-0000-000000000000}"/>
          </ac:spMkLst>
        </pc:spChg>
      </pc:sldChg>
      <pc:sldChg chg="modSp del">
        <pc:chgData name="" userId="" providerId="" clId="Web-{BC2547A2-8188-4BDF-84BD-1718EDA0B898}" dt="2026-09-20T19:03:27.129" v="31" actId="34807"/>
        <pc:sldMkLst>
          <pc:docMk/>
          <pc:sldMk cId="0" sldId="260"/>
        </pc:sldMkLst>
        <pc:spChg chg="mod">
          <ac:chgData name="" userId="" providerId="" clId="Web-{BC2547A2-8188-4BDF-84BD-1718EDA0B898}" dt="2026-09-20T19:01:14.843" v="1" actId="34807"/>
          <ac:spMkLst>
            <pc:docMk/>
            <pc:sldMk cId="0" sldId="260"/>
            <ac:spMk id="2" creationId="{00000000-0000-0000-0000-000000000000}"/>
          </ac:spMkLst>
        </pc:spChg>
        <pc:spChg chg="mod">
          <ac:chgData name="" userId="" providerId="" clId="Web-{BC2547A2-8188-4BDF-84BD-1718EDA0B898}" dt="2026-09-20T19:01:14.843" v="1" actId="34807"/>
          <ac:spMkLst>
            <pc:docMk/>
            <pc:sldMk cId="0" sldId="260"/>
            <ac:spMk id="3" creationId="{00000000-0000-0000-0000-000000000000}"/>
          </ac:spMkLst>
        </pc:spChg>
        <pc:spChg chg="mod">
          <ac:chgData name="" userId="" providerId="" clId="Web-{BC2547A2-8188-4BDF-84BD-1718EDA0B898}" dt="2026-09-20T19:01:14.843" v="1" actId="34807"/>
          <ac:spMkLst>
            <pc:docMk/>
            <pc:sldMk cId="0" sldId="260"/>
            <ac:spMk id="4" creationId="{00000000-0000-0000-0000-000000000000}"/>
          </ac:spMkLst>
        </pc:spChg>
        <pc:spChg chg="mod">
          <ac:chgData name="" userId="" providerId="" clId="Web-{BC2547A2-8188-4BDF-84BD-1718EDA0B898}" dt="2026-09-20T19:01:14.843" v="1" actId="34807"/>
          <ac:spMkLst>
            <pc:docMk/>
            <pc:sldMk cId="0" sldId="260"/>
            <ac:spMk id="5" creationId="{00000000-0000-0000-0000-000000000000}"/>
          </ac:spMkLst>
        </pc:spChg>
        <pc:spChg chg="mod">
          <ac:chgData name="" userId="" providerId="" clId="Web-{BC2547A2-8188-4BDF-84BD-1718EDA0B898}" dt="2026-09-20T19:01:14.843" v="1" actId="34807"/>
          <ac:spMkLst>
            <pc:docMk/>
            <pc:sldMk cId="0" sldId="260"/>
            <ac:spMk id="7" creationId="{00000000-0000-0000-0000-000000000000}"/>
          </ac:spMkLst>
        </pc:spChg>
        <pc:spChg chg="mod">
          <ac:chgData name="" userId="" providerId="" clId="Web-{BC2547A2-8188-4BDF-84BD-1718EDA0B898}" dt="2026-09-20T19:01:13.311" v="0" actId="34807"/>
          <ac:spMkLst>
            <pc:docMk/>
            <pc:sldMk cId="0" sldId="260"/>
            <ac:spMk id="8" creationId="{00000000-0000-0000-0000-000000000000}"/>
          </ac:spMkLst>
        </pc:spChg>
        <pc:spChg chg="mod">
          <ac:chgData name="" userId="" providerId="" clId="Web-{BC2547A2-8188-4BDF-84BD-1718EDA0B898}" dt="2026-09-20T19:01:14.843" v="1" actId="34807"/>
          <ac:spMkLst>
            <pc:docMk/>
            <pc:sldMk cId="0" sldId="260"/>
            <ac:spMk id="10" creationId="{00000000-0000-0000-0000-000000000000}"/>
          </ac:spMkLst>
        </pc:spChg>
        <pc:spChg chg="mod">
          <ac:chgData name="" userId="" providerId="" clId="Web-{BC2547A2-8188-4BDF-84BD-1718EDA0B898}" dt="2026-09-20T19:01:13.311" v="0" actId="34807"/>
          <ac:spMkLst>
            <pc:docMk/>
            <pc:sldMk cId="0" sldId="260"/>
            <ac:spMk id="12" creationId="{00000000-0000-0000-0000-000000000000}"/>
          </ac:spMkLst>
        </pc:spChg>
        <pc:spChg chg="mod">
          <ac:chgData name="" userId="" providerId="" clId="Web-{BC2547A2-8188-4BDF-84BD-1718EDA0B898}" dt="2026-09-20T19:01:14.843" v="1" actId="34807"/>
          <ac:spMkLst>
            <pc:docMk/>
            <pc:sldMk cId="0" sldId="260"/>
            <ac:spMk id="13" creationId="{00000000-0000-0000-0000-000000000000}"/>
          </ac:spMkLst>
        </pc:spChg>
        <pc:spChg chg="mod">
          <ac:chgData name="" userId="" providerId="" clId="Web-{BC2547A2-8188-4BDF-84BD-1718EDA0B898}" dt="2026-09-20T19:01:13.311" v="0" actId="34807"/>
          <ac:spMkLst>
            <pc:docMk/>
            <pc:sldMk cId="0" sldId="260"/>
            <ac:spMk id="15" creationId="{00000000-0000-0000-0000-000000000000}"/>
          </ac:spMkLst>
        </pc:spChg>
        <pc:spChg chg="mod">
          <ac:chgData name="" userId="" providerId="" clId="Web-{BC2547A2-8188-4BDF-84BD-1718EDA0B898}" dt="2026-09-20T19:01:14.843" v="1" actId="34807"/>
          <ac:spMkLst>
            <pc:docMk/>
            <pc:sldMk cId="0" sldId="260"/>
            <ac:spMk id="16" creationId="{00000000-0000-0000-0000-000000000000}"/>
          </ac:spMkLst>
        </pc:spChg>
        <pc:spChg chg="mod">
          <ac:chgData name="" userId="" providerId="" clId="Web-{BC2547A2-8188-4BDF-84BD-1718EDA0B898}" dt="2026-09-20T19:01:13.311" v="0" actId="34807"/>
          <ac:spMkLst>
            <pc:docMk/>
            <pc:sldMk cId="0" sldId="260"/>
            <ac:spMk id="17" creationId="{00000000-0000-0000-0000-000000000000}"/>
          </ac:spMkLst>
        </pc:spChg>
        <pc:spChg chg="mod">
          <ac:chgData name="" userId="" providerId="" clId="Web-{BC2547A2-8188-4BDF-84BD-1718EDA0B898}" dt="2026-09-20T19:01:14.843" v="1" actId="34807"/>
          <ac:spMkLst>
            <pc:docMk/>
            <pc:sldMk cId="0" sldId="260"/>
            <ac:spMk id="19" creationId="{00000000-0000-0000-0000-000000000000}"/>
          </ac:spMkLst>
        </pc:spChg>
        <pc:spChg chg="mod">
          <ac:chgData name="" userId="" providerId="" clId="Web-{BC2547A2-8188-4BDF-84BD-1718EDA0B898}" dt="2026-09-20T19:01:14.843" v="1" actId="34807"/>
          <ac:spMkLst>
            <pc:docMk/>
            <pc:sldMk cId="0" sldId="260"/>
            <ac:spMk id="20" creationId="{00000000-0000-0000-0000-000000000000}"/>
          </ac:spMkLst>
        </pc:spChg>
        <pc:spChg chg="mod">
          <ac:chgData name="" userId="" providerId="" clId="Web-{BC2547A2-8188-4BDF-84BD-1718EDA0B898}" dt="2026-09-20T19:01:13.311" v="0" actId="34807"/>
          <ac:spMkLst>
            <pc:docMk/>
            <pc:sldMk cId="0" sldId="260"/>
            <ac:spMk id="22" creationId="{00000000-0000-0000-0000-000000000000}"/>
          </ac:spMkLst>
        </pc:spChg>
      </pc:sldChg>
      <pc:sldChg chg="modSp del">
        <pc:chgData name="" userId="" providerId="" clId="Web-{BC2547A2-8188-4BDF-84BD-1718EDA0B898}" dt="2026-09-20T19:03:27.129" v="31" actId="34807"/>
        <pc:sldMkLst>
          <pc:docMk/>
          <pc:sldMk cId="0" sldId="261"/>
        </pc:sldMkLst>
        <pc:spChg chg="mod">
          <ac:chgData name="" userId="" providerId="" clId="Web-{BC2547A2-8188-4BDF-84BD-1718EDA0B898}" dt="2026-09-20T19:01:14.843" v="1" actId="34807"/>
          <ac:spMkLst>
            <pc:docMk/>
            <pc:sldMk cId="0" sldId="261"/>
            <ac:spMk id="3" creationId="{00000000-0000-0000-0000-000000000000}"/>
          </ac:spMkLst>
        </pc:spChg>
        <pc:spChg chg="mod">
          <ac:chgData name="" userId="" providerId="" clId="Web-{BC2547A2-8188-4BDF-84BD-1718EDA0B898}" dt="2026-09-20T19:01:13.311" v="0" actId="34807"/>
          <ac:spMkLst>
            <pc:docMk/>
            <pc:sldMk cId="0" sldId="261"/>
            <ac:spMk id="4" creationId="{00000000-0000-0000-0000-000000000000}"/>
          </ac:spMkLst>
        </pc:spChg>
        <pc:spChg chg="mod">
          <ac:chgData name="" userId="" providerId="" clId="Web-{BC2547A2-8188-4BDF-84BD-1718EDA0B898}" dt="2026-09-20T19:01:14.843" v="1" actId="34807"/>
          <ac:spMkLst>
            <pc:docMk/>
            <pc:sldMk cId="0" sldId="261"/>
            <ac:spMk id="6" creationId="{00000000-0000-0000-0000-000000000000}"/>
          </ac:spMkLst>
        </pc:spChg>
        <pc:spChg chg="mod">
          <ac:chgData name="" userId="" providerId="" clId="Web-{BC2547A2-8188-4BDF-84BD-1718EDA0B898}" dt="2026-09-20T19:01:13.311" v="0" actId="34807"/>
          <ac:spMkLst>
            <pc:docMk/>
            <pc:sldMk cId="0" sldId="261"/>
            <ac:spMk id="7" creationId="{00000000-0000-0000-0000-000000000000}"/>
          </ac:spMkLst>
        </pc:spChg>
        <pc:spChg chg="mod">
          <ac:chgData name="" userId="" providerId="" clId="Web-{BC2547A2-8188-4BDF-84BD-1718EDA0B898}" dt="2026-09-20T19:01:13.311" v="0" actId="34807"/>
          <ac:spMkLst>
            <pc:docMk/>
            <pc:sldMk cId="0" sldId="261"/>
            <ac:spMk id="8" creationId="{00000000-0000-0000-0000-000000000000}"/>
          </ac:spMkLst>
        </pc:spChg>
        <pc:spChg chg="mod">
          <ac:chgData name="" userId="" providerId="" clId="Web-{BC2547A2-8188-4BDF-84BD-1718EDA0B898}" dt="2026-09-20T19:01:14.843" v="1" actId="34807"/>
          <ac:spMkLst>
            <pc:docMk/>
            <pc:sldMk cId="0" sldId="261"/>
            <ac:spMk id="10" creationId="{00000000-0000-0000-0000-000000000000}"/>
          </ac:spMkLst>
        </pc:spChg>
        <pc:spChg chg="mod">
          <ac:chgData name="" userId="" providerId="" clId="Web-{BC2547A2-8188-4BDF-84BD-1718EDA0B898}" dt="2026-09-20T19:01:14.843" v="1" actId="34807"/>
          <ac:spMkLst>
            <pc:docMk/>
            <pc:sldMk cId="0" sldId="261"/>
            <ac:spMk id="12" creationId="{00000000-0000-0000-0000-000000000000}"/>
          </ac:spMkLst>
        </pc:spChg>
        <pc:spChg chg="mod">
          <ac:chgData name="" userId="" providerId="" clId="Web-{BC2547A2-8188-4BDF-84BD-1718EDA0B898}" dt="2026-09-20T19:01:14.843" v="1" actId="34807"/>
          <ac:spMkLst>
            <pc:docMk/>
            <pc:sldMk cId="0" sldId="261"/>
            <ac:spMk id="14" creationId="{00000000-0000-0000-0000-000000000000}"/>
          </ac:spMkLst>
        </pc:spChg>
        <pc:spChg chg="mod">
          <ac:chgData name="" userId="" providerId="" clId="Web-{BC2547A2-8188-4BDF-84BD-1718EDA0B898}" dt="2026-09-20T19:01:14.843" v="1" actId="34807"/>
          <ac:spMkLst>
            <pc:docMk/>
            <pc:sldMk cId="0" sldId="261"/>
            <ac:spMk id="16" creationId="{00000000-0000-0000-0000-000000000000}"/>
          </ac:spMkLst>
        </pc:spChg>
        <pc:spChg chg="mod">
          <ac:chgData name="" userId="" providerId="" clId="Web-{BC2547A2-8188-4BDF-84BD-1718EDA0B898}" dt="2026-09-20T19:02:06.423" v="5" actId="34807"/>
          <ac:spMkLst>
            <pc:docMk/>
            <pc:sldMk cId="0" sldId="261"/>
            <ac:spMk id="24" creationId="{00000000-0000-0000-0000-000000000000}"/>
          </ac:spMkLst>
        </pc:spChg>
        <pc:spChg chg="mod">
          <ac:chgData name="" userId="" providerId="" clId="Web-{BC2547A2-8188-4BDF-84BD-1718EDA0B898}" dt="2026-09-20T19:01:14.843" v="1" actId="34807"/>
          <ac:spMkLst>
            <pc:docMk/>
            <pc:sldMk cId="0" sldId="261"/>
            <ac:spMk id="27" creationId="{00000000-0000-0000-0000-000000000000}"/>
          </ac:spMkLst>
        </pc:spChg>
        <pc:spChg chg="mod">
          <ac:chgData name="" userId="" providerId="" clId="Web-{BC2547A2-8188-4BDF-84BD-1718EDA0B898}" dt="2026-09-20T19:01:13.311" v="0" actId="34807"/>
          <ac:spMkLst>
            <pc:docMk/>
            <pc:sldMk cId="0" sldId="261"/>
            <ac:spMk id="30" creationId="{00000000-0000-0000-0000-000000000000}"/>
          </ac:spMkLst>
        </pc:spChg>
        <pc:spChg chg="mod">
          <ac:chgData name="" userId="" providerId="" clId="Web-{BC2547A2-8188-4BDF-84BD-1718EDA0B898}" dt="2026-09-20T19:01:13.311" v="0" actId="34807"/>
          <ac:spMkLst>
            <pc:docMk/>
            <pc:sldMk cId="0" sldId="261"/>
            <ac:spMk id="31" creationId="{00000000-0000-0000-0000-000000000000}"/>
          </ac:spMkLst>
        </pc:spChg>
        <pc:spChg chg="mod">
          <ac:chgData name="" userId="" providerId="" clId="Web-{BC2547A2-8188-4BDF-84BD-1718EDA0B898}" dt="2026-09-20T19:02:06.423" v="5" actId="34807"/>
          <ac:spMkLst>
            <pc:docMk/>
            <pc:sldMk cId="0" sldId="261"/>
            <ac:spMk id="32" creationId="{00000000-0000-0000-0000-000000000000}"/>
          </ac:spMkLst>
        </pc:spChg>
        <pc:spChg chg="mod">
          <ac:chgData name="" userId="" providerId="" clId="Web-{BC2547A2-8188-4BDF-84BD-1718EDA0B898}" dt="2026-09-20T19:01:14.843" v="1" actId="34807"/>
          <ac:spMkLst>
            <pc:docMk/>
            <pc:sldMk cId="0" sldId="261"/>
            <ac:spMk id="35" creationId="{00000000-0000-0000-0000-000000000000}"/>
          </ac:spMkLst>
        </pc:spChg>
        <pc:spChg chg="mod">
          <ac:chgData name="" userId="" providerId="" clId="Web-{BC2547A2-8188-4BDF-84BD-1718EDA0B898}" dt="2026-09-20T19:01:14.843" v="1" actId="34807"/>
          <ac:spMkLst>
            <pc:docMk/>
            <pc:sldMk cId="0" sldId="261"/>
            <ac:spMk id="36" creationId="{00000000-0000-0000-0000-000000000000}"/>
          </ac:spMkLst>
        </pc:spChg>
        <pc:spChg chg="mod">
          <ac:chgData name="" userId="" providerId="" clId="Web-{BC2547A2-8188-4BDF-84BD-1718EDA0B898}" dt="2026-09-20T19:01:13.311" v="0" actId="34807"/>
          <ac:spMkLst>
            <pc:docMk/>
            <pc:sldMk cId="0" sldId="261"/>
            <ac:spMk id="38" creationId="{00000000-0000-0000-0000-000000000000}"/>
          </ac:spMkLst>
        </pc:spChg>
        <pc:spChg chg="mod">
          <ac:chgData name="" userId="" providerId="" clId="Web-{BC2547A2-8188-4BDF-84BD-1718EDA0B898}" dt="2026-09-20T19:01:14.843" v="1" actId="34807"/>
          <ac:spMkLst>
            <pc:docMk/>
            <pc:sldMk cId="0" sldId="261"/>
            <ac:spMk id="39" creationId="{00000000-0000-0000-0000-000000000000}"/>
          </ac:spMkLst>
        </pc:spChg>
      </pc:sldChg>
      <pc:sldChg chg="modSp del">
        <pc:chgData name="" userId="" providerId="" clId="Web-{BC2547A2-8188-4BDF-84BD-1718EDA0B898}" dt="2026-09-20T19:03:27.129" v="31" actId="34807"/>
        <pc:sldMkLst>
          <pc:docMk/>
          <pc:sldMk cId="0" sldId="262"/>
        </pc:sldMkLst>
        <pc:spChg chg="mod">
          <ac:chgData name="" userId="" providerId="" clId="Web-{BC2547A2-8188-4BDF-84BD-1718EDA0B898}" dt="2026-09-20T19:01:14.843" v="1" actId="34807"/>
          <ac:spMkLst>
            <pc:docMk/>
            <pc:sldMk cId="0" sldId="262"/>
            <ac:spMk id="2" creationId="{00000000-0000-0000-0000-000000000000}"/>
          </ac:spMkLst>
        </pc:spChg>
        <pc:spChg chg="mod">
          <ac:chgData name="" userId="" providerId="" clId="Web-{BC2547A2-8188-4BDF-84BD-1718EDA0B898}" dt="2026-09-20T19:01:14.843" v="1" actId="34807"/>
          <ac:spMkLst>
            <pc:docMk/>
            <pc:sldMk cId="0" sldId="262"/>
            <ac:spMk id="3" creationId="{00000000-0000-0000-0000-000000000000}"/>
          </ac:spMkLst>
        </pc:spChg>
        <pc:spChg chg="mod">
          <ac:chgData name="" userId="" providerId="" clId="Web-{BC2547A2-8188-4BDF-84BD-1718EDA0B898}" dt="2026-09-20T19:01:14.843" v="1" actId="34807"/>
          <ac:spMkLst>
            <pc:docMk/>
            <pc:sldMk cId="0" sldId="262"/>
            <ac:spMk id="4" creationId="{00000000-0000-0000-0000-000000000000}"/>
          </ac:spMkLst>
        </pc:spChg>
        <pc:spChg chg="mod">
          <ac:chgData name="" userId="" providerId="" clId="Web-{BC2547A2-8188-4BDF-84BD-1718EDA0B898}" dt="2026-09-20T19:01:14.843" v="1" actId="34807"/>
          <ac:spMkLst>
            <pc:docMk/>
            <pc:sldMk cId="0" sldId="262"/>
            <ac:spMk id="6" creationId="{00000000-0000-0000-0000-000000000000}"/>
          </ac:spMkLst>
        </pc:spChg>
        <pc:spChg chg="mod">
          <ac:chgData name="" userId="" providerId="" clId="Web-{BC2547A2-8188-4BDF-84BD-1718EDA0B898}" dt="2026-09-20T19:01:14.843" v="1" actId="34807"/>
          <ac:spMkLst>
            <pc:docMk/>
            <pc:sldMk cId="0" sldId="262"/>
            <ac:spMk id="7" creationId="{00000000-0000-0000-0000-000000000000}"/>
          </ac:spMkLst>
        </pc:spChg>
        <pc:spChg chg="mod">
          <ac:chgData name="" userId="" providerId="" clId="Web-{BC2547A2-8188-4BDF-84BD-1718EDA0B898}" dt="2026-09-20T19:01:14.843" v="1" actId="34807"/>
          <ac:spMkLst>
            <pc:docMk/>
            <pc:sldMk cId="0" sldId="262"/>
            <ac:spMk id="10" creationId="{00000000-0000-0000-0000-000000000000}"/>
          </ac:spMkLst>
        </pc:spChg>
        <pc:spChg chg="mod">
          <ac:chgData name="" userId="" providerId="" clId="Web-{BC2547A2-8188-4BDF-84BD-1718EDA0B898}" dt="2026-09-20T19:01:13.311" v="0" actId="34807"/>
          <ac:spMkLst>
            <pc:docMk/>
            <pc:sldMk cId="0" sldId="262"/>
            <ac:spMk id="11" creationId="{00000000-0000-0000-0000-000000000000}"/>
          </ac:spMkLst>
        </pc:spChg>
        <pc:spChg chg="mod">
          <ac:chgData name="" userId="" providerId="" clId="Web-{BC2547A2-8188-4BDF-84BD-1718EDA0B898}" dt="2026-09-20T19:01:13.311" v="0" actId="34807"/>
          <ac:spMkLst>
            <pc:docMk/>
            <pc:sldMk cId="0" sldId="262"/>
            <ac:spMk id="12" creationId="{00000000-0000-0000-0000-000000000000}"/>
          </ac:spMkLst>
        </pc:spChg>
        <pc:spChg chg="mod">
          <ac:chgData name="" userId="" providerId="" clId="Web-{BC2547A2-8188-4BDF-84BD-1718EDA0B898}" dt="2026-09-20T19:01:13.311" v="0" actId="34807"/>
          <ac:spMkLst>
            <pc:docMk/>
            <pc:sldMk cId="0" sldId="262"/>
            <ac:spMk id="14" creationId="{00000000-0000-0000-0000-000000000000}"/>
          </ac:spMkLst>
        </pc:spChg>
        <pc:spChg chg="mod">
          <ac:chgData name="" userId="" providerId="" clId="Web-{BC2547A2-8188-4BDF-84BD-1718EDA0B898}" dt="2026-09-20T19:01:14.843" v="1" actId="34807"/>
          <ac:spMkLst>
            <pc:docMk/>
            <pc:sldMk cId="0" sldId="262"/>
            <ac:spMk id="16" creationId="{00000000-0000-0000-0000-000000000000}"/>
          </ac:spMkLst>
        </pc:spChg>
        <pc:spChg chg="mod">
          <ac:chgData name="" userId="" providerId="" clId="Web-{BC2547A2-8188-4BDF-84BD-1718EDA0B898}" dt="2026-09-20T19:01:13.311" v="0" actId="34807"/>
          <ac:spMkLst>
            <pc:docMk/>
            <pc:sldMk cId="0" sldId="262"/>
            <ac:spMk id="17" creationId="{00000000-0000-0000-0000-000000000000}"/>
          </ac:spMkLst>
        </pc:spChg>
        <pc:spChg chg="mod">
          <ac:chgData name="" userId="" providerId="" clId="Web-{BC2547A2-8188-4BDF-84BD-1718EDA0B898}" dt="2026-09-20T19:01:14.843" v="1" actId="34807"/>
          <ac:spMkLst>
            <pc:docMk/>
            <pc:sldMk cId="0" sldId="262"/>
            <ac:spMk id="19" creationId="{00000000-0000-0000-0000-000000000000}"/>
          </ac:spMkLst>
        </pc:spChg>
        <pc:spChg chg="mod">
          <ac:chgData name="" userId="" providerId="" clId="Web-{BC2547A2-8188-4BDF-84BD-1718EDA0B898}" dt="2026-09-20T19:01:14.843" v="1" actId="34807"/>
          <ac:spMkLst>
            <pc:docMk/>
            <pc:sldMk cId="0" sldId="262"/>
            <ac:spMk id="20" creationId="{00000000-0000-0000-0000-000000000000}"/>
          </ac:spMkLst>
        </pc:spChg>
        <pc:spChg chg="mod">
          <ac:chgData name="" userId="" providerId="" clId="Web-{BC2547A2-8188-4BDF-84BD-1718EDA0B898}" dt="2026-09-20T19:01:14.843" v="1" actId="34807"/>
          <ac:spMkLst>
            <pc:docMk/>
            <pc:sldMk cId="0" sldId="262"/>
            <ac:spMk id="21" creationId="{00000000-0000-0000-0000-000000000000}"/>
          </ac:spMkLst>
        </pc:spChg>
        <pc:spChg chg="mod">
          <ac:chgData name="" userId="" providerId="" clId="Web-{BC2547A2-8188-4BDF-84BD-1718EDA0B898}" dt="2026-09-20T19:01:13.311" v="0" actId="34807"/>
          <ac:spMkLst>
            <pc:docMk/>
            <pc:sldMk cId="0" sldId="262"/>
            <ac:spMk id="22" creationId="{00000000-0000-0000-0000-000000000000}"/>
          </ac:spMkLst>
        </pc:spChg>
      </pc:sldChg>
      <pc:sldChg chg="addSp modSp add modNotesTx">
        <pc:chgData name="" userId="" providerId="" clId="Web-{BC2547A2-8188-4BDF-84BD-1718EDA0B898}" dt="2026-09-20T19:02:06.048" v="4" actId="34807"/>
        <pc:sldMkLst>
          <pc:docMk/>
          <pc:sldMk cId="3937438844" sldId="463"/>
        </pc:sldMkLst>
        <pc:spChg chg="add mod">
          <ac:chgData name="" userId="" providerId="" clId="Web-{BC2547A2-8188-4BDF-84BD-1718EDA0B898}" dt="2026-09-20T19:02:05.673" v="3" actId="34807"/>
          <ac:spMkLst>
            <pc:docMk/>
            <pc:sldMk cId="3937438844" sldId="463"/>
            <ac:spMk id="42" creationId="{B2D6A43B-45A0-028A-8836-94CD59D806D4}"/>
          </ac:spMkLst>
        </pc:spChg>
        <pc:spChg chg="add mod">
          <ac:chgData name="" userId="" providerId="" clId="Web-{BC2547A2-8188-4BDF-84BD-1718EDA0B898}" dt="2026-09-20T19:02:05.673" v="3" actId="34807"/>
          <ac:spMkLst>
            <pc:docMk/>
            <pc:sldMk cId="3937438844" sldId="463"/>
            <ac:spMk id="44" creationId="{CB1A9CAC-C906-CB56-1E09-15D57A87ABA1}"/>
          </ac:spMkLst>
        </pc:spChg>
        <pc:spChg chg="add mod">
          <ac:chgData name="" userId="" providerId="" clId="Web-{BC2547A2-8188-4BDF-84BD-1718EDA0B898}" dt="2026-09-20T19:02:05.673" v="3" actId="34807"/>
          <ac:spMkLst>
            <pc:docMk/>
            <pc:sldMk cId="3937438844" sldId="463"/>
            <ac:spMk id="47" creationId="{007DEE68-6EFB-0E15-4A05-E1BDB4ABA5D1}"/>
          </ac:spMkLst>
        </pc:spChg>
        <pc:spChg chg="add mod">
          <ac:chgData name="" userId="" providerId="" clId="Web-{BC2547A2-8188-4BDF-84BD-1718EDA0B898}" dt="2026-09-20T19:02:05.673" v="3" actId="34807"/>
          <ac:spMkLst>
            <pc:docMk/>
            <pc:sldMk cId="3937438844" sldId="463"/>
            <ac:spMk id="51" creationId="{3DEF4FB8-2CE3-C0BE-611D-26CFF0584AF4}"/>
          </ac:spMkLst>
        </pc:spChg>
        <pc:spChg chg="add mod">
          <ac:chgData name="" userId="" providerId="" clId="Web-{BC2547A2-8188-4BDF-84BD-1718EDA0B898}" dt="2026-09-20T19:02:05.673" v="3" actId="34807"/>
          <ac:spMkLst>
            <pc:docMk/>
            <pc:sldMk cId="3937438844" sldId="463"/>
            <ac:spMk id="56" creationId="{A62B2708-C408-CD96-59E5-402FD997E262}"/>
          </ac:spMkLst>
        </pc:spChg>
      </pc:sldChg>
      <pc:sldChg chg="addSp modSp add modNotesTx">
        <pc:chgData name="" userId="" providerId="" clId="Web-{BC2547A2-8188-4BDF-84BD-1718EDA0B898}" dt="2026-09-20T19:02:16.095" v="9" actId="34807"/>
        <pc:sldMkLst>
          <pc:docMk/>
          <pc:sldMk cId="3365096527" sldId="664"/>
        </pc:sldMkLst>
        <pc:spChg chg="add mod">
          <ac:chgData name="" userId="" providerId="" clId="Web-{BC2547A2-8188-4BDF-84BD-1718EDA0B898}" dt="2026-09-20T19:02:14.767" v="7" actId="34807"/>
          <ac:spMkLst>
            <pc:docMk/>
            <pc:sldMk cId="3365096527" sldId="664"/>
            <ac:spMk id="59" creationId="{1B3B70A5-B1F5-4112-579D-CD7992E4FC12}"/>
          </ac:spMkLst>
        </pc:spChg>
        <pc:spChg chg="add mod">
          <ac:chgData name="" userId="" providerId="" clId="Web-{BC2547A2-8188-4BDF-84BD-1718EDA0B898}" dt="2026-09-20T19:02:14.767" v="7" actId="34807"/>
          <ac:spMkLst>
            <pc:docMk/>
            <pc:sldMk cId="3365096527" sldId="664"/>
            <ac:spMk id="62" creationId="{8C2FA031-D644-711F-F932-BED79A079B2E}"/>
          </ac:spMkLst>
        </pc:spChg>
        <pc:spChg chg="add mod">
          <ac:chgData name="" userId="" providerId="" clId="Web-{BC2547A2-8188-4BDF-84BD-1718EDA0B898}" dt="2026-09-20T19:02:14.767" v="7" actId="34807"/>
          <ac:spMkLst>
            <pc:docMk/>
            <pc:sldMk cId="3365096527" sldId="664"/>
            <ac:spMk id="66" creationId="{4E09C2D3-BB88-8DAD-6D00-36594AA6DD82}"/>
          </ac:spMkLst>
        </pc:spChg>
        <pc:spChg chg="add mod">
          <ac:chgData name="" userId="" providerId="" clId="Web-{BC2547A2-8188-4BDF-84BD-1718EDA0B898}" dt="2026-09-20T19:02:14.767" v="7" actId="34807"/>
          <ac:spMkLst>
            <pc:docMk/>
            <pc:sldMk cId="3365096527" sldId="664"/>
            <ac:spMk id="77" creationId="{323D4392-5F4C-D51D-31DF-B5D73B6F9CF3}"/>
          </ac:spMkLst>
        </pc:spChg>
        <pc:spChg chg="add mod">
          <ac:chgData name="" userId="" providerId="" clId="Web-{BC2547A2-8188-4BDF-84BD-1718EDA0B898}" dt="2026-09-20T19:02:14.767" v="7" actId="34807"/>
          <ac:spMkLst>
            <pc:docMk/>
            <pc:sldMk cId="3365096527" sldId="664"/>
            <ac:spMk id="111" creationId="{B2CDFB73-6355-09EE-A482-DF8EB2798228}"/>
          </ac:spMkLst>
        </pc:spChg>
        <pc:spChg chg="add mod">
          <ac:chgData name="" userId="" providerId="" clId="Web-{BC2547A2-8188-4BDF-84BD-1718EDA0B898}" dt="2026-09-20T19:02:14.767" v="7" actId="34807"/>
          <ac:spMkLst>
            <pc:docMk/>
            <pc:sldMk cId="3365096527" sldId="664"/>
            <ac:spMk id="122" creationId="{E6AE5ED3-1A49-6FED-CC5B-C3CBDFFCE9F3}"/>
          </ac:spMkLst>
        </pc:spChg>
        <pc:spChg chg="add mod">
          <ac:chgData name="" userId="" providerId="" clId="Web-{BC2547A2-8188-4BDF-84BD-1718EDA0B898}" dt="2026-09-20T19:02:14.767" v="7" actId="34807"/>
          <ac:spMkLst>
            <pc:docMk/>
            <pc:sldMk cId="3365096527" sldId="664"/>
            <ac:spMk id="134" creationId="{77ED2A12-C132-E028-3622-08DB167A8E19}"/>
          </ac:spMkLst>
        </pc:spChg>
        <pc:spChg chg="add mod">
          <ac:chgData name="" userId="" providerId="" clId="Web-{BC2547A2-8188-4BDF-84BD-1718EDA0B898}" dt="2026-09-20T19:02:14.767" v="7" actId="34807"/>
          <ac:spMkLst>
            <pc:docMk/>
            <pc:sldMk cId="3365096527" sldId="664"/>
            <ac:spMk id="147" creationId="{E66E2209-1D9C-3143-1D2B-AE8FDEDE79AA}"/>
          </ac:spMkLst>
        </pc:spChg>
        <pc:spChg chg="add mod">
          <ac:chgData name="" userId="" providerId="" clId="Web-{BC2547A2-8188-4BDF-84BD-1718EDA0B898}" dt="2026-09-20T19:02:14.767" v="7" actId="34807"/>
          <ac:spMkLst>
            <pc:docMk/>
            <pc:sldMk cId="3365096527" sldId="664"/>
            <ac:spMk id="161" creationId="{602997FF-D618-218C-6BB1-AFA1AC97E62B}"/>
          </ac:spMkLst>
        </pc:spChg>
        <pc:spChg chg="add mod">
          <ac:chgData name="" userId="" providerId="" clId="Web-{BC2547A2-8188-4BDF-84BD-1718EDA0B898}" dt="2026-09-20T19:02:14.767" v="7" actId="34807"/>
          <ac:spMkLst>
            <pc:docMk/>
            <pc:sldMk cId="3365096527" sldId="664"/>
            <ac:spMk id="192" creationId="{B6BDECE1-210D-177D-23AA-34A5F5DCB6CA}"/>
          </ac:spMkLst>
        </pc:spChg>
        <pc:picChg chg="add">
          <ac:chgData name="" userId="" providerId="" clId="Web-{BC2547A2-8188-4BDF-84BD-1718EDA0B898}" dt="2026-09-20T19:02:15.345" v="8" actId="34807"/>
          <ac:picMkLst>
            <pc:docMk/>
            <pc:sldMk cId="3365096527" sldId="664"/>
            <ac:picMk id="382" creationId="{35617D50-1B6F-74B4-B786-D74472E348D7}"/>
          </ac:picMkLst>
        </pc:picChg>
        <pc:picChg chg="add">
          <ac:chgData name="" userId="" providerId="" clId="Web-{BC2547A2-8188-4BDF-84BD-1718EDA0B898}" dt="2026-09-20T19:02:15.345" v="8" actId="34807"/>
          <ac:picMkLst>
            <pc:docMk/>
            <pc:sldMk cId="3365096527" sldId="664"/>
            <ac:picMk id="383" creationId="{BD1AE0E1-7029-B016-2CDC-398D5060B182}"/>
          </ac:picMkLst>
        </pc:picChg>
        <pc:picChg chg="add">
          <ac:chgData name="" userId="" providerId="" clId="Web-{BC2547A2-8188-4BDF-84BD-1718EDA0B898}" dt="2026-09-20T19:02:15.345" v="8" actId="34807"/>
          <ac:picMkLst>
            <pc:docMk/>
            <pc:sldMk cId="3365096527" sldId="664"/>
            <ac:picMk id="384" creationId="{3F0D85C8-9D83-6749-6FA8-A1AA18DFC45E}"/>
          </ac:picMkLst>
        </pc:picChg>
      </pc:sldChg>
      <pc:sldChg chg="addSp modSp add modNotesTx">
        <pc:chgData name="" userId="" providerId="" clId="Web-{BC2547A2-8188-4BDF-84BD-1718EDA0B898}" dt="2026-09-20T19:02:24.611" v="13" actId="34807"/>
        <pc:sldMkLst>
          <pc:docMk/>
          <pc:sldMk cId="3825063969" sldId="865"/>
        </pc:sldMkLst>
        <pc:spChg chg="add mod">
          <ac:chgData name="" userId="" providerId="" clId="Web-{BC2547A2-8188-4BDF-84BD-1718EDA0B898}" dt="2026-09-20T19:02:23.626" v="11" actId="34807"/>
          <ac:spMkLst>
            <pc:docMk/>
            <pc:sldMk cId="3825063969" sldId="865"/>
            <ac:spMk id="385" creationId="{5EEE7EE6-4C6C-69F3-147D-2B47D1E6EAEE}"/>
          </ac:spMkLst>
        </pc:spChg>
        <pc:spChg chg="add mod">
          <ac:chgData name="" userId="" providerId="" clId="Web-{BC2547A2-8188-4BDF-84BD-1718EDA0B898}" dt="2026-09-20T19:02:23.626" v="11" actId="34807"/>
          <ac:spMkLst>
            <pc:docMk/>
            <pc:sldMk cId="3825063969" sldId="865"/>
            <ac:spMk id="394" creationId="{91942EDA-3FAE-D2DE-0101-AE017B909626}"/>
          </ac:spMkLst>
        </pc:spChg>
        <pc:spChg chg="add mod">
          <ac:chgData name="" userId="" providerId="" clId="Web-{BC2547A2-8188-4BDF-84BD-1718EDA0B898}" dt="2026-09-20T19:02:23.626" v="11" actId="34807"/>
          <ac:spMkLst>
            <pc:docMk/>
            <pc:sldMk cId="3825063969" sldId="865"/>
            <ac:spMk id="399" creationId="{CB8A91DC-2C34-5E9D-A811-4F04C928DFF5}"/>
          </ac:spMkLst>
        </pc:spChg>
        <pc:spChg chg="add mod">
          <ac:chgData name="" userId="" providerId="" clId="Web-{BC2547A2-8188-4BDF-84BD-1718EDA0B898}" dt="2026-09-20T19:02:23.626" v="11" actId="34807"/>
          <ac:spMkLst>
            <pc:docMk/>
            <pc:sldMk cId="3825063969" sldId="865"/>
            <ac:spMk id="405" creationId="{1805A953-EA72-5C7E-7CC2-F74C16806AA6}"/>
          </ac:spMkLst>
        </pc:spChg>
        <pc:spChg chg="add mod">
          <ac:chgData name="" userId="" providerId="" clId="Web-{BC2547A2-8188-4BDF-84BD-1718EDA0B898}" dt="2026-09-20T19:02:23.626" v="11" actId="34807"/>
          <ac:spMkLst>
            <pc:docMk/>
            <pc:sldMk cId="3825063969" sldId="865"/>
            <ac:spMk id="412" creationId="{767D03B9-8420-DD86-B576-5E0ACFC04D05}"/>
          </ac:spMkLst>
        </pc:spChg>
        <pc:spChg chg="add mod">
          <ac:chgData name="" userId="" providerId="" clId="Web-{BC2547A2-8188-4BDF-84BD-1718EDA0B898}" dt="2026-09-20T19:02:23.626" v="11" actId="34807"/>
          <ac:spMkLst>
            <pc:docMk/>
            <pc:sldMk cId="3825063969" sldId="865"/>
            <ac:spMk id="489" creationId="{7D6DF09A-D478-A7E9-CE6D-E96511E34227}"/>
          </ac:spMkLst>
        </pc:spChg>
        <pc:spChg chg="add mod">
          <ac:chgData name="" userId="" providerId="" clId="Web-{BC2547A2-8188-4BDF-84BD-1718EDA0B898}" dt="2026-09-20T19:02:23.626" v="11" actId="34807"/>
          <ac:spMkLst>
            <pc:docMk/>
            <pc:sldMk cId="3825063969" sldId="865"/>
            <ac:spMk id="504" creationId="{AA87D0AB-CE77-4C28-F53E-D0F17A67EEC0}"/>
          </ac:spMkLst>
        </pc:spChg>
        <pc:spChg chg="add mod">
          <ac:chgData name="" userId="" providerId="" clId="Web-{BC2547A2-8188-4BDF-84BD-1718EDA0B898}" dt="2026-09-20T19:02:23.626" v="11" actId="34807"/>
          <ac:spMkLst>
            <pc:docMk/>
            <pc:sldMk cId="3825063969" sldId="865"/>
            <ac:spMk id="520" creationId="{44F61B57-6A1E-B924-0DAC-DA704E649E89}"/>
          </ac:spMkLst>
        </pc:spChg>
        <pc:spChg chg="add mod">
          <ac:chgData name="" userId="" providerId="" clId="Web-{BC2547A2-8188-4BDF-84BD-1718EDA0B898}" dt="2026-09-20T19:02:23.626" v="11" actId="34807"/>
          <ac:spMkLst>
            <pc:docMk/>
            <pc:sldMk cId="3825063969" sldId="865"/>
            <ac:spMk id="537" creationId="{37AF79ED-14EA-A0BA-9729-F4026CC5BE38}"/>
          </ac:spMkLst>
        </pc:spChg>
        <pc:spChg chg="add mod">
          <ac:chgData name="" userId="" providerId="" clId="Web-{BC2547A2-8188-4BDF-84BD-1718EDA0B898}" dt="2026-09-20T19:02:23.626" v="11" actId="34807"/>
          <ac:spMkLst>
            <pc:docMk/>
            <pc:sldMk cId="3825063969" sldId="865"/>
            <ac:spMk id="555" creationId="{908B9518-ABF3-CC15-C1B7-4059830C5C5C}"/>
          </ac:spMkLst>
        </pc:spChg>
        <pc:picChg chg="add">
          <ac:chgData name="" userId="" providerId="" clId="Web-{BC2547A2-8188-4BDF-84BD-1718EDA0B898}" dt="2026-09-20T19:02:24.189" v="12" actId="34807"/>
          <ac:picMkLst>
            <pc:docMk/>
            <pc:sldMk cId="3825063969" sldId="865"/>
            <ac:picMk id="575" creationId="{EED1E795-93F6-C3B3-B4EE-C01DD990E74C}"/>
          </ac:picMkLst>
        </pc:picChg>
        <pc:picChg chg="add">
          <ac:chgData name="" userId="" providerId="" clId="Web-{BC2547A2-8188-4BDF-84BD-1718EDA0B898}" dt="2026-09-20T19:02:24.189" v="12" actId="34807"/>
          <ac:picMkLst>
            <pc:docMk/>
            <pc:sldMk cId="3825063969" sldId="865"/>
            <ac:picMk id="576" creationId="{FD30D45B-884B-9361-1A45-87994C801478}"/>
          </ac:picMkLst>
        </pc:picChg>
        <pc:picChg chg="add">
          <ac:chgData name="" userId="" providerId="" clId="Web-{BC2547A2-8188-4BDF-84BD-1718EDA0B898}" dt="2026-09-20T19:02:24.189" v="12" actId="34807"/>
          <ac:picMkLst>
            <pc:docMk/>
            <pc:sldMk cId="3825063969" sldId="865"/>
            <ac:picMk id="577" creationId="{000E266E-9643-BB72-029F-D721E4BE4398}"/>
          </ac:picMkLst>
        </pc:picChg>
      </pc:sldChg>
      <pc:sldChg chg="addSp delSp modSp add modNotesTx">
        <pc:chgData name="" userId="" providerId="" clId="Web-{BC2547A2-8188-4BDF-84BD-1718EDA0B898}" dt="2026-09-20T19:05:50.806" v="33" actId="34807"/>
        <pc:sldMkLst>
          <pc:docMk/>
          <pc:sldMk cId="271078016" sldId="1066"/>
        </pc:sldMkLst>
        <pc:spChg chg="add mod">
          <ac:chgData name="" userId="" providerId="" clId="Web-{BC2547A2-8188-4BDF-84BD-1718EDA0B898}" dt="2026-09-20T19:02:32.798" v="15" actId="34807"/>
          <ac:spMkLst>
            <pc:docMk/>
            <pc:sldMk cId="271078016" sldId="1066"/>
            <ac:spMk id="580" creationId="{9533AA58-166A-2AC6-6CD2-E067EBC69228}"/>
          </ac:spMkLst>
        </pc:spChg>
        <pc:spChg chg="add mod">
          <ac:chgData name="" userId="" providerId="" clId="Web-{BC2547A2-8188-4BDF-84BD-1718EDA0B898}" dt="2026-09-20T19:02:32.798" v="15" actId="34807"/>
          <ac:spMkLst>
            <pc:docMk/>
            <pc:sldMk cId="271078016" sldId="1066"/>
            <ac:spMk id="583" creationId="{60C185EE-E94D-7214-80FB-EAE6A252D936}"/>
          </ac:spMkLst>
        </pc:spChg>
        <pc:spChg chg="add mod">
          <ac:chgData name="" userId="" providerId="" clId="Web-{BC2547A2-8188-4BDF-84BD-1718EDA0B898}" dt="2026-09-20T19:02:32.798" v="15" actId="34807"/>
          <ac:spMkLst>
            <pc:docMk/>
            <pc:sldMk cId="271078016" sldId="1066"/>
            <ac:spMk id="587" creationId="{F1FC3083-9266-3283-0684-E7F0F9C30A5B}"/>
          </ac:spMkLst>
        </pc:spChg>
        <pc:spChg chg="add mod">
          <ac:chgData name="" userId="" providerId="" clId="Web-{BC2547A2-8188-4BDF-84BD-1718EDA0B898}" dt="2026-09-20T19:02:32.798" v="15" actId="34807"/>
          <ac:spMkLst>
            <pc:docMk/>
            <pc:sldMk cId="271078016" sldId="1066"/>
            <ac:spMk id="592" creationId="{C2C8C790-1E2D-5362-AA9D-E3B5AC3C1B33}"/>
          </ac:spMkLst>
        </pc:spChg>
        <pc:spChg chg="add mod">
          <ac:chgData name="" userId="" providerId="" clId="Web-{BC2547A2-8188-4BDF-84BD-1718EDA0B898}" dt="2026-09-20T19:02:32.798" v="15" actId="34807"/>
          <ac:spMkLst>
            <pc:docMk/>
            <pc:sldMk cId="271078016" sldId="1066"/>
            <ac:spMk id="605" creationId="{30EBECF0-9AD8-D012-81B0-CBF0771DC5A2}"/>
          </ac:spMkLst>
        </pc:spChg>
        <pc:spChg chg="add mod">
          <ac:chgData name="" userId="" providerId="" clId="Web-{BC2547A2-8188-4BDF-84BD-1718EDA0B898}" dt="2026-09-20T19:02:32.798" v="15" actId="34807"/>
          <ac:spMkLst>
            <pc:docMk/>
            <pc:sldMk cId="271078016" sldId="1066"/>
            <ac:spMk id="613" creationId="{9BE7A764-7212-1BF1-CF04-BC2F7E454CE1}"/>
          </ac:spMkLst>
        </pc:spChg>
        <pc:spChg chg="add mod">
          <ac:chgData name="" userId="" providerId="" clId="Web-{BC2547A2-8188-4BDF-84BD-1718EDA0B898}" dt="2026-09-20T19:02:32.798" v="15" actId="34807"/>
          <ac:spMkLst>
            <pc:docMk/>
            <pc:sldMk cId="271078016" sldId="1066"/>
            <ac:spMk id="622" creationId="{EAE2E548-4FE1-A167-AD07-F02C8C53B80C}"/>
          </ac:spMkLst>
        </pc:spChg>
        <pc:spChg chg="add del mod">
          <ac:chgData name="" userId="" providerId="" clId="Web-{BC2547A2-8188-4BDF-84BD-1718EDA0B898}" dt="2026-09-20T19:05:50.806" v="33" actId="34807"/>
          <ac:spMkLst>
            <pc:docMk/>
            <pc:sldMk cId="271078016" sldId="1066"/>
            <ac:spMk id="713" creationId="{3E7DB678-80D8-BB17-EFFD-1DEEE6609387}"/>
          </ac:spMkLst>
        </pc:spChg>
        <pc:spChg chg="add del mod">
          <ac:chgData name="" userId="" providerId="" clId="Web-{BC2547A2-8188-4BDF-84BD-1718EDA0B898}" dt="2026-09-20T19:05:50.806" v="33" actId="34807"/>
          <ac:spMkLst>
            <pc:docMk/>
            <pc:sldMk cId="271078016" sldId="1066"/>
            <ac:spMk id="730" creationId="{C89BDC8F-E60D-F1CE-9A33-574A20F8F144}"/>
          </ac:spMkLst>
        </pc:spChg>
        <pc:spChg chg="del">
          <ac:chgData name="" userId="" providerId="" clId="Web-{BC2547A2-8188-4BDF-84BD-1718EDA0B898}" dt="2026-09-20T19:05:50.806" v="33" actId="34807"/>
          <ac:spMkLst>
            <pc:docMk/>
            <pc:sldMk cId="271078016" sldId="1066"/>
            <ac:spMk id="748" creationId="{2804E541-7646-02AF-CE4F-78CD42460F52}"/>
          </ac:spMkLst>
        </pc:spChg>
        <pc:spChg chg="add mod">
          <ac:chgData name="" userId="" providerId="" clId="Web-{BC2547A2-8188-4BDF-84BD-1718EDA0B898}" dt="2026-09-20T19:02:32.798" v="15" actId="34807"/>
          <ac:spMkLst>
            <pc:docMk/>
            <pc:sldMk cId="271078016" sldId="1066"/>
            <ac:spMk id="787" creationId="{446D14E9-DB9D-566D-B4D6-04A652E5558F}"/>
          </ac:spMkLst>
        </pc:spChg>
        <pc:spChg chg="add mod">
          <ac:chgData name="" userId="" providerId="" clId="Web-{BC2547A2-8188-4BDF-84BD-1718EDA0B898}" dt="2026-09-20T19:05:50.353" v="32" actId="34807"/>
          <ac:spMkLst>
            <pc:docMk/>
            <pc:sldMk cId="271078016" sldId="1066"/>
            <ac:spMk id="1533" creationId="{832C2526-99EA-24AE-BC68-E6FE2210B4CA}"/>
          </ac:spMkLst>
        </pc:spChg>
        <pc:spChg chg="add mod">
          <ac:chgData name="" userId="" providerId="" clId="Web-{BC2547A2-8188-4BDF-84BD-1718EDA0B898}" dt="2026-09-20T19:05:50.353" v="32" actId="34807"/>
          <ac:spMkLst>
            <pc:docMk/>
            <pc:sldMk cId="271078016" sldId="1066"/>
            <ac:spMk id="1535" creationId="{70E7D1FA-4399-D1C9-B4B9-561310AEED2F}"/>
          </ac:spMkLst>
        </pc:spChg>
        <pc:spChg chg="add mod">
          <ac:chgData name="" userId="" providerId="" clId="Web-{BC2547A2-8188-4BDF-84BD-1718EDA0B898}" dt="2026-09-20T19:05:50.353" v="32" actId="34807"/>
          <ac:spMkLst>
            <pc:docMk/>
            <pc:sldMk cId="271078016" sldId="1066"/>
            <ac:spMk id="1538" creationId="{7C0421D4-1650-57FD-806C-0408D8607AE6}"/>
          </ac:spMkLst>
        </pc:spChg>
        <pc:picChg chg="add">
          <ac:chgData name="" userId="" providerId="" clId="Web-{BC2547A2-8188-4BDF-84BD-1718EDA0B898}" dt="2026-09-20T19:02:33.267" v="16" actId="34807"/>
          <ac:picMkLst>
            <pc:docMk/>
            <pc:sldMk cId="271078016" sldId="1066"/>
            <ac:picMk id="809" creationId="{B56E8CB9-8A6F-BBF8-28A4-48EEA1999F61}"/>
          </ac:picMkLst>
        </pc:picChg>
        <pc:picChg chg="add">
          <ac:chgData name="" userId="" providerId="" clId="Web-{BC2547A2-8188-4BDF-84BD-1718EDA0B898}" dt="2026-09-20T19:02:33.267" v="16" actId="34807"/>
          <ac:picMkLst>
            <pc:docMk/>
            <pc:sldMk cId="271078016" sldId="1066"/>
            <ac:picMk id="810" creationId="{C36BE951-C065-C822-948D-E6ACB5165F0D}"/>
          </ac:picMkLst>
        </pc:picChg>
      </pc:sldChg>
      <pc:sldChg chg="addSp modSp add modNotesTx">
        <pc:chgData name="" userId="" providerId="" clId="Web-{BC2547A2-8188-4BDF-84BD-1718EDA0B898}" dt="2026-09-20T19:05:50.806" v="33" actId="34807"/>
        <pc:sldMkLst>
          <pc:docMk/>
          <pc:sldMk cId="3714818342" sldId="1267"/>
        </pc:sldMkLst>
        <pc:spChg chg="add mod">
          <ac:chgData name="" userId="" providerId="" clId="Web-{BC2547A2-8188-4BDF-84BD-1718EDA0B898}" dt="2026-09-20T19:02:59.424" v="19" actId="34807"/>
          <ac:spMkLst>
            <pc:docMk/>
            <pc:sldMk cId="3714818342" sldId="1267"/>
            <ac:spMk id="811" creationId="{8D47C43F-13E0-E02D-58F0-443B2A4E1646}"/>
          </ac:spMkLst>
        </pc:spChg>
        <pc:spChg chg="add mod">
          <ac:chgData name="" userId="" providerId="" clId="Web-{BC2547A2-8188-4BDF-84BD-1718EDA0B898}" dt="2026-09-20T19:02:59.424" v="19" actId="34807"/>
          <ac:spMkLst>
            <pc:docMk/>
            <pc:sldMk cId="3714818342" sldId="1267"/>
            <ac:spMk id="813" creationId="{E8FB39FE-1FE6-F52B-A208-C2C46330583B}"/>
          </ac:spMkLst>
        </pc:spChg>
        <pc:spChg chg="add mod">
          <ac:chgData name="" userId="" providerId="" clId="Web-{BC2547A2-8188-4BDF-84BD-1718EDA0B898}" dt="2026-09-20T19:02:59.424" v="19" actId="34807"/>
          <ac:spMkLst>
            <pc:docMk/>
            <pc:sldMk cId="3714818342" sldId="1267"/>
            <ac:spMk id="816" creationId="{6B59DF7B-7630-5312-8C64-384B5E92F4EB}"/>
          </ac:spMkLst>
        </pc:spChg>
        <pc:spChg chg="add mod">
          <ac:chgData name="" userId="" providerId="" clId="Web-{BC2547A2-8188-4BDF-84BD-1718EDA0B898}" dt="2026-09-20T19:02:59.424" v="19" actId="34807"/>
          <ac:spMkLst>
            <pc:docMk/>
            <pc:sldMk cId="3714818342" sldId="1267"/>
            <ac:spMk id="820" creationId="{E3BEC493-2D85-E1C9-57D5-9FED4A2CA77C}"/>
          </ac:spMkLst>
        </pc:spChg>
        <pc:spChg chg="mod">
          <ac:chgData name="" userId="" providerId="" clId="Web-{BC2547A2-8188-4BDF-84BD-1718EDA0B898}" dt="2026-09-20T19:05:50.806" v="33" actId="34807"/>
          <ac:spMkLst>
            <pc:docMk/>
            <pc:sldMk cId="3714818342" sldId="1267"/>
            <ac:spMk id="831" creationId="{9A9EB9F8-E3DE-2DC0-5EA1-C0534AF5F639}"/>
          </ac:spMkLst>
        </pc:spChg>
        <pc:spChg chg="add mod">
          <ac:chgData name="" userId="" providerId="" clId="Web-{BC2547A2-8188-4BDF-84BD-1718EDA0B898}" dt="2026-09-20T19:05:50.806" v="33" actId="34807"/>
          <ac:spMkLst>
            <pc:docMk/>
            <pc:sldMk cId="3714818342" sldId="1267"/>
            <ac:spMk id="846" creationId="{9F65B965-9158-D20A-9A80-70C3AC80EE81}"/>
          </ac:spMkLst>
        </pc:spChg>
        <pc:spChg chg="mod">
          <ac:chgData name="" userId="" providerId="" clId="Web-{BC2547A2-8188-4BDF-84BD-1718EDA0B898}" dt="2026-09-20T19:05:50.806" v="33" actId="34807"/>
          <ac:spMkLst>
            <pc:docMk/>
            <pc:sldMk cId="3714818342" sldId="1267"/>
            <ac:spMk id="855" creationId="{4E13ABD8-21BC-9E0C-5840-CF8191488AAC}"/>
          </ac:spMkLst>
        </pc:spChg>
        <pc:spChg chg="mod">
          <ac:chgData name="" userId="" providerId="" clId="Web-{BC2547A2-8188-4BDF-84BD-1718EDA0B898}" dt="2026-09-20T19:05:50.806" v="33" actId="34807"/>
          <ac:spMkLst>
            <pc:docMk/>
            <pc:sldMk cId="3714818342" sldId="1267"/>
            <ac:spMk id="865" creationId="{9319487F-C6E8-ABFD-CDBE-6017CF30F93E}"/>
          </ac:spMkLst>
        </pc:spChg>
        <pc:spChg chg="add mod">
          <ac:chgData name="" userId="" providerId="" clId="Web-{BC2547A2-8188-4BDF-84BD-1718EDA0B898}" dt="2026-09-20T19:02:59.424" v="19" actId="34807"/>
          <ac:spMkLst>
            <pc:docMk/>
            <pc:sldMk cId="3714818342" sldId="1267"/>
            <ac:spMk id="876" creationId="{29B0F762-B9DD-9B5F-8630-F3FD2B5A714C}"/>
          </ac:spMkLst>
        </pc:spChg>
        <pc:spChg chg="add mod">
          <ac:chgData name="" userId="" providerId="" clId="Web-{BC2547A2-8188-4BDF-84BD-1718EDA0B898}" dt="2026-09-20T19:02:59.424" v="19" actId="34807"/>
          <ac:spMkLst>
            <pc:docMk/>
            <pc:sldMk cId="3714818342" sldId="1267"/>
            <ac:spMk id="915" creationId="{C32E4959-E84E-88B0-B676-CFB1A10AF487}"/>
          </ac:spMkLst>
        </pc:spChg>
        <pc:spChg chg="add mod">
          <ac:chgData name="" userId="" providerId="" clId="Web-{BC2547A2-8188-4BDF-84BD-1718EDA0B898}" dt="2026-09-20T19:02:59.424" v="19" actId="34807"/>
          <ac:spMkLst>
            <pc:docMk/>
            <pc:sldMk cId="3714818342" sldId="1267"/>
            <ac:spMk id="981" creationId="{F6862EEB-830C-7E48-AF27-55965EF13A8C}"/>
          </ac:spMkLst>
        </pc:spChg>
        <pc:spChg chg="add mod">
          <ac:chgData name="" userId="" providerId="" clId="Web-{BC2547A2-8188-4BDF-84BD-1718EDA0B898}" dt="2026-09-20T19:02:59.424" v="19" actId="34807"/>
          <ac:spMkLst>
            <pc:docMk/>
            <pc:sldMk cId="3714818342" sldId="1267"/>
            <ac:spMk id="1000" creationId="{EF6B9AF3-38A4-EBBC-4890-0F026DE53ADF}"/>
          </ac:spMkLst>
        </pc:spChg>
        <pc:spChg chg="add mod">
          <ac:chgData name="" userId="" providerId="" clId="Web-{BC2547A2-8188-4BDF-84BD-1718EDA0B898}" dt="2026-09-20T19:02:59.424" v="19" actId="34807"/>
          <ac:spMkLst>
            <pc:docMk/>
            <pc:sldMk cId="3714818342" sldId="1267"/>
            <ac:spMk id="1041" creationId="{1624F041-764D-12F6-D201-F91A35649CCA}"/>
          </ac:spMkLst>
        </pc:spChg>
        <pc:picChg chg="add">
          <ac:chgData name="" userId="" providerId="" clId="Web-{BC2547A2-8188-4BDF-84BD-1718EDA0B898}" dt="2026-09-20T19:02:59.893" v="20" actId="34807"/>
          <ac:picMkLst>
            <pc:docMk/>
            <pc:sldMk cId="3714818342" sldId="1267"/>
            <ac:picMk id="1042" creationId="{2F7964C6-0196-82AC-85A4-E9132FE0A3A1}"/>
          </ac:picMkLst>
        </pc:picChg>
      </pc:sldChg>
      <pc:sldChg chg="addSp modSp add modNotesTx">
        <pc:chgData name="" userId="" providerId="" clId="Web-{BC2547A2-8188-4BDF-84BD-1718EDA0B898}" dt="2026-09-20T19:05:50.806" v="33" actId="34807"/>
        <pc:sldMkLst>
          <pc:docMk/>
          <pc:sldMk cId="2317117987" sldId="1468"/>
        </pc:sldMkLst>
        <pc:spChg chg="add mod">
          <ac:chgData name="" userId="" providerId="" clId="Web-{BC2547A2-8188-4BDF-84BD-1718EDA0B898}" dt="2026-09-20T19:03:07.909" v="23" actId="34807"/>
          <ac:spMkLst>
            <pc:docMk/>
            <pc:sldMk cId="2317117987" sldId="1468"/>
            <ac:spMk id="1048" creationId="{2F4066E9-139F-0F6B-6EE6-FB26E06F5C01}"/>
          </ac:spMkLst>
        </pc:spChg>
        <pc:spChg chg="add mod">
          <ac:chgData name="" userId="" providerId="" clId="Web-{BC2547A2-8188-4BDF-84BD-1718EDA0B898}" dt="2026-09-20T19:03:07.909" v="23" actId="34807"/>
          <ac:spMkLst>
            <pc:docMk/>
            <pc:sldMk cId="2317117987" sldId="1468"/>
            <ac:spMk id="1052" creationId="{87688009-722F-840D-4FFC-2CD418906D35}"/>
          </ac:spMkLst>
        </pc:spChg>
        <pc:spChg chg="add mod">
          <ac:chgData name="" userId="" providerId="" clId="Web-{BC2547A2-8188-4BDF-84BD-1718EDA0B898}" dt="2026-09-20T19:05:50.806" v="33" actId="34807"/>
          <ac:spMkLst>
            <pc:docMk/>
            <pc:sldMk cId="2317117987" sldId="1468"/>
            <ac:spMk id="1063" creationId="{B1CB88FE-25C9-CACE-750C-4646945466E3}"/>
          </ac:spMkLst>
        </pc:spChg>
        <pc:spChg chg="add mod">
          <ac:chgData name="" userId="" providerId="" clId="Web-{BC2547A2-8188-4BDF-84BD-1718EDA0B898}" dt="2026-09-20T19:03:07.909" v="23" actId="34807"/>
          <ac:spMkLst>
            <pc:docMk/>
            <pc:sldMk cId="2317117987" sldId="1468"/>
            <ac:spMk id="1070" creationId="{ABEC111F-6018-5830-8B0D-E7242E38F6BD}"/>
          </ac:spMkLst>
        </pc:spChg>
        <pc:spChg chg="mod">
          <ac:chgData name="" userId="" providerId="" clId="Web-{BC2547A2-8188-4BDF-84BD-1718EDA0B898}" dt="2026-09-20T19:05:50.806" v="33" actId="34807"/>
          <ac:spMkLst>
            <pc:docMk/>
            <pc:sldMk cId="2317117987" sldId="1468"/>
            <ac:spMk id="1078" creationId="{7C193F33-6297-68C1-FBE5-85B6FC7735CB}"/>
          </ac:spMkLst>
        </pc:spChg>
        <pc:spChg chg="add mod">
          <ac:chgData name="" userId="" providerId="" clId="Web-{BC2547A2-8188-4BDF-84BD-1718EDA0B898}" dt="2026-09-20T19:05:50.806" v="33" actId="34807"/>
          <ac:spMkLst>
            <pc:docMk/>
            <pc:sldMk cId="2317117987" sldId="1468"/>
            <ac:spMk id="1087" creationId="{1C646140-B004-2357-CA73-35FC9AAC3680}"/>
          </ac:spMkLst>
        </pc:spChg>
        <pc:spChg chg="mod">
          <ac:chgData name="" userId="" providerId="" clId="Web-{BC2547A2-8188-4BDF-84BD-1718EDA0B898}" dt="2026-09-20T19:05:50.806" v="33" actId="34807"/>
          <ac:spMkLst>
            <pc:docMk/>
            <pc:sldMk cId="2317117987" sldId="1468"/>
            <ac:spMk id="1097" creationId="{46B93A32-2AE2-EB7C-121C-603DBD179F1C}"/>
          </ac:spMkLst>
        </pc:spChg>
        <pc:spChg chg="add mod">
          <ac:chgData name="" userId="" providerId="" clId="Web-{BC2547A2-8188-4BDF-84BD-1718EDA0B898}" dt="2026-09-20T19:03:07.909" v="23" actId="34807"/>
          <ac:spMkLst>
            <pc:docMk/>
            <pc:sldMk cId="2317117987" sldId="1468"/>
            <ac:spMk id="1108" creationId="{0BA6FE8D-BA09-2D5A-F68A-04EBC0D0ABB7}"/>
          </ac:spMkLst>
        </pc:spChg>
        <pc:spChg chg="add mod">
          <ac:chgData name="" userId="" providerId="" clId="Web-{BC2547A2-8188-4BDF-84BD-1718EDA0B898}" dt="2026-09-20T19:03:07.909" v="23" actId="34807"/>
          <ac:spMkLst>
            <pc:docMk/>
            <pc:sldMk cId="2317117987" sldId="1468"/>
            <ac:spMk id="1147" creationId="{86780EBD-03F8-5034-D4A2-4623159FD60F}"/>
          </ac:spMkLst>
        </pc:spChg>
        <pc:spChg chg="add mod">
          <ac:chgData name="" userId="" providerId="" clId="Web-{BC2547A2-8188-4BDF-84BD-1718EDA0B898}" dt="2026-09-20T19:03:07.909" v="23" actId="34807"/>
          <ac:spMkLst>
            <pc:docMk/>
            <pc:sldMk cId="2317117987" sldId="1468"/>
            <ac:spMk id="1162" creationId="{4CF36027-484B-872A-0BC3-054F3E7EFC09}"/>
          </ac:spMkLst>
        </pc:spChg>
        <pc:spChg chg="add mod">
          <ac:chgData name="" userId="" providerId="" clId="Web-{BC2547A2-8188-4BDF-84BD-1718EDA0B898}" dt="2026-09-20T19:03:07.909" v="23" actId="34807"/>
          <ac:spMkLst>
            <pc:docMk/>
            <pc:sldMk cId="2317117987" sldId="1468"/>
            <ac:spMk id="1252" creationId="{1FDA1EC5-0357-10F2-1DC1-99A35A0CC6CC}"/>
          </ac:spMkLst>
        </pc:spChg>
        <pc:spChg chg="add mod">
          <ac:chgData name="" userId="" providerId="" clId="Web-{BC2547A2-8188-4BDF-84BD-1718EDA0B898}" dt="2026-09-20T19:03:07.909" v="23" actId="34807"/>
          <ac:spMkLst>
            <pc:docMk/>
            <pc:sldMk cId="2317117987" sldId="1468"/>
            <ac:spMk id="1273" creationId="{C54B9581-A885-1835-2FB6-626020D33D3D}"/>
          </ac:spMkLst>
        </pc:spChg>
        <pc:picChg chg="add">
          <ac:chgData name="" userId="" providerId="" clId="Web-{BC2547A2-8188-4BDF-84BD-1718EDA0B898}" dt="2026-09-20T19:03:08.456" v="24" actId="34807"/>
          <ac:picMkLst>
            <pc:docMk/>
            <pc:sldMk cId="2317117987" sldId="1468"/>
            <ac:picMk id="1274" creationId="{23F983EB-B0CF-67AB-75CA-F9C62D18881A}"/>
          </ac:picMkLst>
        </pc:picChg>
      </pc:sldChg>
      <pc:sldChg chg="addSp modSp add modNotesTx">
        <pc:chgData name="" userId="" providerId="" clId="Web-{BC2547A2-8188-4BDF-84BD-1718EDA0B898}" dt="2026-09-20T19:05:50.806" v="33" actId="34807"/>
        <pc:sldMkLst>
          <pc:docMk/>
          <pc:sldMk cId="3233590483" sldId="1669"/>
        </pc:sldMkLst>
        <pc:spChg chg="add mod">
          <ac:chgData name="" userId="" providerId="" clId="Web-{BC2547A2-8188-4BDF-84BD-1718EDA0B898}" dt="2026-09-20T19:03:16.769" v="27" actId="34807"/>
          <ac:spMkLst>
            <pc:docMk/>
            <pc:sldMk cId="3233590483" sldId="1669"/>
            <ac:spMk id="1275" creationId="{69C9DEE9-6D9E-F254-D470-B6AF7A0FF739}"/>
          </ac:spMkLst>
        </pc:spChg>
        <pc:spChg chg="add mod">
          <ac:chgData name="" userId="" providerId="" clId="Web-{BC2547A2-8188-4BDF-84BD-1718EDA0B898}" dt="2026-09-20T19:03:16.769" v="27" actId="34807"/>
          <ac:spMkLst>
            <pc:docMk/>
            <pc:sldMk cId="3233590483" sldId="1669"/>
            <ac:spMk id="1284" creationId="{99DBFB50-2C22-2C44-DAE7-F2F55E848CDB}"/>
          </ac:spMkLst>
        </pc:spChg>
        <pc:spChg chg="add mod">
          <ac:chgData name="" userId="" providerId="" clId="Web-{BC2547A2-8188-4BDF-84BD-1718EDA0B898}" dt="2026-09-20T19:03:16.769" v="27" actId="34807"/>
          <ac:spMkLst>
            <pc:docMk/>
            <pc:sldMk cId="3233590483" sldId="1669"/>
            <ac:spMk id="1302" creationId="{EEB91D0D-6370-9DC7-9175-B01DC594B556}"/>
          </ac:spMkLst>
        </pc:spChg>
        <pc:spChg chg="add mod">
          <ac:chgData name="" userId="" providerId="" clId="Web-{BC2547A2-8188-4BDF-84BD-1718EDA0B898}" dt="2026-09-20T19:03:16.769" v="27" actId="34807"/>
          <ac:spMkLst>
            <pc:docMk/>
            <pc:sldMk cId="3233590483" sldId="1669"/>
            <ac:spMk id="1310" creationId="{8758B92B-CFF3-C052-4A80-862266610A5B}"/>
          </ac:spMkLst>
        </pc:spChg>
        <pc:spChg chg="mod">
          <ac:chgData name="" userId="" providerId="" clId="Web-{BC2547A2-8188-4BDF-84BD-1718EDA0B898}" dt="2026-09-20T19:05:50.806" v="33" actId="34807"/>
          <ac:spMkLst>
            <pc:docMk/>
            <pc:sldMk cId="3233590483" sldId="1669"/>
            <ac:spMk id="1319" creationId="{DD012D94-DF32-0F99-75BA-B38BDCBEF1C2}"/>
          </ac:spMkLst>
        </pc:spChg>
        <pc:spChg chg="add mod">
          <ac:chgData name="" userId="" providerId="" clId="Web-{BC2547A2-8188-4BDF-84BD-1718EDA0B898}" dt="2026-09-20T19:03:16.769" v="27" actId="34807"/>
          <ac:spMkLst>
            <pc:docMk/>
            <pc:sldMk cId="3233590483" sldId="1669"/>
            <ac:spMk id="1329" creationId="{5976E506-2889-58EC-4FF0-CA6A455AA2EC}"/>
          </ac:spMkLst>
        </pc:spChg>
        <pc:spChg chg="add mod">
          <ac:chgData name="" userId="" providerId="" clId="Web-{BC2547A2-8188-4BDF-84BD-1718EDA0B898}" dt="2026-09-20T19:03:16.769" v="27" actId="34807"/>
          <ac:spMkLst>
            <pc:docMk/>
            <pc:sldMk cId="3233590483" sldId="1669"/>
            <ac:spMk id="1340" creationId="{13ED2E3E-3B92-61FB-2B26-24F274C30F2D}"/>
          </ac:spMkLst>
        </pc:spChg>
        <pc:spChg chg="add mod">
          <ac:chgData name="" userId="" providerId="" clId="Web-{BC2547A2-8188-4BDF-84BD-1718EDA0B898}" dt="2026-09-20T19:03:16.769" v="27" actId="34807"/>
          <ac:spMkLst>
            <pc:docMk/>
            <pc:sldMk cId="3233590483" sldId="1669"/>
            <ac:spMk id="1352" creationId="{7D9B2303-9EF7-78D4-B119-22294446DF27}"/>
          </ac:spMkLst>
        </pc:spChg>
        <pc:spChg chg="add mod">
          <ac:chgData name="" userId="" providerId="" clId="Web-{BC2547A2-8188-4BDF-84BD-1718EDA0B898}" dt="2026-09-20T19:03:16.769" v="27" actId="34807"/>
          <ac:spMkLst>
            <pc:docMk/>
            <pc:sldMk cId="3233590483" sldId="1669"/>
            <ac:spMk id="1365" creationId="{1C2D5D6A-1FC3-44D6-0B53-509B30BD2A46}"/>
          </ac:spMkLst>
        </pc:spChg>
        <pc:spChg chg="add mod">
          <ac:chgData name="" userId="" providerId="" clId="Web-{BC2547A2-8188-4BDF-84BD-1718EDA0B898}" dt="2026-09-20T19:03:16.769" v="27" actId="34807"/>
          <ac:spMkLst>
            <pc:docMk/>
            <pc:sldMk cId="3233590483" sldId="1669"/>
            <ac:spMk id="1379" creationId="{3DF12F4D-3034-C5E9-DDA3-1204FA01533D}"/>
          </ac:spMkLst>
        </pc:spChg>
        <pc:spChg chg="add mod">
          <ac:chgData name="" userId="" providerId="" clId="Web-{BC2547A2-8188-4BDF-84BD-1718EDA0B898}" dt="2026-09-20T19:03:16.769" v="27" actId="34807"/>
          <ac:spMkLst>
            <pc:docMk/>
            <pc:sldMk cId="3233590483" sldId="1669"/>
            <ac:spMk id="1464" creationId="{4ED47390-60AB-06EA-003E-83BF72FEABB9}"/>
          </ac:spMkLst>
        </pc:spChg>
        <pc:picChg chg="add">
          <ac:chgData name="" userId="" providerId="" clId="Web-{BC2547A2-8188-4BDF-84BD-1718EDA0B898}" dt="2026-09-20T19:03:17.284" v="28" actId="34807"/>
          <ac:picMkLst>
            <pc:docMk/>
            <pc:sldMk cId="3233590483" sldId="1669"/>
            <ac:picMk id="1528" creationId="{6208E6AC-BF2C-F03D-DEF5-A71CBC73DBC8}"/>
          </ac:picMkLst>
        </pc:picChg>
        <pc:picChg chg="add">
          <ac:chgData name="" userId="" providerId="" clId="Web-{BC2547A2-8188-4BDF-84BD-1718EDA0B898}" dt="2026-09-20T19:03:17.284" v="28" actId="34807"/>
          <ac:picMkLst>
            <pc:docMk/>
            <pc:sldMk cId="3233590483" sldId="1669"/>
            <ac:picMk id="1529" creationId="{22AE2B8E-4E85-554D-4B9F-992F606764D2}"/>
          </ac:picMkLst>
        </pc:picChg>
        <pc:picChg chg="add">
          <ac:chgData name="" userId="" providerId="" clId="Web-{BC2547A2-8188-4BDF-84BD-1718EDA0B898}" dt="2026-09-20T19:03:17.284" v="28" actId="34807"/>
          <ac:picMkLst>
            <pc:docMk/>
            <pc:sldMk cId="3233590483" sldId="1669"/>
            <ac:picMk id="1530" creationId="{75C67977-2D5F-A14B-2954-03F9DF538CB5}"/>
          </ac:picMkLst>
        </pc:picChg>
        <pc:picChg chg="add">
          <ac:chgData name="" userId="" providerId="" clId="Web-{BC2547A2-8188-4BDF-84BD-1718EDA0B898}" dt="2026-09-20T19:03:17.284" v="28" actId="34807"/>
          <ac:picMkLst>
            <pc:docMk/>
            <pc:sldMk cId="3233590483" sldId="1669"/>
            <ac:picMk id="1531" creationId="{D7ECE89E-F0EA-4579-EB3B-154C407F59DF}"/>
          </ac:picMkLst>
        </pc:picChg>
        <pc:picChg chg="add">
          <ac:chgData name="" userId="" providerId="" clId="Web-{BC2547A2-8188-4BDF-84BD-1718EDA0B898}" dt="2026-09-20T19:03:17.284" v="28" actId="34807"/>
          <ac:picMkLst>
            <pc:docMk/>
            <pc:sldMk cId="3233590483" sldId="1669"/>
            <ac:picMk id="1532" creationId="{904FDED4-6982-3EA0-64D7-4D1DF3B5FEA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14CD468D-63A9-4AC3-96B1-D622096F0151}" type="datetimeFigureOut">
              <a:t>9/20/26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C32DBDC9-3AAA-4BB6-AA37-7233C78D7F47}" type="slidenum">
              <a:t>‹#›</a:t>
            </a:fld>
            <a:endParaRPr lang="en-US"/>
          </a:p>
        </p:txBody>
      </p:sp>
    </p:spTree>
    <p:extLst>
      <p:ext uri="{BB962C8B-B14F-4D97-AF65-F5344CB8AC3E}">
        <p14:creationId xmlns:p14="http://schemas.microsoft.com/office/powerpoint/2010/main" val="1827920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Allow 1 minute. Position Toolkit as the current VS Code extension for discovering, building, testing, deploying, evaluating, and monitoring AI apps and agents across local and cloud resources. It supports Foundry, external-provider, and local models. Foundry Toolkit is the current name for AI Toolkit and includes capabilities previously provided by the separate Foundry extension. The presenter environment requires the .NET Runtime; validate Foundry Local prerequisites only if showing a local model, which this module does not require. The goal is surface selection, not a feature tour or deployment exercise. Continue with the presenter-prepared reference workflow; no attendee project, agent, or prior lab output is required.
• GROUNDING SOURCE: https://learn.microsoft.com/azure/foundry/how-to/develop/get-started-projects-visual-studio-code
• GROUNDING SOURCE: https://code.visualstudio.com/docs/intelligentapps/overview</a:t>
            </a:r>
          </a:p>
        </p:txBody>
      </p:sp>
      <p:sp>
        <p:nvSpPr>
          <p:cNvPr id="4" name="Slide Number Placeholder 3"/>
          <p:cNvSpPr>
            <a:spLocks noGrp="1"/>
          </p:cNvSpPr>
          <p:nvPr>
            <p:ph type="sldNum" sz="quarter" idx="5"/>
          </p:nvPr>
        </p:nvSpPr>
        <p:spPr/>
        <p:txBody>
          <a:bodyPr/>
          <a:lstStyle/>
          <a:p>
            <a:fld id="{C32DBDC9-3AAA-4BB6-AA37-7233C78D7F47}" type="slidenum">
              <a:t>1</a:t>
            </a:fld>
            <a:endParaRPr lang="en-US"/>
          </a:p>
        </p:txBody>
      </p:sp>
    </p:spTree>
    <p:extLst>
      <p:ext uri="{BB962C8B-B14F-4D97-AF65-F5344CB8AC3E}">
        <p14:creationId xmlns:p14="http://schemas.microsoft.com/office/powerpoint/2010/main" val="13271824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Allow 2 minutes. Foundry Toolkit separates resources that you have from actions that you can take. My Resources groups Local Resources, Your Foundry Project, and Connected Resources. Developer Tools groups work into Discover, Build, and Monitor. Help and Feedback links to documentation, release information, issue reporting, and the community. Exact entries can change as the extension evolves, so use the installed Toolkit view as the authoritative inventory.
• GROUNDING SOURCE: https://learn.microsoft.com/en-us/azure/foundry/how-to/develop/get-started-projects-visual-studio-code#how-the-toolkit-workspace-is-organized
• GROUNDING SOURCE: https://code.visualstudio.com/docs/intelligentapps/overview#_explore-foundry-toolkit</a:t>
            </a:r>
          </a:p>
        </p:txBody>
      </p:sp>
      <p:sp>
        <p:nvSpPr>
          <p:cNvPr id="4" name="Slide Number Placeholder 3"/>
          <p:cNvSpPr>
            <a:spLocks noGrp="1"/>
          </p:cNvSpPr>
          <p:nvPr>
            <p:ph type="sldNum" sz="quarter" idx="5"/>
          </p:nvPr>
        </p:nvSpPr>
        <p:spPr/>
        <p:txBody>
          <a:bodyPr/>
          <a:lstStyle/>
          <a:p>
            <a:fld id="{C32DBDC9-3AAA-4BB6-AA37-7233C78D7F47}" type="slidenum">
              <a:t>2</a:t>
            </a:fld>
            <a:endParaRPr lang="en-US"/>
          </a:p>
        </p:txBody>
      </p:sp>
    </p:spTree>
    <p:extLst>
      <p:ext uri="{BB962C8B-B14F-4D97-AF65-F5344CB8AC3E}">
        <p14:creationId xmlns:p14="http://schemas.microsoft.com/office/powerpoint/2010/main" val="17494192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Allow 2 minutes. Toolkit is the VS Code extension. Toolbox is a managed, reusable collection exposed through an MCP-compatible endpoint; browsing a tool or toolbox neither attaches it nor grants downstream authorization. A Foundry coding skill guides Copilot or another coding agent through development work; it is not automatically a tool or skill available to the customer-facing agent. Prompt-agent Toolbox attachment is preview and off by default.
• GROUNDING SOURCE: https://learn.microsoft.com/azure/foundry/how-to/develop/get-started-projects-visual-studio-code
• GROUNDING SOURCE: https://learn.microsoft.com/azure/foundry/agents/concepts/toolbox-overview
• GROUNDING SOURCE: https://learn.microsoft.com/azure/foundry/how-to/develop/use-microsoft-foundry-skill</a:t>
            </a:r>
          </a:p>
        </p:txBody>
      </p:sp>
      <p:sp>
        <p:nvSpPr>
          <p:cNvPr id="4" name="Slide Number Placeholder 3"/>
          <p:cNvSpPr>
            <a:spLocks noGrp="1"/>
          </p:cNvSpPr>
          <p:nvPr>
            <p:ph type="sldNum" sz="quarter" idx="5"/>
          </p:nvPr>
        </p:nvSpPr>
        <p:spPr/>
        <p:txBody>
          <a:bodyPr/>
          <a:lstStyle/>
          <a:p>
            <a:fld id="{C32DBDC9-3AAA-4BB6-AA37-7233C78D7F47}" type="slidenum">
              <a:t>3</a:t>
            </a:fld>
            <a:endParaRPr lang="en-US"/>
          </a:p>
        </p:txBody>
      </p:sp>
    </p:spTree>
    <p:extLst>
      <p:ext uri="{BB962C8B-B14F-4D97-AF65-F5344CB8AC3E}">
        <p14:creationId xmlns:p14="http://schemas.microsoft.com/office/powerpoint/2010/main" val="4322633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Allow 2 minutes. Read the columns as capability boundaries, not a maturity ranking. A locally stored prompt can still use a cloud model, so storage location does not identify where inference runs. Local prompts have their own local-tool, structured-output, and dataset-evaluation paths. A saved Foundry agent creates immutable versions and enables version-linked conversations, tracing, generated client code, and service evaluation paths. Unsaved edits are drafts; save before relying on version evidence, and verify which version generated evaluation code actually targets.
• GROUNDING SOURCE: https://learn.microsoft.com/azure/foundry/how-to/develop/create-prompt-agent-visual-studio-code
• GROUNDING SOURCE: https://learn.microsoft.com/azure/foundry/agents/concepts/development-lifecycle</a:t>
            </a:r>
          </a:p>
        </p:txBody>
      </p:sp>
      <p:sp>
        <p:nvSpPr>
          <p:cNvPr id="4" name="Slide Number Placeholder 3"/>
          <p:cNvSpPr>
            <a:spLocks noGrp="1"/>
          </p:cNvSpPr>
          <p:nvPr>
            <p:ph type="sldNum" sz="quarter" idx="5"/>
          </p:nvPr>
        </p:nvSpPr>
        <p:spPr/>
        <p:txBody>
          <a:bodyPr/>
          <a:lstStyle/>
          <a:p>
            <a:fld id="{C32DBDC9-3AAA-4BB6-AA37-7233C78D7F47}" type="slidenum">
              <a:t>4</a:t>
            </a:fld>
            <a:endParaRPr lang="en-US"/>
          </a:p>
        </p:txBody>
      </p:sp>
    </p:spTree>
    <p:extLst>
      <p:ext uri="{BB962C8B-B14F-4D97-AF65-F5344CB8AC3E}">
        <p14:creationId xmlns:p14="http://schemas.microsoft.com/office/powerpoint/2010/main" val="19360501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Allow 6 minutes. Agent Inspector is a preview, browser-based view of a presenter-prepared local HTTP/SSE agent. Show streaming response and tool activity, and show workflow visualization only if the rehearsed language and installed Toolkit version support it. The localhost target is not a deployed endpoint, and opening Inspector does not automatically export the cloud trace seen in Module 1.
• GROUNDING SOURCE: https://learn.microsoft.com/azure/foundry/agents/how-to/agent-inspector
• GROUNDING SOURCE: https://learn.microsoft.com/azure/foundry/agents/how-to/vs-code-agents-workflow-pro-code
• GROUNDING SOURCE: https://learn.microsoft.com/azure/foundry/how-to/develop/get-started-projects-visual-studio-code
• GROUNDING SOURCE: https://code.visualstudio.com/docs/intelligentapps/overview</a:t>
            </a:r>
          </a:p>
        </p:txBody>
      </p:sp>
      <p:sp>
        <p:nvSpPr>
          <p:cNvPr id="4" name="Slide Number Placeholder 3"/>
          <p:cNvSpPr>
            <a:spLocks noGrp="1"/>
          </p:cNvSpPr>
          <p:nvPr>
            <p:ph type="sldNum" sz="quarter" idx="5"/>
          </p:nvPr>
        </p:nvSpPr>
        <p:spPr/>
        <p:txBody>
          <a:bodyPr/>
          <a:lstStyle/>
          <a:p>
            <a:fld id="{C32DBDC9-3AAA-4BB6-AA37-7233C78D7F47}" type="slidenum">
              <a:t>5</a:t>
            </a:fld>
            <a:endParaRPr lang="en-US"/>
          </a:p>
        </p:txBody>
      </p:sp>
    </p:spTree>
    <p:extLst>
      <p:ext uri="{BB962C8B-B14F-4D97-AF65-F5344CB8AC3E}">
        <p14:creationId xmlns:p14="http://schemas.microsoft.com/office/powerpoint/2010/main" val="12865198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Allow 6 minutes. Open Developer Tools &amp;gt; Monitor &amp;gt; Tracing and start the Toolkit's local OTLP collector before running the prepared Agent Framework WeatherAgent sample. The sample exports to the collector on localhost:4317; refresh the trace list and inspect the Weather Agent Chat trace, automatic agent/model/tool spans, durations, status, and metadata. Content capture is enabled only for the synthetic weather prompts used in this controlled demonstration. Local trace storage is separate from Application Insights, and the configured Foundry model still performs inference remotely. Stop the collector and remove the local demo traces during cleanup.
• GROUNDING SOURCE: https://code.visualstudio.com/docs/intelligentapps/tracing
• GROUNDING SOURCE: https://learn.microsoft.com/agent-framework/agents/observability</a:t>
            </a:r>
          </a:p>
        </p:txBody>
      </p:sp>
      <p:sp>
        <p:nvSpPr>
          <p:cNvPr id="4" name="Slide Number Placeholder 3"/>
          <p:cNvSpPr>
            <a:spLocks noGrp="1"/>
          </p:cNvSpPr>
          <p:nvPr>
            <p:ph type="sldNum" sz="quarter" idx="5"/>
          </p:nvPr>
        </p:nvSpPr>
        <p:spPr/>
        <p:txBody>
          <a:bodyPr/>
          <a:lstStyle/>
          <a:p>
            <a:fld id="{C32DBDC9-3AAA-4BB6-AA37-7233C78D7F47}" type="slidenum">
              <a:t>6</a:t>
            </a:fld>
            <a:endParaRPr lang="en-US"/>
          </a:p>
        </p:txBody>
      </p:sp>
    </p:spTree>
    <p:extLst>
      <p:ext uri="{BB962C8B-B14F-4D97-AF65-F5344CB8AC3E}">
        <p14:creationId xmlns:p14="http://schemas.microsoft.com/office/powerpoint/2010/main" val="34403950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Allow 2 minutes. Run the checkpoint: point to a locally stored prompt configured with an existing cloud model and ask whether its storage location proves that data and inference remain on the laptop or that its evaluation view matches a saved Foundry agent. Both answers are no; inspect the model endpoint and configuration type. Exact Toolkit features vary by installed version, so use the extension view as the inventory and do not promise unsupported workflow visualization.
• GROUNDING SOURCE: https://learn.microsoft.com/azure/foundry/how-to/develop/get-started-projects-visual-studio-code
• GROUNDING SOURCE: https://learn.microsoft.com/azure/foundry/agents/how-to/agent-inspector
• GROUNDING SOURCE: https://learn.microsoft.com/azure/foundry/how-to/develop/create-prompt-agent-visual-studio-code
• GROUNDING SOURCE: https://learn.microsoft.com/azure/foundry/how-to/develop/use-microsoft-foundry-skill
• GROUNDING SOURCE: https://code.visualstudio.com/docs/intelligentapps/overview</a:t>
            </a:r>
          </a:p>
        </p:txBody>
      </p:sp>
      <p:sp>
        <p:nvSpPr>
          <p:cNvPr id="4" name="Slide Number Placeholder 3"/>
          <p:cNvSpPr>
            <a:spLocks noGrp="1"/>
          </p:cNvSpPr>
          <p:nvPr>
            <p:ph type="sldNum" sz="quarter" idx="5"/>
          </p:nvPr>
        </p:nvSpPr>
        <p:spPr/>
        <p:txBody>
          <a:bodyPr/>
          <a:lstStyle/>
          <a:p>
            <a:fld id="{C32DBDC9-3AAA-4BB6-AA37-7233C78D7F47}" type="slidenum">
              <a:t>7</a:t>
            </a:fld>
            <a:endParaRPr lang="en-US"/>
          </a:p>
        </p:txBody>
      </p:sp>
    </p:spTree>
    <p:extLst>
      <p:ext uri="{BB962C8B-B14F-4D97-AF65-F5344CB8AC3E}">
        <p14:creationId xmlns:p14="http://schemas.microsoft.com/office/powerpoint/2010/main" val="20444435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7.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B2D6A43B-45A0-028A-8836-94CD59D806D4}"/>
              </a:ext>
            </a:extLst>
          </p:cNvPr>
          <p:cNvSpPr/>
          <p:nvPr/>
        </p:nvSpPr>
        <p:spPr>
          <a:xfrm>
            <a:off x="457200" y="1280160"/>
            <a:ext cx="109728" cy="2377440"/>
          </a:xfrm>
          <a:prstGeom prst="rect">
            <a:avLst/>
          </a:prstGeom>
          <a:solidFill>
            <a:srgbClr val="3E5C9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CB1A9CAC-C906-CB56-1E09-15D57A87ABA1}"/>
              </a:ext>
            </a:extLst>
          </p:cNvPr>
          <p:cNvSpPr/>
          <p:nvPr/>
        </p:nvSpPr>
        <p:spPr>
          <a:xfrm>
            <a:off x="731520" y="1280160"/>
            <a:ext cx="804672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spc="600">
                <a:solidFill>
                  <a:srgbClr val="3E5C99"/>
                </a:solidFill>
                <a:effectLst/>
                <a:latin typeface="Calibri" panose="020F0502020204030204" pitchFamily="34" charset="0"/>
              </a:rPr>
              <a:t>DAY 5  ·  MODULE 6</a:t>
            </a:r>
          </a:p>
          <a:p>
            <a:pPr algn="l">
              <a:buNone/>
            </a:pPr>
            <a:r>
              <a:rPr lang="en-US" sz="100">
                <a:effectLst/>
              </a:rPr>
              <a:t> </a:t>
            </a:r>
            <a:endParaRPr lang="en-US"/>
          </a:p>
        </p:txBody>
      </p:sp>
      <p:sp>
        <p:nvSpPr>
          <p:cNvPr id="47" name="Rectangle 46">
            <a:extLst>
              <a:ext uri="{FF2B5EF4-FFF2-40B4-BE49-F238E27FC236}">
                <a16:creationId xmlns:a16="http://schemas.microsoft.com/office/drawing/2014/main" id="{007DEE68-6EFB-0E15-4A05-E1BDB4ABA5D1}"/>
              </a:ext>
            </a:extLst>
          </p:cNvPr>
          <p:cNvSpPr/>
          <p:nvPr/>
        </p:nvSpPr>
        <p:spPr>
          <a:xfrm>
            <a:off x="731520" y="1783080"/>
            <a:ext cx="8046720" cy="1280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400" b="1">
                <a:solidFill>
                  <a:srgbClr val="1F2933"/>
                </a:solidFill>
                <a:effectLst/>
                <a:latin typeface="Calibri" panose="020F0502020204030204" pitchFamily="34" charset="0"/>
              </a:rPr>
              <a:t>Foundry Toolkit for VS Code</a:t>
            </a:r>
          </a:p>
          <a:p>
            <a:pPr algn="l">
              <a:buNone/>
            </a:pPr>
            <a:r>
              <a:rPr lang="en-US" sz="100">
                <a:effectLst/>
              </a:rPr>
              <a:t> </a:t>
            </a:r>
            <a:endParaRPr lang="en-US"/>
          </a:p>
        </p:txBody>
      </p:sp>
      <p:sp>
        <p:nvSpPr>
          <p:cNvPr id="51" name="Rectangle 50">
            <a:extLst>
              <a:ext uri="{FF2B5EF4-FFF2-40B4-BE49-F238E27FC236}">
                <a16:creationId xmlns:a16="http://schemas.microsoft.com/office/drawing/2014/main" id="{3DEF4FB8-2CE3-C0BE-611D-26CFF0584AF4}"/>
              </a:ext>
            </a:extLst>
          </p:cNvPr>
          <p:cNvSpPr/>
          <p:nvPr/>
        </p:nvSpPr>
        <p:spPr>
          <a:xfrm>
            <a:off x="731520" y="3108960"/>
            <a:ext cx="804672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dirty="0">
                <a:solidFill>
                  <a:srgbClr val="52606D"/>
                </a:solidFill>
                <a:effectLst/>
                <a:latin typeface="Calibri" panose="020F0502020204030204" pitchFamily="34" charset="0"/>
              </a:rPr>
              <a:t>Foundry Features in VS Code</a:t>
            </a:r>
            <a:endParaRPr lang="en-US" dirty="0"/>
          </a:p>
        </p:txBody>
      </p:sp>
      <p:sp>
        <p:nvSpPr>
          <p:cNvPr id="56" name="Rectangle 55">
            <a:extLst>
              <a:ext uri="{FF2B5EF4-FFF2-40B4-BE49-F238E27FC236}">
                <a16:creationId xmlns:a16="http://schemas.microsoft.com/office/drawing/2014/main" id="{A62B2708-C408-CD96-59E5-402FD997E262}"/>
              </a:ext>
            </a:extLst>
          </p:cNvPr>
          <p:cNvSpPr/>
          <p:nvPr/>
        </p:nvSpPr>
        <p:spPr>
          <a:xfrm>
            <a:off x="365760" y="4686300"/>
            <a:ext cx="84124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Microsoft Foundry  ·  Agent Framework  ·  Developer surfaces</a:t>
            </a:r>
          </a:p>
          <a:p>
            <a:pPr algn="l">
              <a:buNone/>
            </a:pPr>
            <a:r>
              <a:rPr lang="en-US" sz="100">
                <a:effectLst/>
              </a:rPr>
              <a:t> </a:t>
            </a:r>
            <a:endParaRPr lang="en-US"/>
          </a:p>
        </p:txBody>
      </p:sp>
    </p:spTree>
    <p:extLst>
      <p:ext uri="{BB962C8B-B14F-4D97-AF65-F5344CB8AC3E}">
        <p14:creationId xmlns:p14="http://schemas.microsoft.com/office/powerpoint/2010/main" val="3937438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56">
            <a:extLst>
              <a:ext uri="{FF2B5EF4-FFF2-40B4-BE49-F238E27FC236}">
                <a16:creationId xmlns:a16="http://schemas.microsoft.com/office/drawing/2014/main" id="{03163928-3B15-2DC6-C55F-E46DA248EE6A}"/>
              </a:ext>
            </a:extLst>
          </p:cNvPr>
          <p:cNvSpPr/>
          <p:nvPr/>
        </p:nvSpPr>
        <p:spPr>
          <a:xfrm>
            <a:off x="365760" y="292608"/>
            <a:ext cx="84124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400">
                <a:solidFill>
                  <a:srgbClr val="3E5C99"/>
                </a:solidFill>
                <a:effectLst/>
                <a:latin typeface="Calibri" panose="020F0502020204030204" pitchFamily="34" charset="0"/>
              </a:rPr>
              <a:t>WORKSPACE</a:t>
            </a:r>
          </a:p>
          <a:p>
            <a:pPr algn="l">
              <a:buNone/>
            </a:pPr>
            <a:r>
              <a:rPr lang="en-US" sz="100">
                <a:effectLst/>
              </a:rPr>
              <a:t> </a:t>
            </a:r>
            <a:endParaRPr lang="en-US"/>
          </a:p>
        </p:txBody>
      </p:sp>
      <p:sp>
        <p:nvSpPr>
          <p:cNvPr id="59" name="Rectangle 58">
            <a:extLst>
              <a:ext uri="{FF2B5EF4-FFF2-40B4-BE49-F238E27FC236}">
                <a16:creationId xmlns:a16="http://schemas.microsoft.com/office/drawing/2014/main" id="{1B3B70A5-B1F5-4112-579D-CD7992E4FC12}"/>
              </a:ext>
            </a:extLst>
          </p:cNvPr>
          <p:cNvSpPr/>
          <p:nvPr/>
        </p:nvSpPr>
        <p:spPr>
          <a:xfrm>
            <a:off x="365760" y="566928"/>
            <a:ext cx="841248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1F2933"/>
                </a:solidFill>
                <a:effectLst/>
                <a:latin typeface="Calibri" panose="020F0502020204030204" pitchFamily="34" charset="0"/>
              </a:rPr>
              <a:t>How the Toolkit workspace is organized</a:t>
            </a:r>
          </a:p>
          <a:p>
            <a:pPr algn="l">
              <a:buNone/>
            </a:pPr>
            <a:r>
              <a:rPr lang="en-US" sz="100">
                <a:effectLst/>
              </a:rPr>
              <a:t> </a:t>
            </a:r>
            <a:endParaRPr lang="en-US"/>
          </a:p>
        </p:txBody>
      </p:sp>
      <p:sp>
        <p:nvSpPr>
          <p:cNvPr id="62" name="Rectangle 61">
            <a:extLst>
              <a:ext uri="{FF2B5EF4-FFF2-40B4-BE49-F238E27FC236}">
                <a16:creationId xmlns:a16="http://schemas.microsoft.com/office/drawing/2014/main" id="{8C2FA031-D644-711F-F932-BED79A079B2E}"/>
              </a:ext>
            </a:extLst>
          </p:cNvPr>
          <p:cNvSpPr/>
          <p:nvPr/>
        </p:nvSpPr>
        <p:spPr>
          <a:xfrm>
            <a:off x="457200" y="1225296"/>
            <a:ext cx="731520" cy="25400"/>
          </a:xfrm>
          <a:prstGeom prst="rect">
            <a:avLst/>
          </a:prstGeom>
          <a:solidFill>
            <a:srgbClr val="3E5C9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4E09C2D3-BB88-8DAD-6D00-36594AA6DD82}"/>
              </a:ext>
            </a:extLst>
          </p:cNvPr>
          <p:cNvSpPr/>
          <p:nvPr/>
        </p:nvSpPr>
        <p:spPr>
          <a:xfrm>
            <a:off x="365760" y="1417320"/>
            <a:ext cx="84124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52606D"/>
                </a:solidFill>
                <a:effectLst/>
                <a:latin typeface="Calibri" panose="020F0502020204030204" pitchFamily="34" charset="0"/>
              </a:rPr>
              <a:t>My Resources shows what you have; Developer Tools groups what you can do.</a:t>
            </a:r>
          </a:p>
          <a:p>
            <a:pPr algn="l">
              <a:buNone/>
            </a:pPr>
            <a:r>
              <a:rPr lang="en-US" sz="100">
                <a:effectLst/>
              </a:rPr>
              <a:t> </a:t>
            </a:r>
            <a:endParaRPr lang="en-US"/>
          </a:p>
        </p:txBody>
      </p:sp>
      <p:sp>
        <p:nvSpPr>
          <p:cNvPr id="71" name="Rectangle 70">
            <a:extLst>
              <a:ext uri="{FF2B5EF4-FFF2-40B4-BE49-F238E27FC236}">
                <a16:creationId xmlns:a16="http://schemas.microsoft.com/office/drawing/2014/main" id="{21C31624-2210-FB7D-8492-7573DBF1EF5E}"/>
              </a:ext>
            </a:extLst>
          </p:cNvPr>
          <p:cNvSpPr/>
          <p:nvPr/>
        </p:nvSpPr>
        <p:spPr>
          <a:xfrm>
            <a:off x="457200" y="1965960"/>
            <a:ext cx="2651760" cy="2423160"/>
          </a:xfrm>
          <a:prstGeom prst="rect">
            <a:avLst/>
          </a:prstGeom>
          <a:solidFill>
            <a:srgbClr val="FFFFFF"/>
          </a:solidFill>
          <a:ln w="9525">
            <a:solidFill>
              <a:srgbClr val="DFE4EE"/>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323D4392-5F4C-D51D-31DF-B5D73B6F9CF3}"/>
              </a:ext>
            </a:extLst>
          </p:cNvPr>
          <p:cNvSpPr/>
          <p:nvPr/>
        </p:nvSpPr>
        <p:spPr>
          <a:xfrm>
            <a:off x="548640" y="2469000"/>
            <a:ext cx="246888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200">
                <a:solidFill>
                  <a:srgbClr val="3E5C99"/>
                </a:solidFill>
                <a:effectLst/>
                <a:latin typeface="Calibri" panose="020F0502020204030204" pitchFamily="34" charset="0"/>
              </a:rPr>
              <a:t>MY RESOURCES</a:t>
            </a:r>
          </a:p>
          <a:p>
            <a:pPr algn="l">
              <a:buNone/>
            </a:pPr>
            <a:r>
              <a:rPr lang="en-US" sz="100">
                <a:effectLst/>
              </a:rPr>
              <a:t> </a:t>
            </a:r>
            <a:endParaRPr lang="en-US"/>
          </a:p>
        </p:txBody>
      </p:sp>
      <p:sp>
        <p:nvSpPr>
          <p:cNvPr id="84" name="Rectangle 83">
            <a:extLst>
              <a:ext uri="{FF2B5EF4-FFF2-40B4-BE49-F238E27FC236}">
                <a16:creationId xmlns:a16="http://schemas.microsoft.com/office/drawing/2014/main" id="{12D3DD7B-2473-06A3-E1A4-9FE800F1B6D0}"/>
              </a:ext>
            </a:extLst>
          </p:cNvPr>
          <p:cNvSpPr/>
          <p:nvPr/>
        </p:nvSpPr>
        <p:spPr>
          <a:xfrm>
            <a:off x="640080" y="2880360"/>
            <a:ext cx="2286000" cy="9525"/>
          </a:xfrm>
          <a:prstGeom prst="rect">
            <a:avLst/>
          </a:prstGeom>
          <a:solidFill>
            <a:srgbClr val="DFE4E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256EDD3E-1786-60B7-30A1-53D93CAE4BD6}"/>
              </a:ext>
            </a:extLst>
          </p:cNvPr>
          <p:cNvSpPr/>
          <p:nvPr/>
        </p:nvSpPr>
        <p:spPr>
          <a:xfrm>
            <a:off x="548640" y="2971800"/>
            <a:ext cx="246888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Local Resources</a:t>
            </a:r>
          </a:p>
          <a:p>
            <a:pPr algn="l">
              <a:buNone/>
            </a:pPr>
            <a:r>
              <a:rPr lang="en-US" sz="100">
                <a:effectLst/>
              </a:rPr>
              <a:t> </a:t>
            </a:r>
            <a:endParaRPr lang="en-US"/>
          </a:p>
        </p:txBody>
      </p:sp>
      <p:sp>
        <p:nvSpPr>
          <p:cNvPr id="101" name="Rectangle 100">
            <a:extLst>
              <a:ext uri="{FF2B5EF4-FFF2-40B4-BE49-F238E27FC236}">
                <a16:creationId xmlns:a16="http://schemas.microsoft.com/office/drawing/2014/main" id="{D3464E25-AB1A-9152-7314-9C60427C1408}"/>
              </a:ext>
            </a:extLst>
          </p:cNvPr>
          <p:cNvSpPr/>
          <p:nvPr/>
        </p:nvSpPr>
        <p:spPr>
          <a:xfrm>
            <a:off x="548640" y="3429000"/>
            <a:ext cx="246888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Your Foundry Project</a:t>
            </a:r>
          </a:p>
          <a:p>
            <a:pPr algn="l">
              <a:buNone/>
            </a:pPr>
            <a:r>
              <a:rPr lang="en-US" sz="100">
                <a:effectLst/>
              </a:rPr>
              <a:t> </a:t>
            </a:r>
            <a:endParaRPr lang="en-US"/>
          </a:p>
        </p:txBody>
      </p:sp>
      <p:sp>
        <p:nvSpPr>
          <p:cNvPr id="111" name="Rectangle 110">
            <a:extLst>
              <a:ext uri="{FF2B5EF4-FFF2-40B4-BE49-F238E27FC236}">
                <a16:creationId xmlns:a16="http://schemas.microsoft.com/office/drawing/2014/main" id="{B2CDFB73-6355-09EE-A482-DF8EB2798228}"/>
              </a:ext>
            </a:extLst>
          </p:cNvPr>
          <p:cNvSpPr/>
          <p:nvPr/>
        </p:nvSpPr>
        <p:spPr>
          <a:xfrm>
            <a:off x="548640" y="3886200"/>
            <a:ext cx="246888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Connected Resources</a:t>
            </a:r>
          </a:p>
          <a:p>
            <a:pPr algn="l">
              <a:buNone/>
            </a:pPr>
            <a:r>
              <a:rPr lang="en-US" sz="100">
                <a:effectLst/>
              </a:rPr>
              <a:t> </a:t>
            </a:r>
            <a:endParaRPr lang="en-US"/>
          </a:p>
        </p:txBody>
      </p:sp>
      <p:sp>
        <p:nvSpPr>
          <p:cNvPr id="122" name="Rectangle 121">
            <a:extLst>
              <a:ext uri="{FF2B5EF4-FFF2-40B4-BE49-F238E27FC236}">
                <a16:creationId xmlns:a16="http://schemas.microsoft.com/office/drawing/2014/main" id="{E6AE5ED3-1A49-6FED-CC5B-C3CBDFFCE9F3}"/>
              </a:ext>
            </a:extLst>
          </p:cNvPr>
          <p:cNvSpPr/>
          <p:nvPr/>
        </p:nvSpPr>
        <p:spPr>
          <a:xfrm>
            <a:off x="3246120" y="1965960"/>
            <a:ext cx="2651760" cy="2423160"/>
          </a:xfrm>
          <a:prstGeom prst="rect">
            <a:avLst/>
          </a:prstGeom>
          <a:solidFill>
            <a:srgbClr val="FFFFFF"/>
          </a:solidFill>
          <a:ln w="9525">
            <a:solidFill>
              <a:srgbClr val="DFE4EE"/>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ectangle 133">
            <a:extLst>
              <a:ext uri="{FF2B5EF4-FFF2-40B4-BE49-F238E27FC236}">
                <a16:creationId xmlns:a16="http://schemas.microsoft.com/office/drawing/2014/main" id="{77ED2A12-C132-E028-3622-08DB167A8E19}"/>
              </a:ext>
            </a:extLst>
          </p:cNvPr>
          <p:cNvSpPr/>
          <p:nvPr/>
        </p:nvSpPr>
        <p:spPr>
          <a:xfrm>
            <a:off x="3337560" y="2469000"/>
            <a:ext cx="246888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200">
                <a:solidFill>
                  <a:srgbClr val="3E5C99"/>
                </a:solidFill>
                <a:effectLst/>
                <a:latin typeface="Calibri" panose="020F0502020204030204" pitchFamily="34" charset="0"/>
              </a:rPr>
              <a:t>DEVELOPER TOOLS</a:t>
            </a:r>
          </a:p>
          <a:p>
            <a:pPr algn="l">
              <a:buNone/>
            </a:pPr>
            <a:r>
              <a:rPr lang="en-US" sz="100">
                <a:effectLst/>
              </a:rPr>
              <a:t> </a:t>
            </a:r>
            <a:endParaRPr lang="en-US"/>
          </a:p>
        </p:txBody>
      </p:sp>
      <p:sp>
        <p:nvSpPr>
          <p:cNvPr id="147" name="Rectangle 146">
            <a:extLst>
              <a:ext uri="{FF2B5EF4-FFF2-40B4-BE49-F238E27FC236}">
                <a16:creationId xmlns:a16="http://schemas.microsoft.com/office/drawing/2014/main" id="{E66E2209-1D9C-3143-1D2B-AE8FDEDE79AA}"/>
              </a:ext>
            </a:extLst>
          </p:cNvPr>
          <p:cNvSpPr/>
          <p:nvPr/>
        </p:nvSpPr>
        <p:spPr>
          <a:xfrm>
            <a:off x="3429000" y="2880360"/>
            <a:ext cx="2286000" cy="9525"/>
          </a:xfrm>
          <a:prstGeom prst="rect">
            <a:avLst/>
          </a:prstGeom>
          <a:solidFill>
            <a:srgbClr val="DFE4E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602997FF-D618-218C-6BB1-AFA1AC97E62B}"/>
              </a:ext>
            </a:extLst>
          </p:cNvPr>
          <p:cNvSpPr/>
          <p:nvPr/>
        </p:nvSpPr>
        <p:spPr>
          <a:xfrm>
            <a:off x="3337560" y="2971800"/>
            <a:ext cx="246888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Discover</a:t>
            </a:r>
          </a:p>
          <a:p>
            <a:pPr algn="l">
              <a:buNone/>
            </a:pPr>
            <a:r>
              <a:rPr lang="en-US" sz="100">
                <a:effectLst/>
              </a:rPr>
              <a:t> </a:t>
            </a:r>
            <a:endParaRPr lang="en-US"/>
          </a:p>
        </p:txBody>
      </p:sp>
      <p:sp>
        <p:nvSpPr>
          <p:cNvPr id="176" name="Rectangle 175">
            <a:extLst>
              <a:ext uri="{FF2B5EF4-FFF2-40B4-BE49-F238E27FC236}">
                <a16:creationId xmlns:a16="http://schemas.microsoft.com/office/drawing/2014/main" id="{A12976F4-2F57-0F5F-CD0D-02F2DEB5F427}"/>
              </a:ext>
            </a:extLst>
          </p:cNvPr>
          <p:cNvSpPr/>
          <p:nvPr/>
        </p:nvSpPr>
        <p:spPr>
          <a:xfrm>
            <a:off x="3337560" y="3429000"/>
            <a:ext cx="246888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Build</a:t>
            </a:r>
          </a:p>
          <a:p>
            <a:pPr algn="l">
              <a:buNone/>
            </a:pPr>
            <a:r>
              <a:rPr lang="en-US" sz="100">
                <a:effectLst/>
              </a:rPr>
              <a:t> </a:t>
            </a:r>
            <a:endParaRPr lang="en-US"/>
          </a:p>
        </p:txBody>
      </p:sp>
      <p:sp>
        <p:nvSpPr>
          <p:cNvPr id="192" name="Rectangle 191">
            <a:extLst>
              <a:ext uri="{FF2B5EF4-FFF2-40B4-BE49-F238E27FC236}">
                <a16:creationId xmlns:a16="http://schemas.microsoft.com/office/drawing/2014/main" id="{B6BDECE1-210D-177D-23AA-34A5F5DCB6CA}"/>
              </a:ext>
            </a:extLst>
          </p:cNvPr>
          <p:cNvSpPr/>
          <p:nvPr/>
        </p:nvSpPr>
        <p:spPr>
          <a:xfrm>
            <a:off x="3337560" y="3886200"/>
            <a:ext cx="246888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Monitor</a:t>
            </a:r>
          </a:p>
          <a:p>
            <a:pPr algn="l">
              <a:buNone/>
            </a:pPr>
            <a:r>
              <a:rPr lang="en-US" sz="100">
                <a:effectLst/>
              </a:rPr>
              <a:t> </a:t>
            </a:r>
            <a:endParaRPr lang="en-US"/>
          </a:p>
        </p:txBody>
      </p:sp>
      <p:sp>
        <p:nvSpPr>
          <p:cNvPr id="209" name="Rectangle 208">
            <a:extLst>
              <a:ext uri="{FF2B5EF4-FFF2-40B4-BE49-F238E27FC236}">
                <a16:creationId xmlns:a16="http://schemas.microsoft.com/office/drawing/2014/main" id="{33FFC7DD-56B1-8A1F-9822-37926E757E42}"/>
              </a:ext>
            </a:extLst>
          </p:cNvPr>
          <p:cNvSpPr/>
          <p:nvPr/>
        </p:nvSpPr>
        <p:spPr>
          <a:xfrm>
            <a:off x="6035040" y="1965960"/>
            <a:ext cx="2651760" cy="2423160"/>
          </a:xfrm>
          <a:prstGeom prst="rect">
            <a:avLst/>
          </a:prstGeom>
          <a:solidFill>
            <a:srgbClr val="FFFFFF"/>
          </a:solidFill>
          <a:ln w="9525">
            <a:solidFill>
              <a:srgbClr val="DFE4EE"/>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Rectangle 226">
            <a:extLst>
              <a:ext uri="{FF2B5EF4-FFF2-40B4-BE49-F238E27FC236}">
                <a16:creationId xmlns:a16="http://schemas.microsoft.com/office/drawing/2014/main" id="{C4BF9CA0-EB54-DA42-C19A-46F68718A048}"/>
              </a:ext>
            </a:extLst>
          </p:cNvPr>
          <p:cNvSpPr/>
          <p:nvPr/>
        </p:nvSpPr>
        <p:spPr>
          <a:xfrm>
            <a:off x="6126480" y="2469000"/>
            <a:ext cx="246888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200">
                <a:solidFill>
                  <a:srgbClr val="3E5C99"/>
                </a:solidFill>
                <a:effectLst/>
                <a:latin typeface="Calibri" panose="020F0502020204030204" pitchFamily="34" charset="0"/>
              </a:rPr>
              <a:t>HELP AND FEEDBACK</a:t>
            </a:r>
          </a:p>
          <a:p>
            <a:pPr algn="l">
              <a:buNone/>
            </a:pPr>
            <a:r>
              <a:rPr lang="en-US" sz="100">
                <a:effectLst/>
              </a:rPr>
              <a:t> </a:t>
            </a:r>
            <a:endParaRPr lang="en-US"/>
          </a:p>
        </p:txBody>
      </p:sp>
      <p:sp>
        <p:nvSpPr>
          <p:cNvPr id="246" name="Rectangle 245">
            <a:extLst>
              <a:ext uri="{FF2B5EF4-FFF2-40B4-BE49-F238E27FC236}">
                <a16:creationId xmlns:a16="http://schemas.microsoft.com/office/drawing/2014/main" id="{EECB017C-2794-00C8-BCFE-A6F7E42CE5C6}"/>
              </a:ext>
            </a:extLst>
          </p:cNvPr>
          <p:cNvSpPr/>
          <p:nvPr/>
        </p:nvSpPr>
        <p:spPr>
          <a:xfrm>
            <a:off x="6217920" y="2880360"/>
            <a:ext cx="2286000" cy="9525"/>
          </a:xfrm>
          <a:prstGeom prst="rect">
            <a:avLst/>
          </a:prstGeom>
          <a:solidFill>
            <a:srgbClr val="DFE4E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a:extLst>
              <a:ext uri="{FF2B5EF4-FFF2-40B4-BE49-F238E27FC236}">
                <a16:creationId xmlns:a16="http://schemas.microsoft.com/office/drawing/2014/main" id="{E072CB3D-AC43-69AD-D3CB-93AFF2A34331}"/>
              </a:ext>
            </a:extLst>
          </p:cNvPr>
          <p:cNvSpPr/>
          <p:nvPr/>
        </p:nvSpPr>
        <p:spPr>
          <a:xfrm>
            <a:off x="6126480" y="2971800"/>
            <a:ext cx="246888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Documentation + What's New</a:t>
            </a:r>
          </a:p>
          <a:p>
            <a:pPr algn="l">
              <a:buNone/>
            </a:pPr>
            <a:r>
              <a:rPr lang="en-US" sz="100">
                <a:effectLst/>
              </a:rPr>
              <a:t> </a:t>
            </a:r>
            <a:endParaRPr lang="en-US"/>
          </a:p>
        </p:txBody>
      </p:sp>
      <p:sp>
        <p:nvSpPr>
          <p:cNvPr id="287" name="Rectangle 286">
            <a:extLst>
              <a:ext uri="{FF2B5EF4-FFF2-40B4-BE49-F238E27FC236}">
                <a16:creationId xmlns:a16="http://schemas.microsoft.com/office/drawing/2014/main" id="{BB560354-DCDF-2EE7-1281-80C27A13A6E3}"/>
              </a:ext>
            </a:extLst>
          </p:cNvPr>
          <p:cNvSpPr/>
          <p:nvPr/>
        </p:nvSpPr>
        <p:spPr>
          <a:xfrm>
            <a:off x="6126480" y="3429000"/>
            <a:ext cx="246888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Report Issues</a:t>
            </a:r>
          </a:p>
          <a:p>
            <a:pPr algn="l">
              <a:buNone/>
            </a:pPr>
            <a:r>
              <a:rPr lang="en-US" sz="100">
                <a:effectLst/>
              </a:rPr>
              <a:t> </a:t>
            </a:r>
            <a:endParaRPr lang="en-US"/>
          </a:p>
        </p:txBody>
      </p:sp>
      <p:sp>
        <p:nvSpPr>
          <p:cNvPr id="309" name="Rectangle 308">
            <a:extLst>
              <a:ext uri="{FF2B5EF4-FFF2-40B4-BE49-F238E27FC236}">
                <a16:creationId xmlns:a16="http://schemas.microsoft.com/office/drawing/2014/main" id="{BA7B06CB-731C-84A7-A22B-707ED17E2202}"/>
              </a:ext>
            </a:extLst>
          </p:cNvPr>
          <p:cNvSpPr/>
          <p:nvPr/>
        </p:nvSpPr>
        <p:spPr>
          <a:xfrm>
            <a:off x="6126480" y="3886200"/>
            <a:ext cx="246888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Join Community</a:t>
            </a:r>
          </a:p>
          <a:p>
            <a:pPr algn="l">
              <a:buNone/>
            </a:pPr>
            <a:r>
              <a:rPr lang="en-US" sz="100">
                <a:effectLst/>
              </a:rPr>
              <a:t> </a:t>
            </a:r>
            <a:endParaRPr lang="en-US"/>
          </a:p>
        </p:txBody>
      </p:sp>
      <p:sp>
        <p:nvSpPr>
          <p:cNvPr id="332" name="Rectangle 331">
            <a:extLst>
              <a:ext uri="{FF2B5EF4-FFF2-40B4-BE49-F238E27FC236}">
                <a16:creationId xmlns:a16="http://schemas.microsoft.com/office/drawing/2014/main" id="{AD2CEE9F-4B01-A9E1-F99E-C15ACA8C12D3}"/>
              </a:ext>
            </a:extLst>
          </p:cNvPr>
          <p:cNvSpPr/>
          <p:nvPr/>
        </p:nvSpPr>
        <p:spPr>
          <a:xfrm>
            <a:off x="365760" y="4480560"/>
            <a:ext cx="84124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i="1">
                <a:solidFill>
                  <a:srgbClr val="52606D"/>
                </a:solidFill>
                <a:effectLst/>
                <a:latin typeface="Calibri" panose="020F0502020204030204" pitchFamily="34" charset="0"/>
              </a:rPr>
              <a:t>Entries change as the extension evolves — the installed Toolkit view is the authoritative inventory.</a:t>
            </a:r>
          </a:p>
          <a:p>
            <a:pPr algn="l">
              <a:buNone/>
            </a:pPr>
            <a:r>
              <a:rPr lang="en-US" sz="100">
                <a:effectLst/>
              </a:rPr>
              <a:t> </a:t>
            </a:r>
            <a:endParaRPr lang="en-US"/>
          </a:p>
        </p:txBody>
      </p:sp>
      <p:sp>
        <p:nvSpPr>
          <p:cNvPr id="356" name="Rectangle 355">
            <a:extLst>
              <a:ext uri="{FF2B5EF4-FFF2-40B4-BE49-F238E27FC236}">
                <a16:creationId xmlns:a16="http://schemas.microsoft.com/office/drawing/2014/main" id="{4FE458EE-5A3A-A0DC-5421-4CA2378D048E}"/>
              </a:ext>
            </a:extLst>
          </p:cNvPr>
          <p:cNvSpPr/>
          <p:nvPr/>
        </p:nvSpPr>
        <p:spPr>
          <a:xfrm>
            <a:off x="365760" y="4823460"/>
            <a:ext cx="5669280" cy="228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Foundry Toolkit  ·  Microsoft Agent Framework</a:t>
            </a:r>
          </a:p>
          <a:p>
            <a:pPr algn="l">
              <a:buNone/>
            </a:pPr>
            <a:r>
              <a:rPr lang="en-US" sz="100">
                <a:effectLst/>
              </a:rPr>
              <a:t> </a:t>
            </a:r>
            <a:endParaRPr lang="en-US"/>
          </a:p>
        </p:txBody>
      </p:sp>
      <p:sp>
        <p:nvSpPr>
          <p:cNvPr id="381" name="Rectangle 380">
            <a:extLst>
              <a:ext uri="{FF2B5EF4-FFF2-40B4-BE49-F238E27FC236}">
                <a16:creationId xmlns:a16="http://schemas.microsoft.com/office/drawing/2014/main" id="{0A1474BE-6AD2-83D5-7BAD-21DF9AB87F71}"/>
              </a:ext>
            </a:extLst>
          </p:cNvPr>
          <p:cNvSpPr/>
          <p:nvPr/>
        </p:nvSpPr>
        <p:spPr>
          <a:xfrm>
            <a:off x="7680960" y="4823460"/>
            <a:ext cx="1280160" cy="228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52606D"/>
                </a:solidFill>
                <a:effectLst/>
                <a:latin typeface="Calibri" panose="020F0502020204030204" pitchFamily="34" charset="0"/>
              </a:rPr>
              <a:t>2 / 7</a:t>
            </a:r>
          </a:p>
          <a:p>
            <a:pPr algn="r">
              <a:buNone/>
            </a:pPr>
            <a:r>
              <a:rPr lang="en-US" sz="100">
                <a:effectLst/>
              </a:rPr>
              <a:t> </a:t>
            </a:r>
            <a:endParaRPr lang="en-US"/>
          </a:p>
        </p:txBody>
      </p:sp>
      <p:pic>
        <p:nvPicPr>
          <p:cNvPr id="382" name="Picture 381" descr="working/ic6/i15.png">
            <a:extLst>
              <a:ext uri="{FF2B5EF4-FFF2-40B4-BE49-F238E27FC236}">
                <a16:creationId xmlns:a16="http://schemas.microsoft.com/office/drawing/2014/main" id="{35617D50-1B6F-74B4-B786-D74472E348D7}"/>
              </a:ext>
            </a:extLst>
          </p:cNvPr>
          <p:cNvPicPr>
            <a:picLocks noChangeAspect="1"/>
          </p:cNvPicPr>
          <p:nvPr/>
        </p:nvPicPr>
        <p:blipFill>
          <a:blip r:embed="rId3"/>
          <a:stretch>
            <a:fillRect/>
          </a:stretch>
        </p:blipFill>
        <p:spPr>
          <a:xfrm>
            <a:off x="640080" y="2057400"/>
            <a:ext cx="320040" cy="320040"/>
          </a:xfrm>
          <a:prstGeom prst="rect">
            <a:avLst/>
          </a:prstGeom>
        </p:spPr>
      </p:pic>
      <p:pic>
        <p:nvPicPr>
          <p:cNvPr id="383" name="Picture 382" descr="working/ic6/i14.png">
            <a:extLst>
              <a:ext uri="{FF2B5EF4-FFF2-40B4-BE49-F238E27FC236}">
                <a16:creationId xmlns:a16="http://schemas.microsoft.com/office/drawing/2014/main" id="{BD1AE0E1-7029-B016-2CDC-398D5060B182}"/>
              </a:ext>
            </a:extLst>
          </p:cNvPr>
          <p:cNvPicPr>
            <a:picLocks noChangeAspect="1"/>
          </p:cNvPicPr>
          <p:nvPr/>
        </p:nvPicPr>
        <p:blipFill>
          <a:blip r:embed="rId4"/>
          <a:stretch>
            <a:fillRect/>
          </a:stretch>
        </p:blipFill>
        <p:spPr>
          <a:xfrm>
            <a:off x="3429000" y="2057400"/>
            <a:ext cx="320040" cy="320040"/>
          </a:xfrm>
          <a:prstGeom prst="rect">
            <a:avLst/>
          </a:prstGeom>
        </p:spPr>
      </p:pic>
      <p:pic>
        <p:nvPicPr>
          <p:cNvPr id="384" name="Picture 383" descr="working/ic6/i10.png">
            <a:extLst>
              <a:ext uri="{FF2B5EF4-FFF2-40B4-BE49-F238E27FC236}">
                <a16:creationId xmlns:a16="http://schemas.microsoft.com/office/drawing/2014/main" id="{3F0D85C8-9D83-6749-6FA8-A1AA18DFC45E}"/>
              </a:ext>
            </a:extLst>
          </p:cNvPr>
          <p:cNvPicPr>
            <a:picLocks noChangeAspect="1"/>
          </p:cNvPicPr>
          <p:nvPr/>
        </p:nvPicPr>
        <p:blipFill>
          <a:blip r:embed="rId5"/>
          <a:stretch>
            <a:fillRect/>
          </a:stretch>
        </p:blipFill>
        <p:spPr>
          <a:xfrm>
            <a:off x="6217920" y="2057400"/>
            <a:ext cx="320040" cy="320040"/>
          </a:xfrm>
          <a:prstGeom prst="rect">
            <a:avLst/>
          </a:prstGeom>
        </p:spPr>
      </p:pic>
    </p:spTree>
    <p:extLst>
      <p:ext uri="{BB962C8B-B14F-4D97-AF65-F5344CB8AC3E}">
        <p14:creationId xmlns:p14="http://schemas.microsoft.com/office/powerpoint/2010/main" val="3365096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 name="Rectangle 384">
            <a:extLst>
              <a:ext uri="{FF2B5EF4-FFF2-40B4-BE49-F238E27FC236}">
                <a16:creationId xmlns:a16="http://schemas.microsoft.com/office/drawing/2014/main" id="{5EEE7EE6-4C6C-69F3-147D-2B47D1E6EAEE}"/>
              </a:ext>
            </a:extLst>
          </p:cNvPr>
          <p:cNvSpPr/>
          <p:nvPr/>
        </p:nvSpPr>
        <p:spPr>
          <a:xfrm>
            <a:off x="365760" y="292608"/>
            <a:ext cx="84124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400">
                <a:solidFill>
                  <a:srgbClr val="3E5C99"/>
                </a:solidFill>
                <a:effectLst/>
                <a:latin typeface="Calibri" panose="020F0502020204030204" pitchFamily="34" charset="0"/>
              </a:rPr>
              <a:t>BOUNDARY</a:t>
            </a:r>
          </a:p>
          <a:p>
            <a:pPr algn="l">
              <a:buNone/>
            </a:pPr>
            <a:r>
              <a:rPr lang="en-US" sz="100">
                <a:effectLst/>
              </a:rPr>
              <a:t> </a:t>
            </a:r>
            <a:endParaRPr lang="en-US"/>
          </a:p>
        </p:txBody>
      </p:sp>
      <p:sp>
        <p:nvSpPr>
          <p:cNvPr id="387" name="Rectangle 386">
            <a:extLst>
              <a:ext uri="{FF2B5EF4-FFF2-40B4-BE49-F238E27FC236}">
                <a16:creationId xmlns:a16="http://schemas.microsoft.com/office/drawing/2014/main" id="{F1174E20-DF30-B788-2337-4F37FC1D5761}"/>
              </a:ext>
            </a:extLst>
          </p:cNvPr>
          <p:cNvSpPr/>
          <p:nvPr/>
        </p:nvSpPr>
        <p:spPr>
          <a:xfrm>
            <a:off x="365760" y="566928"/>
            <a:ext cx="841248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1F2933"/>
                </a:solidFill>
                <a:effectLst/>
                <a:latin typeface="Calibri" panose="020F0502020204030204" pitchFamily="34" charset="0"/>
              </a:rPr>
              <a:t>Toolkit, Toolbox, and coding skills</a:t>
            </a:r>
          </a:p>
          <a:p>
            <a:pPr algn="l">
              <a:buNone/>
            </a:pPr>
            <a:r>
              <a:rPr lang="en-US" sz="100">
                <a:effectLst/>
              </a:rPr>
              <a:t> </a:t>
            </a:r>
            <a:endParaRPr lang="en-US"/>
          </a:p>
        </p:txBody>
      </p:sp>
      <p:sp>
        <p:nvSpPr>
          <p:cNvPr id="390" name="Rectangle 389">
            <a:extLst>
              <a:ext uri="{FF2B5EF4-FFF2-40B4-BE49-F238E27FC236}">
                <a16:creationId xmlns:a16="http://schemas.microsoft.com/office/drawing/2014/main" id="{3627CB5C-1B65-F03B-5367-F6AD7C6C0B92}"/>
              </a:ext>
            </a:extLst>
          </p:cNvPr>
          <p:cNvSpPr/>
          <p:nvPr/>
        </p:nvSpPr>
        <p:spPr>
          <a:xfrm>
            <a:off x="457200" y="1225296"/>
            <a:ext cx="731520" cy="25400"/>
          </a:xfrm>
          <a:prstGeom prst="rect">
            <a:avLst/>
          </a:prstGeom>
          <a:solidFill>
            <a:srgbClr val="3E5C9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4" name="Rectangle 393">
            <a:extLst>
              <a:ext uri="{FF2B5EF4-FFF2-40B4-BE49-F238E27FC236}">
                <a16:creationId xmlns:a16="http://schemas.microsoft.com/office/drawing/2014/main" id="{91942EDA-3FAE-D2DE-0101-AE017B909626}"/>
              </a:ext>
            </a:extLst>
          </p:cNvPr>
          <p:cNvSpPr/>
          <p:nvPr/>
        </p:nvSpPr>
        <p:spPr>
          <a:xfrm>
            <a:off x="365760" y="1417320"/>
            <a:ext cx="84124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52606D"/>
                </a:solidFill>
                <a:effectLst/>
                <a:latin typeface="Calibri" panose="020F0502020204030204" pitchFamily="34" charset="0"/>
              </a:rPr>
              <a:t>Three different things that are easy to conflate.</a:t>
            </a:r>
          </a:p>
          <a:p>
            <a:pPr algn="l">
              <a:buNone/>
            </a:pPr>
            <a:r>
              <a:rPr lang="en-US" sz="100">
                <a:effectLst/>
              </a:rPr>
              <a:t> </a:t>
            </a:r>
            <a:endParaRPr lang="en-US"/>
          </a:p>
        </p:txBody>
      </p:sp>
      <p:sp>
        <p:nvSpPr>
          <p:cNvPr id="399" name="Rectangle 398">
            <a:extLst>
              <a:ext uri="{FF2B5EF4-FFF2-40B4-BE49-F238E27FC236}">
                <a16:creationId xmlns:a16="http://schemas.microsoft.com/office/drawing/2014/main" id="{CB8A91DC-2C34-5E9D-A811-4F04C928DFF5}"/>
              </a:ext>
            </a:extLst>
          </p:cNvPr>
          <p:cNvSpPr/>
          <p:nvPr/>
        </p:nvSpPr>
        <p:spPr>
          <a:xfrm>
            <a:off x="457200" y="1965960"/>
            <a:ext cx="2651760" cy="2423160"/>
          </a:xfrm>
          <a:prstGeom prst="rect">
            <a:avLst/>
          </a:prstGeom>
          <a:solidFill>
            <a:srgbClr val="FFFFFF"/>
          </a:solidFill>
          <a:ln w="9525">
            <a:solidFill>
              <a:srgbClr val="DFE4EE"/>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5" name="Rectangle 404">
            <a:extLst>
              <a:ext uri="{FF2B5EF4-FFF2-40B4-BE49-F238E27FC236}">
                <a16:creationId xmlns:a16="http://schemas.microsoft.com/office/drawing/2014/main" id="{1805A953-EA72-5C7E-7CC2-F74C16806AA6}"/>
              </a:ext>
            </a:extLst>
          </p:cNvPr>
          <p:cNvSpPr/>
          <p:nvPr/>
        </p:nvSpPr>
        <p:spPr>
          <a:xfrm>
            <a:off x="548640" y="2423160"/>
            <a:ext cx="246888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b="1">
                <a:solidFill>
                  <a:srgbClr val="1F2933"/>
                </a:solidFill>
                <a:effectLst/>
                <a:latin typeface="Calibri" panose="020F0502020204030204" pitchFamily="34" charset="0"/>
              </a:rPr>
              <a:t>Toolkit</a:t>
            </a:r>
          </a:p>
          <a:p>
            <a:pPr algn="l">
              <a:buNone/>
            </a:pPr>
            <a:r>
              <a:rPr lang="en-US" sz="100">
                <a:effectLst/>
              </a:rPr>
              <a:t> </a:t>
            </a:r>
            <a:endParaRPr lang="en-US"/>
          </a:p>
        </p:txBody>
      </p:sp>
      <p:sp>
        <p:nvSpPr>
          <p:cNvPr id="412" name="Rectangle 411">
            <a:extLst>
              <a:ext uri="{FF2B5EF4-FFF2-40B4-BE49-F238E27FC236}">
                <a16:creationId xmlns:a16="http://schemas.microsoft.com/office/drawing/2014/main" id="{767D03B9-8420-DD86-B576-5E0ACFC04D05}"/>
              </a:ext>
            </a:extLst>
          </p:cNvPr>
          <p:cNvSpPr/>
          <p:nvPr/>
        </p:nvSpPr>
        <p:spPr>
          <a:xfrm>
            <a:off x="640080" y="3017520"/>
            <a:ext cx="2286000" cy="9525"/>
          </a:xfrm>
          <a:prstGeom prst="rect">
            <a:avLst/>
          </a:prstGeom>
          <a:solidFill>
            <a:srgbClr val="DFE4E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 name="Rectangle 419">
            <a:extLst>
              <a:ext uri="{FF2B5EF4-FFF2-40B4-BE49-F238E27FC236}">
                <a16:creationId xmlns:a16="http://schemas.microsoft.com/office/drawing/2014/main" id="{1EB8E309-3EBC-4E1B-7B34-FE2558EAB750}"/>
              </a:ext>
            </a:extLst>
          </p:cNvPr>
          <p:cNvSpPr/>
          <p:nvPr/>
        </p:nvSpPr>
        <p:spPr>
          <a:xfrm>
            <a:off x="548640" y="3108960"/>
            <a:ext cx="2468880" cy="914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VS Code extension with My Resources and Developer Tools for the development workflow</a:t>
            </a:r>
          </a:p>
          <a:p>
            <a:pPr algn="l">
              <a:buNone/>
            </a:pPr>
            <a:r>
              <a:rPr lang="en-US" sz="100">
                <a:effectLst/>
              </a:rPr>
              <a:t> </a:t>
            </a:r>
            <a:endParaRPr lang="en-US"/>
          </a:p>
        </p:txBody>
      </p:sp>
      <p:sp>
        <p:nvSpPr>
          <p:cNvPr id="429" name="Rectangle 428">
            <a:extLst>
              <a:ext uri="{FF2B5EF4-FFF2-40B4-BE49-F238E27FC236}">
                <a16:creationId xmlns:a16="http://schemas.microsoft.com/office/drawing/2014/main" id="{802DA28A-B56A-46D9-3F27-189CA73C58C9}"/>
              </a:ext>
            </a:extLst>
          </p:cNvPr>
          <p:cNvSpPr/>
          <p:nvPr/>
        </p:nvSpPr>
        <p:spPr>
          <a:xfrm>
            <a:off x="3246120" y="1965960"/>
            <a:ext cx="2651760" cy="2423160"/>
          </a:xfrm>
          <a:prstGeom prst="rect">
            <a:avLst/>
          </a:prstGeom>
          <a:solidFill>
            <a:srgbClr val="FFFFFF"/>
          </a:solidFill>
          <a:ln w="9525">
            <a:solidFill>
              <a:srgbClr val="DFE4EE"/>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9" name="Rectangle 438">
            <a:extLst>
              <a:ext uri="{FF2B5EF4-FFF2-40B4-BE49-F238E27FC236}">
                <a16:creationId xmlns:a16="http://schemas.microsoft.com/office/drawing/2014/main" id="{89BE1B0F-A3A0-2422-4B26-DF4438EF82D5}"/>
              </a:ext>
            </a:extLst>
          </p:cNvPr>
          <p:cNvSpPr/>
          <p:nvPr/>
        </p:nvSpPr>
        <p:spPr>
          <a:xfrm>
            <a:off x="3337560" y="2423160"/>
            <a:ext cx="246888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b="1">
                <a:solidFill>
                  <a:srgbClr val="1F2933"/>
                </a:solidFill>
                <a:effectLst/>
                <a:latin typeface="Calibri" panose="020F0502020204030204" pitchFamily="34" charset="0"/>
              </a:rPr>
              <a:t>Toolbox</a:t>
            </a:r>
          </a:p>
          <a:p>
            <a:pPr algn="l">
              <a:buNone/>
            </a:pPr>
            <a:r>
              <a:rPr lang="en-US" sz="100">
                <a:effectLst/>
              </a:rPr>
              <a:t> </a:t>
            </a:r>
            <a:endParaRPr lang="en-US"/>
          </a:p>
        </p:txBody>
      </p:sp>
      <p:sp>
        <p:nvSpPr>
          <p:cNvPr id="450" name="Rectangle 449">
            <a:extLst>
              <a:ext uri="{FF2B5EF4-FFF2-40B4-BE49-F238E27FC236}">
                <a16:creationId xmlns:a16="http://schemas.microsoft.com/office/drawing/2014/main" id="{60B7CB89-3469-0DEA-8985-F9D0B7D705A8}"/>
              </a:ext>
            </a:extLst>
          </p:cNvPr>
          <p:cNvSpPr/>
          <p:nvPr/>
        </p:nvSpPr>
        <p:spPr>
          <a:xfrm>
            <a:off x="3429000" y="3017520"/>
            <a:ext cx="2286000" cy="9525"/>
          </a:xfrm>
          <a:prstGeom prst="rect">
            <a:avLst/>
          </a:prstGeom>
          <a:solidFill>
            <a:srgbClr val="DFE4E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2" name="Rectangle 461">
            <a:extLst>
              <a:ext uri="{FF2B5EF4-FFF2-40B4-BE49-F238E27FC236}">
                <a16:creationId xmlns:a16="http://schemas.microsoft.com/office/drawing/2014/main" id="{E41EB220-441D-16AD-DE0A-A429CEC1D853}"/>
              </a:ext>
            </a:extLst>
          </p:cNvPr>
          <p:cNvSpPr/>
          <p:nvPr/>
        </p:nvSpPr>
        <p:spPr>
          <a:xfrm>
            <a:off x="3337560" y="3108960"/>
            <a:ext cx="2468880" cy="914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A managed, reusable tool collection behind one MCP-compatible endpoint</a:t>
            </a:r>
          </a:p>
          <a:p>
            <a:pPr algn="l">
              <a:buNone/>
            </a:pPr>
            <a:r>
              <a:rPr lang="en-US" sz="100">
                <a:effectLst/>
              </a:rPr>
              <a:t> </a:t>
            </a:r>
            <a:endParaRPr lang="en-US"/>
          </a:p>
        </p:txBody>
      </p:sp>
      <p:sp>
        <p:nvSpPr>
          <p:cNvPr id="475" name="Rectangle 474">
            <a:extLst>
              <a:ext uri="{FF2B5EF4-FFF2-40B4-BE49-F238E27FC236}">
                <a16:creationId xmlns:a16="http://schemas.microsoft.com/office/drawing/2014/main" id="{5FCA5E3D-C751-512F-FD5F-534FCC626E45}"/>
              </a:ext>
            </a:extLst>
          </p:cNvPr>
          <p:cNvSpPr/>
          <p:nvPr/>
        </p:nvSpPr>
        <p:spPr>
          <a:xfrm>
            <a:off x="6035040" y="1965960"/>
            <a:ext cx="2651760" cy="2423160"/>
          </a:xfrm>
          <a:prstGeom prst="rect">
            <a:avLst/>
          </a:prstGeom>
          <a:solidFill>
            <a:srgbClr val="FFFFFF"/>
          </a:solidFill>
          <a:ln w="9525">
            <a:solidFill>
              <a:srgbClr val="DFE4EE"/>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9" name="Rectangle 488">
            <a:extLst>
              <a:ext uri="{FF2B5EF4-FFF2-40B4-BE49-F238E27FC236}">
                <a16:creationId xmlns:a16="http://schemas.microsoft.com/office/drawing/2014/main" id="{7D6DF09A-D478-A7E9-CE6D-E96511E34227}"/>
              </a:ext>
            </a:extLst>
          </p:cNvPr>
          <p:cNvSpPr/>
          <p:nvPr/>
        </p:nvSpPr>
        <p:spPr>
          <a:xfrm>
            <a:off x="6126480" y="2423160"/>
            <a:ext cx="246888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b="1">
                <a:solidFill>
                  <a:srgbClr val="1F2933"/>
                </a:solidFill>
                <a:effectLst/>
                <a:latin typeface="Calibri" panose="020F0502020204030204" pitchFamily="34" charset="0"/>
              </a:rPr>
              <a:t>Foundry coding skill</a:t>
            </a:r>
          </a:p>
          <a:p>
            <a:pPr algn="l">
              <a:buNone/>
            </a:pPr>
            <a:r>
              <a:rPr lang="en-US" sz="100">
                <a:effectLst/>
              </a:rPr>
              <a:t> </a:t>
            </a:r>
            <a:endParaRPr lang="en-US"/>
          </a:p>
        </p:txBody>
      </p:sp>
      <p:sp>
        <p:nvSpPr>
          <p:cNvPr id="504" name="Rectangle 503">
            <a:extLst>
              <a:ext uri="{FF2B5EF4-FFF2-40B4-BE49-F238E27FC236}">
                <a16:creationId xmlns:a16="http://schemas.microsoft.com/office/drawing/2014/main" id="{AA87D0AB-CE77-4C28-F53E-D0F17A67EEC0}"/>
              </a:ext>
            </a:extLst>
          </p:cNvPr>
          <p:cNvSpPr/>
          <p:nvPr/>
        </p:nvSpPr>
        <p:spPr>
          <a:xfrm>
            <a:off x="6217920" y="3017520"/>
            <a:ext cx="2286000" cy="9525"/>
          </a:xfrm>
          <a:prstGeom prst="rect">
            <a:avLst/>
          </a:prstGeom>
          <a:solidFill>
            <a:srgbClr val="DFE4E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0" name="Rectangle 519">
            <a:extLst>
              <a:ext uri="{FF2B5EF4-FFF2-40B4-BE49-F238E27FC236}">
                <a16:creationId xmlns:a16="http://schemas.microsoft.com/office/drawing/2014/main" id="{44F61B57-6A1E-B924-0DAC-DA704E649E89}"/>
              </a:ext>
            </a:extLst>
          </p:cNvPr>
          <p:cNvSpPr/>
          <p:nvPr/>
        </p:nvSpPr>
        <p:spPr>
          <a:xfrm>
            <a:off x="6126480" y="3108960"/>
            <a:ext cx="2468880" cy="914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Reusable guidance used by Copilot or another coding agent during development</a:t>
            </a:r>
          </a:p>
          <a:p>
            <a:pPr algn="l">
              <a:buNone/>
            </a:pPr>
            <a:r>
              <a:rPr lang="en-US" sz="100">
                <a:effectLst/>
              </a:rPr>
              <a:t> </a:t>
            </a:r>
            <a:endParaRPr lang="en-US"/>
          </a:p>
        </p:txBody>
      </p:sp>
      <p:sp>
        <p:nvSpPr>
          <p:cNvPr id="537" name="Rectangle 536">
            <a:extLst>
              <a:ext uri="{FF2B5EF4-FFF2-40B4-BE49-F238E27FC236}">
                <a16:creationId xmlns:a16="http://schemas.microsoft.com/office/drawing/2014/main" id="{37AF79ED-14EA-A0BA-9729-F4026CC5BE38}"/>
              </a:ext>
            </a:extLst>
          </p:cNvPr>
          <p:cNvSpPr/>
          <p:nvPr/>
        </p:nvSpPr>
        <p:spPr>
          <a:xfrm>
            <a:off x="365760" y="4480560"/>
            <a:ext cx="84124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i="1">
                <a:solidFill>
                  <a:srgbClr val="52606D"/>
                </a:solidFill>
                <a:effectLst/>
                <a:latin typeface="Calibri" panose="020F0502020204030204" pitchFamily="34" charset="0"/>
              </a:rPr>
              <a:t>Discovery is not attachment, approval, authorization, or a runtime capability.</a:t>
            </a:r>
          </a:p>
          <a:p>
            <a:pPr algn="l">
              <a:buNone/>
            </a:pPr>
            <a:r>
              <a:rPr lang="en-US" sz="100">
                <a:effectLst/>
              </a:rPr>
              <a:t> </a:t>
            </a:r>
            <a:endParaRPr lang="en-US"/>
          </a:p>
        </p:txBody>
      </p:sp>
      <p:sp>
        <p:nvSpPr>
          <p:cNvPr id="555" name="Rectangle 554">
            <a:extLst>
              <a:ext uri="{FF2B5EF4-FFF2-40B4-BE49-F238E27FC236}">
                <a16:creationId xmlns:a16="http://schemas.microsoft.com/office/drawing/2014/main" id="{908B9518-ABF3-CC15-C1B7-4059830C5C5C}"/>
              </a:ext>
            </a:extLst>
          </p:cNvPr>
          <p:cNvSpPr/>
          <p:nvPr/>
        </p:nvSpPr>
        <p:spPr>
          <a:xfrm>
            <a:off x="365760" y="4823460"/>
            <a:ext cx="5669280" cy="228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Foundry Toolkit  ·  Microsoft Agent Framework</a:t>
            </a:r>
          </a:p>
          <a:p>
            <a:pPr algn="l">
              <a:buNone/>
            </a:pPr>
            <a:r>
              <a:rPr lang="en-US" sz="100">
                <a:effectLst/>
              </a:rPr>
              <a:t> </a:t>
            </a:r>
            <a:endParaRPr lang="en-US"/>
          </a:p>
        </p:txBody>
      </p:sp>
      <p:sp>
        <p:nvSpPr>
          <p:cNvPr id="574" name="Rectangle 573">
            <a:extLst>
              <a:ext uri="{FF2B5EF4-FFF2-40B4-BE49-F238E27FC236}">
                <a16:creationId xmlns:a16="http://schemas.microsoft.com/office/drawing/2014/main" id="{10E74A42-6C40-8526-E7A5-A6F6B84EC786}"/>
              </a:ext>
            </a:extLst>
          </p:cNvPr>
          <p:cNvSpPr/>
          <p:nvPr/>
        </p:nvSpPr>
        <p:spPr>
          <a:xfrm>
            <a:off x="7680960" y="4823460"/>
            <a:ext cx="1280160" cy="228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52606D"/>
                </a:solidFill>
                <a:effectLst/>
                <a:latin typeface="Calibri" panose="020F0502020204030204" pitchFamily="34" charset="0"/>
              </a:rPr>
              <a:t>3 / 7</a:t>
            </a:r>
          </a:p>
          <a:p>
            <a:pPr algn="r">
              <a:buNone/>
            </a:pPr>
            <a:r>
              <a:rPr lang="en-US" sz="100">
                <a:effectLst/>
              </a:rPr>
              <a:t> </a:t>
            </a:r>
            <a:endParaRPr lang="en-US"/>
          </a:p>
        </p:txBody>
      </p:sp>
      <p:pic>
        <p:nvPicPr>
          <p:cNvPr id="575" name="Picture 574" descr="working/ic6/i8.png">
            <a:extLst>
              <a:ext uri="{FF2B5EF4-FFF2-40B4-BE49-F238E27FC236}">
                <a16:creationId xmlns:a16="http://schemas.microsoft.com/office/drawing/2014/main" id="{EED1E795-93F6-C3B3-B4EE-C01DD990E74C}"/>
              </a:ext>
            </a:extLst>
          </p:cNvPr>
          <p:cNvPicPr>
            <a:picLocks noChangeAspect="1"/>
          </p:cNvPicPr>
          <p:nvPr/>
        </p:nvPicPr>
        <p:blipFill>
          <a:blip r:embed="rId3"/>
          <a:stretch>
            <a:fillRect/>
          </a:stretch>
        </p:blipFill>
        <p:spPr>
          <a:xfrm>
            <a:off x="640080" y="2057400"/>
            <a:ext cx="320040" cy="320040"/>
          </a:xfrm>
          <a:prstGeom prst="rect">
            <a:avLst/>
          </a:prstGeom>
        </p:spPr>
      </p:pic>
      <p:pic>
        <p:nvPicPr>
          <p:cNvPr id="576" name="Picture 575" descr="working/ic6/i9.png">
            <a:extLst>
              <a:ext uri="{FF2B5EF4-FFF2-40B4-BE49-F238E27FC236}">
                <a16:creationId xmlns:a16="http://schemas.microsoft.com/office/drawing/2014/main" id="{FD30D45B-884B-9361-1A45-87994C801478}"/>
              </a:ext>
            </a:extLst>
          </p:cNvPr>
          <p:cNvPicPr>
            <a:picLocks noChangeAspect="1"/>
          </p:cNvPicPr>
          <p:nvPr/>
        </p:nvPicPr>
        <p:blipFill>
          <a:blip r:embed="rId4"/>
          <a:stretch>
            <a:fillRect/>
          </a:stretch>
        </p:blipFill>
        <p:spPr>
          <a:xfrm>
            <a:off x="3429000" y="2057400"/>
            <a:ext cx="320040" cy="320040"/>
          </a:xfrm>
          <a:prstGeom prst="rect">
            <a:avLst/>
          </a:prstGeom>
        </p:spPr>
      </p:pic>
      <p:pic>
        <p:nvPicPr>
          <p:cNvPr id="577" name="Picture 576" descr="working/ic6/i2.png">
            <a:extLst>
              <a:ext uri="{FF2B5EF4-FFF2-40B4-BE49-F238E27FC236}">
                <a16:creationId xmlns:a16="http://schemas.microsoft.com/office/drawing/2014/main" id="{000E266E-9643-BB72-029F-D721E4BE4398}"/>
              </a:ext>
            </a:extLst>
          </p:cNvPr>
          <p:cNvPicPr>
            <a:picLocks noChangeAspect="1"/>
          </p:cNvPicPr>
          <p:nvPr/>
        </p:nvPicPr>
        <p:blipFill>
          <a:blip r:embed="rId5"/>
          <a:stretch>
            <a:fillRect/>
          </a:stretch>
        </p:blipFill>
        <p:spPr>
          <a:xfrm>
            <a:off x="6217920" y="2057400"/>
            <a:ext cx="320040" cy="320040"/>
          </a:xfrm>
          <a:prstGeom prst="rect">
            <a:avLst/>
          </a:prstGeom>
        </p:spPr>
      </p:pic>
    </p:spTree>
    <p:extLst>
      <p:ext uri="{BB962C8B-B14F-4D97-AF65-F5344CB8AC3E}">
        <p14:creationId xmlns:p14="http://schemas.microsoft.com/office/powerpoint/2010/main" val="3825063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 name="Rectangle 577">
            <a:extLst>
              <a:ext uri="{FF2B5EF4-FFF2-40B4-BE49-F238E27FC236}">
                <a16:creationId xmlns:a16="http://schemas.microsoft.com/office/drawing/2014/main" id="{89A64DD7-1443-543F-E45E-195C9238A420}"/>
              </a:ext>
            </a:extLst>
          </p:cNvPr>
          <p:cNvSpPr/>
          <p:nvPr/>
        </p:nvSpPr>
        <p:spPr>
          <a:xfrm>
            <a:off x="365760" y="292608"/>
            <a:ext cx="84124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400">
                <a:solidFill>
                  <a:srgbClr val="3E5C99"/>
                </a:solidFill>
                <a:effectLst/>
                <a:latin typeface="Calibri" panose="020F0502020204030204" pitchFamily="34" charset="0"/>
              </a:rPr>
              <a:t>CAPABILITY BOUNDARIES, NOT A RANKING</a:t>
            </a:r>
          </a:p>
          <a:p>
            <a:pPr algn="l">
              <a:buNone/>
            </a:pPr>
            <a:r>
              <a:rPr lang="en-US" sz="100">
                <a:effectLst/>
              </a:rPr>
              <a:t> </a:t>
            </a:r>
            <a:endParaRPr lang="en-US"/>
          </a:p>
        </p:txBody>
      </p:sp>
      <p:sp>
        <p:nvSpPr>
          <p:cNvPr id="580" name="Rectangle 579">
            <a:extLst>
              <a:ext uri="{FF2B5EF4-FFF2-40B4-BE49-F238E27FC236}">
                <a16:creationId xmlns:a16="http://schemas.microsoft.com/office/drawing/2014/main" id="{9533AA58-166A-2AC6-6CD2-E067EBC69228}"/>
              </a:ext>
            </a:extLst>
          </p:cNvPr>
          <p:cNvSpPr/>
          <p:nvPr/>
        </p:nvSpPr>
        <p:spPr>
          <a:xfrm>
            <a:off x="365760" y="566928"/>
            <a:ext cx="841248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1F2933"/>
                </a:solidFill>
                <a:effectLst/>
                <a:latin typeface="Calibri" panose="020F0502020204030204" pitchFamily="34" charset="0"/>
              </a:rPr>
              <a:t>Local prompt versus saved Foundry agent</a:t>
            </a:r>
          </a:p>
          <a:p>
            <a:pPr algn="l">
              <a:buNone/>
            </a:pPr>
            <a:r>
              <a:rPr lang="en-US" sz="100">
                <a:effectLst/>
              </a:rPr>
              <a:t> </a:t>
            </a:r>
            <a:endParaRPr lang="en-US"/>
          </a:p>
        </p:txBody>
      </p:sp>
      <p:sp>
        <p:nvSpPr>
          <p:cNvPr id="583" name="Rectangle 582">
            <a:extLst>
              <a:ext uri="{FF2B5EF4-FFF2-40B4-BE49-F238E27FC236}">
                <a16:creationId xmlns:a16="http://schemas.microsoft.com/office/drawing/2014/main" id="{60C185EE-E94D-7214-80FB-EAE6A252D936}"/>
              </a:ext>
            </a:extLst>
          </p:cNvPr>
          <p:cNvSpPr/>
          <p:nvPr/>
        </p:nvSpPr>
        <p:spPr>
          <a:xfrm>
            <a:off x="457200" y="1225296"/>
            <a:ext cx="731520" cy="25400"/>
          </a:xfrm>
          <a:prstGeom prst="rect">
            <a:avLst/>
          </a:prstGeom>
          <a:solidFill>
            <a:srgbClr val="3E5C9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F1FC3083-9266-3283-0684-E7F0F9C30A5B}"/>
              </a:ext>
            </a:extLst>
          </p:cNvPr>
          <p:cNvSpPr/>
          <p:nvPr/>
        </p:nvSpPr>
        <p:spPr>
          <a:xfrm>
            <a:off x="365760" y="1417320"/>
            <a:ext cx="84124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52606D"/>
                </a:solidFill>
                <a:effectLst/>
                <a:latin typeface="Calibri" panose="020F0502020204030204" pitchFamily="34" charset="0"/>
              </a:rPr>
              <a:t>Storage location does not tell you where inference runs.</a:t>
            </a:r>
          </a:p>
          <a:p>
            <a:pPr algn="l">
              <a:buNone/>
            </a:pPr>
            <a:r>
              <a:rPr lang="en-US" sz="100">
                <a:effectLst/>
              </a:rPr>
              <a:t> </a:t>
            </a:r>
            <a:endParaRPr lang="en-US"/>
          </a:p>
        </p:txBody>
      </p:sp>
      <p:sp>
        <p:nvSpPr>
          <p:cNvPr id="592" name="Rectangle 591">
            <a:extLst>
              <a:ext uri="{FF2B5EF4-FFF2-40B4-BE49-F238E27FC236}">
                <a16:creationId xmlns:a16="http://schemas.microsoft.com/office/drawing/2014/main" id="{C2C8C790-1E2D-5362-AA9D-E3B5AC3C1B33}"/>
              </a:ext>
            </a:extLst>
          </p:cNvPr>
          <p:cNvSpPr/>
          <p:nvPr/>
        </p:nvSpPr>
        <p:spPr>
          <a:xfrm>
            <a:off x="457200" y="1965960"/>
            <a:ext cx="3977640" cy="2423160"/>
          </a:xfrm>
          <a:prstGeom prst="rect">
            <a:avLst/>
          </a:prstGeom>
          <a:solidFill>
            <a:srgbClr val="FFFFFF"/>
          </a:solidFill>
          <a:ln w="9525">
            <a:solidFill>
              <a:srgbClr val="DFE4EE"/>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8" name="Rectangle 597">
            <a:extLst>
              <a:ext uri="{FF2B5EF4-FFF2-40B4-BE49-F238E27FC236}">
                <a16:creationId xmlns:a16="http://schemas.microsoft.com/office/drawing/2014/main" id="{4671CA9F-4820-EC4D-31BD-2FC3F9059566}"/>
              </a:ext>
            </a:extLst>
          </p:cNvPr>
          <p:cNvSpPr/>
          <p:nvPr/>
        </p:nvSpPr>
        <p:spPr>
          <a:xfrm>
            <a:off x="1005840" y="2057400"/>
            <a:ext cx="333756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200">
                <a:solidFill>
                  <a:srgbClr val="3E5C99"/>
                </a:solidFill>
                <a:effectLst/>
                <a:latin typeface="Calibri" panose="020F0502020204030204" pitchFamily="34" charset="0"/>
              </a:rPr>
              <a:t>LOCAL PROMPT</a:t>
            </a:r>
          </a:p>
          <a:p>
            <a:pPr algn="l">
              <a:buNone/>
            </a:pPr>
            <a:r>
              <a:rPr lang="en-US" sz="100">
                <a:effectLst/>
              </a:rPr>
              <a:t> </a:t>
            </a:r>
            <a:endParaRPr lang="en-US"/>
          </a:p>
        </p:txBody>
      </p:sp>
      <p:sp>
        <p:nvSpPr>
          <p:cNvPr id="605" name="Rectangle 604">
            <a:extLst>
              <a:ext uri="{FF2B5EF4-FFF2-40B4-BE49-F238E27FC236}">
                <a16:creationId xmlns:a16="http://schemas.microsoft.com/office/drawing/2014/main" id="{30EBECF0-9AD8-D012-81B0-CBF0771DC5A2}"/>
              </a:ext>
            </a:extLst>
          </p:cNvPr>
          <p:cNvSpPr/>
          <p:nvPr/>
        </p:nvSpPr>
        <p:spPr>
          <a:xfrm>
            <a:off x="594360" y="2423160"/>
            <a:ext cx="374904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1F2933"/>
                </a:solidFill>
                <a:effectLst/>
                <a:latin typeface="Calibri" panose="020F0502020204030204" pitchFamily="34" charset="0"/>
              </a:rPr>
              <a:t>Locally stored prompt</a:t>
            </a:r>
          </a:p>
          <a:p>
            <a:pPr algn="l">
              <a:buNone/>
            </a:pPr>
            <a:r>
              <a:rPr lang="en-US" sz="100">
                <a:effectLst/>
              </a:rPr>
              <a:t> </a:t>
            </a:r>
            <a:endParaRPr lang="en-US"/>
          </a:p>
        </p:txBody>
      </p:sp>
      <p:sp>
        <p:nvSpPr>
          <p:cNvPr id="613" name="Rectangle 612">
            <a:extLst>
              <a:ext uri="{FF2B5EF4-FFF2-40B4-BE49-F238E27FC236}">
                <a16:creationId xmlns:a16="http://schemas.microsoft.com/office/drawing/2014/main" id="{9BE7A764-7212-1BF1-CF04-BC2F7E454CE1}"/>
              </a:ext>
            </a:extLst>
          </p:cNvPr>
          <p:cNvSpPr/>
          <p:nvPr/>
        </p:nvSpPr>
        <p:spPr>
          <a:xfrm>
            <a:off x="685800" y="2743200"/>
            <a:ext cx="3566160" cy="9525"/>
          </a:xfrm>
          <a:prstGeom prst="rect">
            <a:avLst/>
          </a:prstGeom>
          <a:solidFill>
            <a:srgbClr val="DFE4E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2" name="Rectangle 621">
            <a:extLst>
              <a:ext uri="{FF2B5EF4-FFF2-40B4-BE49-F238E27FC236}">
                <a16:creationId xmlns:a16="http://schemas.microsoft.com/office/drawing/2014/main" id="{EAE2E548-4FE1-A167-AD07-F02C8C53B80C}"/>
              </a:ext>
            </a:extLst>
          </p:cNvPr>
          <p:cNvSpPr/>
          <p:nvPr/>
        </p:nvSpPr>
        <p:spPr>
          <a:xfrm>
            <a:off x="594360" y="2834640"/>
            <a:ext cx="3749040"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May still call a cloud model; local storage is not local inference</a:t>
            </a:r>
          </a:p>
          <a:p>
            <a:pPr algn="l">
              <a:buNone/>
            </a:pPr>
            <a:r>
              <a:rPr lang="en-US" sz="100">
                <a:effectLst/>
              </a:rPr>
              <a:t> </a:t>
            </a:r>
            <a:endParaRPr lang="en-US"/>
          </a:p>
        </p:txBody>
      </p:sp>
      <p:sp>
        <p:nvSpPr>
          <p:cNvPr id="632" name="Rectangle 631">
            <a:extLst>
              <a:ext uri="{FF2B5EF4-FFF2-40B4-BE49-F238E27FC236}">
                <a16:creationId xmlns:a16="http://schemas.microsoft.com/office/drawing/2014/main" id="{F748BF64-798C-376E-4CB8-1D393B0E0004}"/>
              </a:ext>
            </a:extLst>
          </p:cNvPr>
          <p:cNvSpPr/>
          <p:nvPr/>
        </p:nvSpPr>
        <p:spPr>
          <a:xfrm>
            <a:off x="594360" y="3337560"/>
            <a:ext cx="3749040"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Local tools, structured output, and dataset evaluation paths</a:t>
            </a:r>
          </a:p>
          <a:p>
            <a:pPr algn="l">
              <a:buNone/>
            </a:pPr>
            <a:r>
              <a:rPr lang="en-US" sz="100">
                <a:effectLst/>
              </a:rPr>
              <a:t> </a:t>
            </a:r>
            <a:endParaRPr lang="en-US"/>
          </a:p>
        </p:txBody>
      </p:sp>
      <p:sp>
        <p:nvSpPr>
          <p:cNvPr id="643" name="Rectangle 642">
            <a:extLst>
              <a:ext uri="{FF2B5EF4-FFF2-40B4-BE49-F238E27FC236}">
                <a16:creationId xmlns:a16="http://schemas.microsoft.com/office/drawing/2014/main" id="{45B3B529-6BCE-C694-DBEE-8E0DCF1A567D}"/>
              </a:ext>
            </a:extLst>
          </p:cNvPr>
          <p:cNvSpPr/>
          <p:nvPr/>
        </p:nvSpPr>
        <p:spPr>
          <a:xfrm>
            <a:off x="594360" y="3840480"/>
            <a:ext cx="374904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No Foundry agent version or conversation-history record</a:t>
            </a:r>
          </a:p>
          <a:p>
            <a:pPr algn="l">
              <a:buNone/>
            </a:pPr>
            <a:r>
              <a:rPr lang="en-US" sz="100">
                <a:effectLst/>
              </a:rPr>
              <a:t> </a:t>
            </a:r>
            <a:endParaRPr lang="en-US"/>
          </a:p>
        </p:txBody>
      </p:sp>
      <p:sp>
        <p:nvSpPr>
          <p:cNvPr id="655" name="Rectangle 654">
            <a:extLst>
              <a:ext uri="{FF2B5EF4-FFF2-40B4-BE49-F238E27FC236}">
                <a16:creationId xmlns:a16="http://schemas.microsoft.com/office/drawing/2014/main" id="{A777C8E4-5EBB-8A68-5B36-8BB94E396489}"/>
              </a:ext>
            </a:extLst>
          </p:cNvPr>
          <p:cNvSpPr/>
          <p:nvPr/>
        </p:nvSpPr>
        <p:spPr>
          <a:xfrm>
            <a:off x="4709160" y="1965960"/>
            <a:ext cx="3977640" cy="2423160"/>
          </a:xfrm>
          <a:prstGeom prst="rect">
            <a:avLst/>
          </a:prstGeom>
          <a:solidFill>
            <a:srgbClr val="F5F7FB"/>
          </a:solidFill>
          <a:ln w="9525">
            <a:solidFill>
              <a:srgbClr val="DFE4EE"/>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8" name="Rectangle 667">
            <a:extLst>
              <a:ext uri="{FF2B5EF4-FFF2-40B4-BE49-F238E27FC236}">
                <a16:creationId xmlns:a16="http://schemas.microsoft.com/office/drawing/2014/main" id="{746DEE22-2DC4-6952-AF3E-06D5B36ACE98}"/>
              </a:ext>
            </a:extLst>
          </p:cNvPr>
          <p:cNvSpPr/>
          <p:nvPr/>
        </p:nvSpPr>
        <p:spPr>
          <a:xfrm>
            <a:off x="5257800" y="2057400"/>
            <a:ext cx="333756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200">
                <a:solidFill>
                  <a:srgbClr val="3E5C99"/>
                </a:solidFill>
                <a:effectLst/>
                <a:latin typeface="Calibri" panose="020F0502020204030204" pitchFamily="34" charset="0"/>
              </a:rPr>
              <a:t>FOUNDRY AGENT</a:t>
            </a:r>
          </a:p>
          <a:p>
            <a:pPr algn="l">
              <a:buNone/>
            </a:pPr>
            <a:r>
              <a:rPr lang="en-US" sz="100">
                <a:effectLst/>
              </a:rPr>
              <a:t> </a:t>
            </a:r>
            <a:endParaRPr lang="en-US"/>
          </a:p>
        </p:txBody>
      </p:sp>
      <p:sp>
        <p:nvSpPr>
          <p:cNvPr id="682" name="Rectangle 681">
            <a:extLst>
              <a:ext uri="{FF2B5EF4-FFF2-40B4-BE49-F238E27FC236}">
                <a16:creationId xmlns:a16="http://schemas.microsoft.com/office/drawing/2014/main" id="{5A3C3B78-EA01-5927-B0DD-6745BB5D336E}"/>
              </a:ext>
            </a:extLst>
          </p:cNvPr>
          <p:cNvSpPr/>
          <p:nvPr/>
        </p:nvSpPr>
        <p:spPr>
          <a:xfrm>
            <a:off x="4846320" y="2423160"/>
            <a:ext cx="374904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1F2933"/>
                </a:solidFill>
                <a:effectLst/>
                <a:latin typeface="Calibri" panose="020F0502020204030204" pitchFamily="34" charset="0"/>
              </a:rPr>
              <a:t>Saved Foundry agent</a:t>
            </a:r>
          </a:p>
          <a:p>
            <a:pPr algn="l">
              <a:buNone/>
            </a:pPr>
            <a:r>
              <a:rPr lang="en-US" sz="100">
                <a:effectLst/>
              </a:rPr>
              <a:t> </a:t>
            </a:r>
            <a:endParaRPr lang="en-US"/>
          </a:p>
        </p:txBody>
      </p:sp>
      <p:sp>
        <p:nvSpPr>
          <p:cNvPr id="697" name="Rectangle 696">
            <a:extLst>
              <a:ext uri="{FF2B5EF4-FFF2-40B4-BE49-F238E27FC236}">
                <a16:creationId xmlns:a16="http://schemas.microsoft.com/office/drawing/2014/main" id="{8BA7E872-2CD5-8447-7CA4-E6389768E502}"/>
              </a:ext>
            </a:extLst>
          </p:cNvPr>
          <p:cNvSpPr/>
          <p:nvPr/>
        </p:nvSpPr>
        <p:spPr>
          <a:xfrm>
            <a:off x="4937760" y="2743200"/>
            <a:ext cx="3566160" cy="9525"/>
          </a:xfrm>
          <a:prstGeom prst="rect">
            <a:avLst/>
          </a:prstGeom>
          <a:solidFill>
            <a:srgbClr val="DFE4E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7" name="Rectangle 766">
            <a:extLst>
              <a:ext uri="{FF2B5EF4-FFF2-40B4-BE49-F238E27FC236}">
                <a16:creationId xmlns:a16="http://schemas.microsoft.com/office/drawing/2014/main" id="{E85C4F6A-E7D1-FF06-E5AF-59EE206B9449}"/>
              </a:ext>
            </a:extLst>
          </p:cNvPr>
          <p:cNvSpPr/>
          <p:nvPr/>
        </p:nvSpPr>
        <p:spPr>
          <a:xfrm>
            <a:off x="365760" y="4480560"/>
            <a:ext cx="84124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i="1">
                <a:solidFill>
                  <a:srgbClr val="52606D"/>
                </a:solidFill>
                <a:effectLst/>
                <a:latin typeface="Calibri" panose="020F0502020204030204" pitchFamily="34" charset="0"/>
              </a:rPr>
              <a:t>Verify which version generated evaluation code actually targets.</a:t>
            </a:r>
          </a:p>
          <a:p>
            <a:pPr algn="l">
              <a:buNone/>
            </a:pPr>
            <a:r>
              <a:rPr lang="en-US" sz="100">
                <a:effectLst/>
              </a:rPr>
              <a:t> </a:t>
            </a:r>
            <a:endParaRPr lang="en-US"/>
          </a:p>
        </p:txBody>
      </p:sp>
      <p:sp>
        <p:nvSpPr>
          <p:cNvPr id="787" name="Rectangle 786">
            <a:extLst>
              <a:ext uri="{FF2B5EF4-FFF2-40B4-BE49-F238E27FC236}">
                <a16:creationId xmlns:a16="http://schemas.microsoft.com/office/drawing/2014/main" id="{446D14E9-DB9D-566D-B4D6-04A652E5558F}"/>
              </a:ext>
            </a:extLst>
          </p:cNvPr>
          <p:cNvSpPr/>
          <p:nvPr/>
        </p:nvSpPr>
        <p:spPr>
          <a:xfrm>
            <a:off x="365760" y="4823460"/>
            <a:ext cx="5669280" cy="228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Foundry Toolkit  ·  Microsoft Agent Framework</a:t>
            </a:r>
          </a:p>
          <a:p>
            <a:pPr algn="l">
              <a:buNone/>
            </a:pPr>
            <a:r>
              <a:rPr lang="en-US" sz="100">
                <a:effectLst/>
              </a:rPr>
              <a:t> </a:t>
            </a:r>
            <a:endParaRPr lang="en-US"/>
          </a:p>
        </p:txBody>
      </p:sp>
      <p:sp>
        <p:nvSpPr>
          <p:cNvPr id="808" name="Rectangle 807">
            <a:extLst>
              <a:ext uri="{FF2B5EF4-FFF2-40B4-BE49-F238E27FC236}">
                <a16:creationId xmlns:a16="http://schemas.microsoft.com/office/drawing/2014/main" id="{078F5CCE-5219-513F-8604-2E9A378C0D27}"/>
              </a:ext>
            </a:extLst>
          </p:cNvPr>
          <p:cNvSpPr/>
          <p:nvPr/>
        </p:nvSpPr>
        <p:spPr>
          <a:xfrm>
            <a:off x="7680960" y="4823460"/>
            <a:ext cx="1280160" cy="228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52606D"/>
                </a:solidFill>
                <a:effectLst/>
                <a:latin typeface="Calibri" panose="020F0502020204030204" pitchFamily="34" charset="0"/>
              </a:rPr>
              <a:t>4 / 7</a:t>
            </a:r>
          </a:p>
          <a:p>
            <a:pPr algn="r">
              <a:buNone/>
            </a:pPr>
            <a:r>
              <a:rPr lang="en-US" sz="100">
                <a:effectLst/>
              </a:rPr>
              <a:t> </a:t>
            </a:r>
            <a:endParaRPr lang="en-US"/>
          </a:p>
        </p:txBody>
      </p:sp>
      <p:pic>
        <p:nvPicPr>
          <p:cNvPr id="809" name="Picture 808" descr="working/ic6/i8.png">
            <a:extLst>
              <a:ext uri="{FF2B5EF4-FFF2-40B4-BE49-F238E27FC236}">
                <a16:creationId xmlns:a16="http://schemas.microsoft.com/office/drawing/2014/main" id="{B56E8CB9-8A6F-BBF8-28A4-48EEA1999F61}"/>
              </a:ext>
            </a:extLst>
          </p:cNvPr>
          <p:cNvPicPr>
            <a:picLocks noChangeAspect="1"/>
          </p:cNvPicPr>
          <p:nvPr/>
        </p:nvPicPr>
        <p:blipFill>
          <a:blip r:embed="rId3"/>
          <a:stretch>
            <a:fillRect/>
          </a:stretch>
        </p:blipFill>
        <p:spPr>
          <a:xfrm>
            <a:off x="685800" y="2057400"/>
            <a:ext cx="320040" cy="320040"/>
          </a:xfrm>
          <a:prstGeom prst="rect">
            <a:avLst/>
          </a:prstGeom>
        </p:spPr>
      </p:pic>
      <p:pic>
        <p:nvPicPr>
          <p:cNvPr id="810" name="Picture 809" descr="working/ic6/i11.png">
            <a:extLst>
              <a:ext uri="{FF2B5EF4-FFF2-40B4-BE49-F238E27FC236}">
                <a16:creationId xmlns:a16="http://schemas.microsoft.com/office/drawing/2014/main" id="{C36BE951-C065-C822-948D-E6ACB5165F0D}"/>
              </a:ext>
            </a:extLst>
          </p:cNvPr>
          <p:cNvPicPr>
            <a:picLocks noChangeAspect="1"/>
          </p:cNvPicPr>
          <p:nvPr/>
        </p:nvPicPr>
        <p:blipFill>
          <a:blip r:embed="rId4"/>
          <a:stretch>
            <a:fillRect/>
          </a:stretch>
        </p:blipFill>
        <p:spPr>
          <a:xfrm>
            <a:off x="4937760" y="2057400"/>
            <a:ext cx="320040" cy="320040"/>
          </a:xfrm>
          <a:prstGeom prst="rect">
            <a:avLst/>
          </a:prstGeom>
        </p:spPr>
      </p:pic>
      <p:sp>
        <p:nvSpPr>
          <p:cNvPr id="1533" name="Rectangle 1532">
            <a:extLst>
              <a:ext uri="{FF2B5EF4-FFF2-40B4-BE49-F238E27FC236}">
                <a16:creationId xmlns:a16="http://schemas.microsoft.com/office/drawing/2014/main" id="{832C2526-99EA-24AE-BC68-E6FE2210B4CA}"/>
              </a:ext>
            </a:extLst>
          </p:cNvPr>
          <p:cNvSpPr/>
          <p:nvPr/>
        </p:nvSpPr>
        <p:spPr>
          <a:xfrm>
            <a:off x="4846320" y="2834640"/>
            <a:ext cx="3749040"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Save creates an immutable version; unsaved edits remain a draft</a:t>
            </a:r>
          </a:p>
          <a:p>
            <a:pPr algn="l">
              <a:buNone/>
            </a:pPr>
            <a:r>
              <a:rPr lang="en-US" sz="100">
                <a:effectLst/>
              </a:rPr>
              <a:t> </a:t>
            </a:r>
            <a:endParaRPr lang="en-US"/>
          </a:p>
        </p:txBody>
      </p:sp>
      <p:sp>
        <p:nvSpPr>
          <p:cNvPr id="1535" name="Rectangle 1534">
            <a:extLst>
              <a:ext uri="{FF2B5EF4-FFF2-40B4-BE49-F238E27FC236}">
                <a16:creationId xmlns:a16="http://schemas.microsoft.com/office/drawing/2014/main" id="{70E7D1FA-4399-D1C9-B4B9-561310AEED2F}"/>
              </a:ext>
            </a:extLst>
          </p:cNvPr>
          <p:cNvSpPr/>
          <p:nvPr/>
        </p:nvSpPr>
        <p:spPr>
          <a:xfrm>
            <a:off x="4846320" y="3337560"/>
            <a:ext cx="374904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Tools and evaluation follow Foundry-agent capabilities</a:t>
            </a:r>
          </a:p>
          <a:p>
            <a:pPr algn="l">
              <a:buNone/>
            </a:pPr>
            <a:r>
              <a:rPr lang="en-US" sz="100">
                <a:effectLst/>
              </a:rPr>
              <a:t> </a:t>
            </a:r>
            <a:endParaRPr lang="en-US"/>
          </a:p>
        </p:txBody>
      </p:sp>
      <p:sp>
        <p:nvSpPr>
          <p:cNvPr id="1538" name="Rectangle 1537">
            <a:extLst>
              <a:ext uri="{FF2B5EF4-FFF2-40B4-BE49-F238E27FC236}">
                <a16:creationId xmlns:a16="http://schemas.microsoft.com/office/drawing/2014/main" id="{7C0421D4-1650-57FD-806C-0408D8607AE6}"/>
              </a:ext>
            </a:extLst>
          </p:cNvPr>
          <p:cNvSpPr/>
          <p:nvPr/>
        </p:nvSpPr>
        <p:spPr>
          <a:xfrm>
            <a:off x="4846320" y="3840480"/>
            <a:ext cx="3749040"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Save before version-linked conversations, tracing, or client code</a:t>
            </a:r>
          </a:p>
          <a:p>
            <a:pPr algn="l">
              <a:buNone/>
            </a:pPr>
            <a:r>
              <a:rPr lang="en-US" sz="100">
                <a:effectLst/>
              </a:rPr>
              <a:t> </a:t>
            </a:r>
            <a:endParaRPr lang="en-US"/>
          </a:p>
        </p:txBody>
      </p:sp>
    </p:spTree>
    <p:extLst>
      <p:ext uri="{BB962C8B-B14F-4D97-AF65-F5344CB8AC3E}">
        <p14:creationId xmlns:p14="http://schemas.microsoft.com/office/powerpoint/2010/main" val="271078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1" name="Rectangle 810">
            <a:extLst>
              <a:ext uri="{FF2B5EF4-FFF2-40B4-BE49-F238E27FC236}">
                <a16:creationId xmlns:a16="http://schemas.microsoft.com/office/drawing/2014/main" id="{8D47C43F-13E0-E02D-58F0-443B2A4E1646}"/>
              </a:ext>
            </a:extLst>
          </p:cNvPr>
          <p:cNvSpPr/>
          <p:nvPr/>
        </p:nvSpPr>
        <p:spPr>
          <a:xfrm>
            <a:off x="365760" y="292608"/>
            <a:ext cx="84124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400">
                <a:solidFill>
                  <a:srgbClr val="3E5C99"/>
                </a:solidFill>
                <a:effectLst/>
                <a:latin typeface="Calibri" panose="020F0502020204030204" pitchFamily="34" charset="0"/>
              </a:rPr>
              <a:t>LIVE DEMO  ·  ~6 MIN</a:t>
            </a:r>
          </a:p>
          <a:p>
            <a:pPr algn="l">
              <a:buNone/>
            </a:pPr>
            <a:r>
              <a:rPr lang="en-US" sz="100">
                <a:effectLst/>
              </a:rPr>
              <a:t> </a:t>
            </a:r>
            <a:endParaRPr lang="en-US"/>
          </a:p>
        </p:txBody>
      </p:sp>
      <p:sp>
        <p:nvSpPr>
          <p:cNvPr id="813" name="Rectangle 812">
            <a:extLst>
              <a:ext uri="{FF2B5EF4-FFF2-40B4-BE49-F238E27FC236}">
                <a16:creationId xmlns:a16="http://schemas.microsoft.com/office/drawing/2014/main" id="{E8FB39FE-1FE6-F52B-A208-C2C46330583B}"/>
              </a:ext>
            </a:extLst>
          </p:cNvPr>
          <p:cNvSpPr/>
          <p:nvPr/>
        </p:nvSpPr>
        <p:spPr>
          <a:xfrm>
            <a:off x="365760" y="566928"/>
            <a:ext cx="841248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1F2933"/>
                </a:solidFill>
                <a:effectLst/>
                <a:latin typeface="Calibri" panose="020F0502020204030204" pitchFamily="34" charset="0"/>
              </a:rPr>
              <a:t>Inspect the reference workflow locally</a:t>
            </a:r>
          </a:p>
          <a:p>
            <a:pPr algn="l">
              <a:buNone/>
            </a:pPr>
            <a:r>
              <a:rPr lang="en-US" sz="100">
                <a:effectLst/>
              </a:rPr>
              <a:t> </a:t>
            </a:r>
            <a:endParaRPr lang="en-US"/>
          </a:p>
        </p:txBody>
      </p:sp>
      <p:sp>
        <p:nvSpPr>
          <p:cNvPr id="816" name="Rectangle 815">
            <a:extLst>
              <a:ext uri="{FF2B5EF4-FFF2-40B4-BE49-F238E27FC236}">
                <a16:creationId xmlns:a16="http://schemas.microsoft.com/office/drawing/2014/main" id="{6B59DF7B-7630-5312-8C64-384B5E92F4EB}"/>
              </a:ext>
            </a:extLst>
          </p:cNvPr>
          <p:cNvSpPr/>
          <p:nvPr/>
        </p:nvSpPr>
        <p:spPr>
          <a:xfrm>
            <a:off x="457200" y="1225296"/>
            <a:ext cx="731520" cy="25400"/>
          </a:xfrm>
          <a:prstGeom prst="rect">
            <a:avLst/>
          </a:prstGeom>
          <a:solidFill>
            <a:srgbClr val="3E5C9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 name="Rectangle 819">
            <a:extLst>
              <a:ext uri="{FF2B5EF4-FFF2-40B4-BE49-F238E27FC236}">
                <a16:creationId xmlns:a16="http://schemas.microsoft.com/office/drawing/2014/main" id="{E3BEC493-2D85-E1C9-57D5-9FED4A2CA77C}"/>
              </a:ext>
            </a:extLst>
          </p:cNvPr>
          <p:cNvSpPr/>
          <p:nvPr/>
        </p:nvSpPr>
        <p:spPr>
          <a:xfrm>
            <a:off x="365760" y="1417320"/>
            <a:ext cx="84124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52606D"/>
                </a:solidFill>
                <a:effectLst/>
                <a:latin typeface="Calibri" panose="020F0502020204030204" pitchFamily="34" charset="0"/>
              </a:rPr>
              <a:t>Open the preview Agent Inspector against the prepared agent on localhost.</a:t>
            </a:r>
          </a:p>
          <a:p>
            <a:pPr algn="l">
              <a:buNone/>
            </a:pPr>
            <a:r>
              <a:rPr lang="en-US" sz="100">
                <a:effectLst/>
              </a:rPr>
              <a:t> </a:t>
            </a:r>
            <a:endParaRPr lang="en-US"/>
          </a:p>
        </p:txBody>
      </p:sp>
      <p:sp>
        <p:nvSpPr>
          <p:cNvPr id="825" name="Rectangle 824">
            <a:extLst>
              <a:ext uri="{FF2B5EF4-FFF2-40B4-BE49-F238E27FC236}">
                <a16:creationId xmlns:a16="http://schemas.microsoft.com/office/drawing/2014/main" id="{C158B374-8219-0D08-55D9-3031832D7C13}"/>
              </a:ext>
            </a:extLst>
          </p:cNvPr>
          <p:cNvSpPr/>
          <p:nvPr/>
        </p:nvSpPr>
        <p:spPr>
          <a:xfrm>
            <a:off x="457200" y="1965960"/>
            <a:ext cx="4663440" cy="2423160"/>
          </a:xfrm>
          <a:prstGeom prst="rect">
            <a:avLst/>
          </a:prstGeom>
          <a:solidFill>
            <a:srgbClr val="FFFFFF"/>
          </a:solidFill>
          <a:ln w="9525">
            <a:solidFill>
              <a:srgbClr val="DFE4EE"/>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1" name="Rectangle 830">
            <a:extLst>
              <a:ext uri="{FF2B5EF4-FFF2-40B4-BE49-F238E27FC236}">
                <a16:creationId xmlns:a16="http://schemas.microsoft.com/office/drawing/2014/main" id="{9A9EB9F8-E3DE-2DC0-5EA1-C0534AF5F639}"/>
              </a:ext>
            </a:extLst>
          </p:cNvPr>
          <p:cNvSpPr/>
          <p:nvPr/>
        </p:nvSpPr>
        <p:spPr>
          <a:xfrm>
            <a:off x="548640" y="2423160"/>
            <a:ext cx="448056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200">
                <a:solidFill>
                  <a:srgbClr val="3E5C99"/>
                </a:solidFill>
                <a:effectLst/>
                <a:latin typeface="Calibri" panose="020F0502020204030204" pitchFamily="34" charset="0"/>
              </a:rPr>
              <a:t>THE SCENARIO</a:t>
            </a:r>
          </a:p>
          <a:p>
            <a:pPr algn="l">
              <a:buNone/>
            </a:pPr>
            <a:r>
              <a:rPr lang="en-US" sz="100">
                <a:effectLst/>
              </a:rPr>
              <a:t> </a:t>
            </a:r>
            <a:endParaRPr lang="en-US"/>
          </a:p>
        </p:txBody>
      </p:sp>
      <p:sp>
        <p:nvSpPr>
          <p:cNvPr id="838" name="Rectangle 837">
            <a:extLst>
              <a:ext uri="{FF2B5EF4-FFF2-40B4-BE49-F238E27FC236}">
                <a16:creationId xmlns:a16="http://schemas.microsoft.com/office/drawing/2014/main" id="{CB6227B7-0FEE-0FFD-F882-1D1DD67A3EFD}"/>
              </a:ext>
            </a:extLst>
          </p:cNvPr>
          <p:cNvSpPr/>
          <p:nvPr/>
        </p:nvSpPr>
        <p:spPr>
          <a:xfrm>
            <a:off x="640080" y="2743200"/>
            <a:ext cx="4297680" cy="9525"/>
          </a:xfrm>
          <a:prstGeom prst="rect">
            <a:avLst/>
          </a:prstGeom>
          <a:solidFill>
            <a:srgbClr val="DFE4E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6" name="Rectangle 845">
            <a:extLst>
              <a:ext uri="{FF2B5EF4-FFF2-40B4-BE49-F238E27FC236}">
                <a16:creationId xmlns:a16="http://schemas.microsoft.com/office/drawing/2014/main" id="{9F65B965-9158-D20A-9A80-70C3AC80EE81}"/>
              </a:ext>
            </a:extLst>
          </p:cNvPr>
          <p:cNvSpPr/>
          <p:nvPr/>
        </p:nvSpPr>
        <p:spPr>
          <a:xfrm>
            <a:off x="548640" y="2834640"/>
            <a:ext cx="4572000"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Send the same synthetic scenario through the prepared agent.</a:t>
            </a:r>
          </a:p>
          <a:p>
            <a:pPr algn="l">
              <a:buNone/>
            </a:pPr>
            <a:r>
              <a:rPr lang="en-US" sz="100">
                <a:effectLst/>
              </a:rPr>
              <a:t> </a:t>
            </a:r>
            <a:endParaRPr lang="en-US"/>
          </a:p>
        </p:txBody>
      </p:sp>
      <p:sp>
        <p:nvSpPr>
          <p:cNvPr id="855" name="Rectangle 854">
            <a:extLst>
              <a:ext uri="{FF2B5EF4-FFF2-40B4-BE49-F238E27FC236}">
                <a16:creationId xmlns:a16="http://schemas.microsoft.com/office/drawing/2014/main" id="{4E13ABD8-21BC-9E0C-5840-CF8191488AAC}"/>
              </a:ext>
            </a:extLst>
          </p:cNvPr>
          <p:cNvSpPr/>
          <p:nvPr/>
        </p:nvSpPr>
        <p:spPr>
          <a:xfrm>
            <a:off x="548640" y="3337560"/>
            <a:ext cx="457200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Inspect streaming response and tool activity.</a:t>
            </a:r>
          </a:p>
          <a:p>
            <a:pPr algn="l">
              <a:buNone/>
            </a:pPr>
            <a:r>
              <a:rPr lang="en-US" sz="100">
                <a:effectLst/>
              </a:rPr>
              <a:t> </a:t>
            </a:r>
            <a:endParaRPr lang="en-US"/>
          </a:p>
        </p:txBody>
      </p:sp>
      <p:sp>
        <p:nvSpPr>
          <p:cNvPr id="865" name="Rectangle 864">
            <a:extLst>
              <a:ext uri="{FF2B5EF4-FFF2-40B4-BE49-F238E27FC236}">
                <a16:creationId xmlns:a16="http://schemas.microsoft.com/office/drawing/2014/main" id="{9319487F-C6E8-ABFD-CDBE-6017CF30F93E}"/>
              </a:ext>
            </a:extLst>
          </p:cNvPr>
          <p:cNvSpPr/>
          <p:nvPr/>
        </p:nvSpPr>
        <p:spPr>
          <a:xfrm>
            <a:off x="548640" y="3840480"/>
            <a:ext cx="4572000"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Show workflow visualization only where rehearsed support exists.</a:t>
            </a:r>
          </a:p>
          <a:p>
            <a:pPr algn="l">
              <a:buNone/>
            </a:pPr>
            <a:r>
              <a:rPr lang="en-US" sz="100">
                <a:effectLst/>
              </a:rPr>
              <a:t> </a:t>
            </a:r>
            <a:endParaRPr lang="en-US"/>
          </a:p>
        </p:txBody>
      </p:sp>
      <p:sp>
        <p:nvSpPr>
          <p:cNvPr id="876" name="Rectangle 875">
            <a:extLst>
              <a:ext uri="{FF2B5EF4-FFF2-40B4-BE49-F238E27FC236}">
                <a16:creationId xmlns:a16="http://schemas.microsoft.com/office/drawing/2014/main" id="{29B0F762-B9DD-9B5F-8630-F3FD2B5A714C}"/>
              </a:ext>
            </a:extLst>
          </p:cNvPr>
          <p:cNvSpPr/>
          <p:nvPr/>
        </p:nvSpPr>
        <p:spPr>
          <a:xfrm>
            <a:off x="5303520" y="1965960"/>
            <a:ext cx="3383280" cy="2423160"/>
          </a:xfrm>
          <a:prstGeom prst="rect">
            <a:avLst/>
          </a:prstGeom>
          <a:solidFill>
            <a:srgbClr val="F5F7FB"/>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8" name="Rectangle 887">
            <a:extLst>
              <a:ext uri="{FF2B5EF4-FFF2-40B4-BE49-F238E27FC236}">
                <a16:creationId xmlns:a16="http://schemas.microsoft.com/office/drawing/2014/main" id="{F9EE569F-A7EF-0FE8-6D12-F3FD73AD0101}"/>
              </a:ext>
            </a:extLst>
          </p:cNvPr>
          <p:cNvSpPr/>
          <p:nvPr/>
        </p:nvSpPr>
        <p:spPr>
          <a:xfrm>
            <a:off x="5394960" y="2057400"/>
            <a:ext cx="338328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200">
                <a:solidFill>
                  <a:srgbClr val="3E5C99"/>
                </a:solidFill>
                <a:effectLst/>
                <a:latin typeface="Calibri" panose="020F0502020204030204" pitchFamily="34" charset="0"/>
              </a:rPr>
              <a:t>WATCH FOR</a:t>
            </a:r>
          </a:p>
          <a:p>
            <a:pPr algn="l">
              <a:buNone/>
            </a:pPr>
            <a:r>
              <a:rPr lang="en-US" sz="100">
                <a:effectLst/>
              </a:rPr>
              <a:t> </a:t>
            </a:r>
            <a:endParaRPr lang="en-US"/>
          </a:p>
        </p:txBody>
      </p:sp>
      <p:sp>
        <p:nvSpPr>
          <p:cNvPr id="901" name="Oval 900">
            <a:extLst>
              <a:ext uri="{FF2B5EF4-FFF2-40B4-BE49-F238E27FC236}">
                <a16:creationId xmlns:a16="http://schemas.microsoft.com/office/drawing/2014/main" id="{CBE4659E-DB55-0E83-D86B-0AA23492D284}"/>
              </a:ext>
            </a:extLst>
          </p:cNvPr>
          <p:cNvSpPr/>
          <p:nvPr/>
        </p:nvSpPr>
        <p:spPr>
          <a:xfrm>
            <a:off x="5486400" y="2560320"/>
            <a:ext cx="365760" cy="365760"/>
          </a:xfrm>
          <a:prstGeom prst="ellipse">
            <a:avLst/>
          </a:prstGeom>
          <a:solidFill>
            <a:srgbClr val="3E5C9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FFFFFF"/>
                </a:solidFill>
                <a:effectLst/>
                <a:latin typeface="Calibri" panose="020F0502020204030204" pitchFamily="34" charset="0"/>
              </a:rPr>
              <a:t>1</a:t>
            </a:r>
          </a:p>
          <a:p>
            <a:pPr algn="ctr">
              <a:buNone/>
            </a:pPr>
            <a:r>
              <a:rPr lang="en-US" sz="100">
                <a:effectLst/>
              </a:rPr>
              <a:t> </a:t>
            </a:r>
            <a:endParaRPr lang="en-US"/>
          </a:p>
        </p:txBody>
      </p:sp>
      <p:sp>
        <p:nvSpPr>
          <p:cNvPr id="915" name="Rectangle 914">
            <a:extLst>
              <a:ext uri="{FF2B5EF4-FFF2-40B4-BE49-F238E27FC236}">
                <a16:creationId xmlns:a16="http://schemas.microsoft.com/office/drawing/2014/main" id="{C32E4959-E84E-88B0-B676-CFB1A10AF487}"/>
              </a:ext>
            </a:extLst>
          </p:cNvPr>
          <p:cNvSpPr/>
          <p:nvPr/>
        </p:nvSpPr>
        <p:spPr>
          <a:xfrm>
            <a:off x="5852160" y="2514600"/>
            <a:ext cx="27432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Local storage ≠ local inference</a:t>
            </a:r>
          </a:p>
          <a:p>
            <a:pPr algn="l">
              <a:buNone/>
            </a:pPr>
            <a:r>
              <a:rPr lang="en-US" sz="100">
                <a:effectLst/>
              </a:rPr>
              <a:t> </a:t>
            </a:r>
            <a:endParaRPr lang="en-US"/>
          </a:p>
        </p:txBody>
      </p:sp>
      <p:sp>
        <p:nvSpPr>
          <p:cNvPr id="930" name="Oval 929">
            <a:extLst>
              <a:ext uri="{FF2B5EF4-FFF2-40B4-BE49-F238E27FC236}">
                <a16:creationId xmlns:a16="http://schemas.microsoft.com/office/drawing/2014/main" id="{79379F77-67AE-2FD6-D07F-A41E7483F762}"/>
              </a:ext>
            </a:extLst>
          </p:cNvPr>
          <p:cNvSpPr/>
          <p:nvPr/>
        </p:nvSpPr>
        <p:spPr>
          <a:xfrm>
            <a:off x="5486400" y="3154680"/>
            <a:ext cx="365760" cy="365760"/>
          </a:xfrm>
          <a:prstGeom prst="ellipse">
            <a:avLst/>
          </a:prstGeom>
          <a:solidFill>
            <a:srgbClr val="3E5C9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FFFFFF"/>
                </a:solidFill>
                <a:effectLst/>
                <a:latin typeface="Calibri" panose="020F0502020204030204" pitchFamily="34" charset="0"/>
              </a:rPr>
              <a:t>2</a:t>
            </a:r>
          </a:p>
          <a:p>
            <a:pPr algn="ctr">
              <a:buNone/>
            </a:pPr>
            <a:r>
              <a:rPr lang="en-US" sz="100">
                <a:effectLst/>
              </a:rPr>
              <a:t> </a:t>
            </a:r>
            <a:endParaRPr lang="en-US"/>
          </a:p>
        </p:txBody>
      </p:sp>
      <p:sp>
        <p:nvSpPr>
          <p:cNvPr id="946" name="Rectangle 945">
            <a:extLst>
              <a:ext uri="{FF2B5EF4-FFF2-40B4-BE49-F238E27FC236}">
                <a16:creationId xmlns:a16="http://schemas.microsoft.com/office/drawing/2014/main" id="{9519524F-BA71-0C0E-5C63-0A1F037ABF07}"/>
              </a:ext>
            </a:extLst>
          </p:cNvPr>
          <p:cNvSpPr/>
          <p:nvPr/>
        </p:nvSpPr>
        <p:spPr>
          <a:xfrm>
            <a:off x="5852160" y="3108960"/>
            <a:ext cx="27432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Verify the selected target</a:t>
            </a:r>
          </a:p>
          <a:p>
            <a:pPr algn="l">
              <a:buNone/>
            </a:pPr>
            <a:r>
              <a:rPr lang="en-US" sz="100">
                <a:effectLst/>
              </a:rPr>
              <a:t> </a:t>
            </a:r>
            <a:endParaRPr lang="en-US"/>
          </a:p>
        </p:txBody>
      </p:sp>
      <p:sp>
        <p:nvSpPr>
          <p:cNvPr id="963" name="Oval 962">
            <a:extLst>
              <a:ext uri="{FF2B5EF4-FFF2-40B4-BE49-F238E27FC236}">
                <a16:creationId xmlns:a16="http://schemas.microsoft.com/office/drawing/2014/main" id="{4ECA8D77-9B2E-F2B1-E413-EB49D01A77F3}"/>
              </a:ext>
            </a:extLst>
          </p:cNvPr>
          <p:cNvSpPr/>
          <p:nvPr/>
        </p:nvSpPr>
        <p:spPr>
          <a:xfrm>
            <a:off x="5486400" y="3749040"/>
            <a:ext cx="365760" cy="365760"/>
          </a:xfrm>
          <a:prstGeom prst="ellipse">
            <a:avLst/>
          </a:prstGeom>
          <a:solidFill>
            <a:srgbClr val="3E5C9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FFFFFF"/>
                </a:solidFill>
                <a:effectLst/>
                <a:latin typeface="Calibri" panose="020F0502020204030204" pitchFamily="34" charset="0"/>
              </a:rPr>
              <a:t>3</a:t>
            </a:r>
          </a:p>
          <a:p>
            <a:pPr algn="ctr">
              <a:buNone/>
            </a:pPr>
            <a:r>
              <a:rPr lang="en-US" sz="100">
                <a:effectLst/>
              </a:rPr>
              <a:t> </a:t>
            </a:r>
            <a:endParaRPr lang="en-US"/>
          </a:p>
        </p:txBody>
      </p:sp>
      <p:sp>
        <p:nvSpPr>
          <p:cNvPr id="981" name="Rectangle 980">
            <a:extLst>
              <a:ext uri="{FF2B5EF4-FFF2-40B4-BE49-F238E27FC236}">
                <a16:creationId xmlns:a16="http://schemas.microsoft.com/office/drawing/2014/main" id="{F6862EEB-830C-7E48-AF27-55965EF13A8C}"/>
              </a:ext>
            </a:extLst>
          </p:cNvPr>
          <p:cNvSpPr/>
          <p:nvPr/>
        </p:nvSpPr>
        <p:spPr>
          <a:xfrm>
            <a:off x="5852160" y="3703320"/>
            <a:ext cx="27432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Preview boundaries stay visible</a:t>
            </a:r>
          </a:p>
          <a:p>
            <a:pPr algn="l">
              <a:buNone/>
            </a:pPr>
            <a:r>
              <a:rPr lang="en-US" sz="100">
                <a:effectLst/>
              </a:rPr>
              <a:t> </a:t>
            </a:r>
            <a:endParaRPr lang="en-US"/>
          </a:p>
        </p:txBody>
      </p:sp>
      <p:sp>
        <p:nvSpPr>
          <p:cNvPr id="1000" name="Rectangle 999">
            <a:extLst>
              <a:ext uri="{FF2B5EF4-FFF2-40B4-BE49-F238E27FC236}">
                <a16:creationId xmlns:a16="http://schemas.microsoft.com/office/drawing/2014/main" id="{EF6B9AF3-38A4-EBBC-4890-0F026DE53ADF}"/>
              </a:ext>
            </a:extLst>
          </p:cNvPr>
          <p:cNvSpPr/>
          <p:nvPr/>
        </p:nvSpPr>
        <p:spPr>
          <a:xfrm>
            <a:off x="365760" y="4480560"/>
            <a:ext cx="84124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i="1">
                <a:solidFill>
                  <a:srgbClr val="52606D"/>
                </a:solidFill>
                <a:effectLst/>
                <a:latin typeface="Calibri" panose="020F0502020204030204" pitchFamily="34" charset="0"/>
              </a:rPr>
              <a:t>RUNBOOK  demos/day5/module-6-demo-1-inspect-locally.md</a:t>
            </a:r>
          </a:p>
          <a:p>
            <a:pPr algn="l">
              <a:buNone/>
            </a:pPr>
            <a:r>
              <a:rPr lang="en-US" sz="100">
                <a:effectLst/>
              </a:rPr>
              <a:t> </a:t>
            </a:r>
            <a:endParaRPr lang="en-US"/>
          </a:p>
        </p:txBody>
      </p:sp>
      <p:sp>
        <p:nvSpPr>
          <p:cNvPr id="1020" name="Rectangle 1019">
            <a:extLst>
              <a:ext uri="{FF2B5EF4-FFF2-40B4-BE49-F238E27FC236}">
                <a16:creationId xmlns:a16="http://schemas.microsoft.com/office/drawing/2014/main" id="{84C36055-D05A-D3B5-9DE8-ABFBE451C4AC}"/>
              </a:ext>
            </a:extLst>
          </p:cNvPr>
          <p:cNvSpPr/>
          <p:nvPr/>
        </p:nvSpPr>
        <p:spPr>
          <a:xfrm>
            <a:off x="365760" y="4823460"/>
            <a:ext cx="5669280" cy="228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Foundry Toolkit  ·  Microsoft Agent Framework</a:t>
            </a:r>
          </a:p>
          <a:p>
            <a:pPr algn="l">
              <a:buNone/>
            </a:pPr>
            <a:r>
              <a:rPr lang="en-US" sz="100">
                <a:effectLst/>
              </a:rPr>
              <a:t> </a:t>
            </a:r>
            <a:endParaRPr lang="en-US"/>
          </a:p>
        </p:txBody>
      </p:sp>
      <p:sp>
        <p:nvSpPr>
          <p:cNvPr id="1041" name="Rectangle 1040">
            <a:extLst>
              <a:ext uri="{FF2B5EF4-FFF2-40B4-BE49-F238E27FC236}">
                <a16:creationId xmlns:a16="http://schemas.microsoft.com/office/drawing/2014/main" id="{1624F041-764D-12F6-D201-F91A35649CCA}"/>
              </a:ext>
            </a:extLst>
          </p:cNvPr>
          <p:cNvSpPr/>
          <p:nvPr/>
        </p:nvSpPr>
        <p:spPr>
          <a:xfrm>
            <a:off x="7680960" y="4823460"/>
            <a:ext cx="1280160" cy="228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52606D"/>
                </a:solidFill>
                <a:effectLst/>
                <a:latin typeface="Calibri" panose="020F0502020204030204" pitchFamily="34" charset="0"/>
              </a:rPr>
              <a:t>5 / 7</a:t>
            </a:r>
          </a:p>
          <a:p>
            <a:pPr algn="r">
              <a:buNone/>
            </a:pPr>
            <a:r>
              <a:rPr lang="en-US" sz="100">
                <a:effectLst/>
              </a:rPr>
              <a:t> </a:t>
            </a:r>
            <a:endParaRPr lang="en-US"/>
          </a:p>
        </p:txBody>
      </p:sp>
      <p:pic>
        <p:nvPicPr>
          <p:cNvPr id="1042" name="Picture 1041" descr="working/ic6/i17.png">
            <a:extLst>
              <a:ext uri="{FF2B5EF4-FFF2-40B4-BE49-F238E27FC236}">
                <a16:creationId xmlns:a16="http://schemas.microsoft.com/office/drawing/2014/main" id="{2F7964C6-0196-82AC-85A4-E9132FE0A3A1}"/>
              </a:ext>
            </a:extLst>
          </p:cNvPr>
          <p:cNvPicPr>
            <a:picLocks noChangeAspect="1"/>
          </p:cNvPicPr>
          <p:nvPr/>
        </p:nvPicPr>
        <p:blipFill>
          <a:blip r:embed="rId3"/>
          <a:stretch>
            <a:fillRect/>
          </a:stretch>
        </p:blipFill>
        <p:spPr>
          <a:xfrm>
            <a:off x="640080" y="2057400"/>
            <a:ext cx="320040" cy="320040"/>
          </a:xfrm>
          <a:prstGeom prst="rect">
            <a:avLst/>
          </a:prstGeom>
        </p:spPr>
      </p:pic>
    </p:spTree>
    <p:extLst>
      <p:ext uri="{BB962C8B-B14F-4D97-AF65-F5344CB8AC3E}">
        <p14:creationId xmlns:p14="http://schemas.microsoft.com/office/powerpoint/2010/main" val="37148183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3" name="Rectangle 1042">
            <a:extLst>
              <a:ext uri="{FF2B5EF4-FFF2-40B4-BE49-F238E27FC236}">
                <a16:creationId xmlns:a16="http://schemas.microsoft.com/office/drawing/2014/main" id="{33011488-6671-EBF3-DAB1-2933FC9C78B3}"/>
              </a:ext>
            </a:extLst>
          </p:cNvPr>
          <p:cNvSpPr/>
          <p:nvPr/>
        </p:nvSpPr>
        <p:spPr>
          <a:xfrm>
            <a:off x="365760" y="292608"/>
            <a:ext cx="84124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400">
                <a:solidFill>
                  <a:srgbClr val="3E5C99"/>
                </a:solidFill>
                <a:effectLst/>
                <a:latin typeface="Calibri" panose="020F0502020204030204" pitchFamily="34" charset="0"/>
              </a:rPr>
              <a:t>LIVE DEMO  ·  ~6 MIN</a:t>
            </a:r>
          </a:p>
          <a:p>
            <a:pPr algn="l">
              <a:buNone/>
            </a:pPr>
            <a:r>
              <a:rPr lang="en-US" sz="100">
                <a:effectLst/>
              </a:rPr>
              <a:t> </a:t>
            </a:r>
            <a:endParaRPr lang="en-US"/>
          </a:p>
        </p:txBody>
      </p:sp>
      <p:sp>
        <p:nvSpPr>
          <p:cNvPr id="1045" name="Rectangle 1044">
            <a:extLst>
              <a:ext uri="{FF2B5EF4-FFF2-40B4-BE49-F238E27FC236}">
                <a16:creationId xmlns:a16="http://schemas.microsoft.com/office/drawing/2014/main" id="{2582F421-4309-B9D9-11C2-DEDDB51776FE}"/>
              </a:ext>
            </a:extLst>
          </p:cNvPr>
          <p:cNvSpPr/>
          <p:nvPr/>
        </p:nvSpPr>
        <p:spPr>
          <a:xfrm>
            <a:off x="365760" y="566928"/>
            <a:ext cx="841248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1F2933"/>
                </a:solidFill>
                <a:effectLst/>
                <a:latin typeface="Calibri" panose="020F0502020204030204" pitchFamily="34" charset="0"/>
              </a:rPr>
              <a:t>Trace local code in Toolkit Tracing</a:t>
            </a:r>
          </a:p>
          <a:p>
            <a:pPr algn="l">
              <a:buNone/>
            </a:pPr>
            <a:r>
              <a:rPr lang="en-US" sz="100">
                <a:effectLst/>
              </a:rPr>
              <a:t> </a:t>
            </a:r>
            <a:endParaRPr lang="en-US"/>
          </a:p>
        </p:txBody>
      </p:sp>
      <p:sp>
        <p:nvSpPr>
          <p:cNvPr id="1048" name="Rectangle 1047">
            <a:extLst>
              <a:ext uri="{FF2B5EF4-FFF2-40B4-BE49-F238E27FC236}">
                <a16:creationId xmlns:a16="http://schemas.microsoft.com/office/drawing/2014/main" id="{2F4066E9-139F-0F6B-6EE6-FB26E06F5C01}"/>
              </a:ext>
            </a:extLst>
          </p:cNvPr>
          <p:cNvSpPr/>
          <p:nvPr/>
        </p:nvSpPr>
        <p:spPr>
          <a:xfrm>
            <a:off x="457200" y="1225296"/>
            <a:ext cx="731520" cy="25400"/>
          </a:xfrm>
          <a:prstGeom prst="rect">
            <a:avLst/>
          </a:prstGeom>
          <a:solidFill>
            <a:srgbClr val="3E5C9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2" name="Rectangle 1051">
            <a:extLst>
              <a:ext uri="{FF2B5EF4-FFF2-40B4-BE49-F238E27FC236}">
                <a16:creationId xmlns:a16="http://schemas.microsoft.com/office/drawing/2014/main" id="{87688009-722F-840D-4FFC-2CD418906D35}"/>
              </a:ext>
            </a:extLst>
          </p:cNvPr>
          <p:cNvSpPr/>
          <p:nvPr/>
        </p:nvSpPr>
        <p:spPr>
          <a:xfrm>
            <a:off x="365760" y="1417320"/>
            <a:ext cx="84124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52606D"/>
                </a:solidFill>
                <a:effectLst/>
                <a:latin typeface="Calibri" panose="020F0502020204030204" pitchFamily="34" charset="0"/>
              </a:rPr>
              <a:t>Start the local OTLP collector in the Toolkit Tracing view.</a:t>
            </a:r>
          </a:p>
          <a:p>
            <a:pPr algn="l">
              <a:buNone/>
            </a:pPr>
            <a:r>
              <a:rPr lang="en-US" sz="100">
                <a:effectLst/>
              </a:rPr>
              <a:t> </a:t>
            </a:r>
            <a:endParaRPr lang="en-US"/>
          </a:p>
        </p:txBody>
      </p:sp>
      <p:sp>
        <p:nvSpPr>
          <p:cNvPr id="1057" name="Rectangle 1056">
            <a:extLst>
              <a:ext uri="{FF2B5EF4-FFF2-40B4-BE49-F238E27FC236}">
                <a16:creationId xmlns:a16="http://schemas.microsoft.com/office/drawing/2014/main" id="{22D5A3DF-3FA5-1E76-7132-5ED4D88E9C72}"/>
              </a:ext>
            </a:extLst>
          </p:cNvPr>
          <p:cNvSpPr/>
          <p:nvPr/>
        </p:nvSpPr>
        <p:spPr>
          <a:xfrm>
            <a:off x="457200" y="1965960"/>
            <a:ext cx="4663440" cy="2423160"/>
          </a:xfrm>
          <a:prstGeom prst="rect">
            <a:avLst/>
          </a:prstGeom>
          <a:solidFill>
            <a:srgbClr val="FFFFFF"/>
          </a:solidFill>
          <a:ln w="9525">
            <a:solidFill>
              <a:srgbClr val="DFE4EE"/>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3" name="Rectangle 1062">
            <a:extLst>
              <a:ext uri="{FF2B5EF4-FFF2-40B4-BE49-F238E27FC236}">
                <a16:creationId xmlns:a16="http://schemas.microsoft.com/office/drawing/2014/main" id="{B1CB88FE-25C9-CACE-750C-4646945466E3}"/>
              </a:ext>
            </a:extLst>
          </p:cNvPr>
          <p:cNvSpPr/>
          <p:nvPr/>
        </p:nvSpPr>
        <p:spPr>
          <a:xfrm>
            <a:off x="548640" y="2423160"/>
            <a:ext cx="448056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200">
                <a:solidFill>
                  <a:srgbClr val="3E5C99"/>
                </a:solidFill>
                <a:effectLst/>
                <a:latin typeface="Calibri" panose="020F0502020204030204" pitchFamily="34" charset="0"/>
              </a:rPr>
              <a:t>THE SCENARIO</a:t>
            </a:r>
          </a:p>
          <a:p>
            <a:pPr algn="l">
              <a:buNone/>
            </a:pPr>
            <a:r>
              <a:rPr lang="en-US" sz="100">
                <a:effectLst/>
              </a:rPr>
              <a:t> </a:t>
            </a:r>
            <a:endParaRPr lang="en-US"/>
          </a:p>
        </p:txBody>
      </p:sp>
      <p:sp>
        <p:nvSpPr>
          <p:cNvPr id="1070" name="Rectangle 1069">
            <a:extLst>
              <a:ext uri="{FF2B5EF4-FFF2-40B4-BE49-F238E27FC236}">
                <a16:creationId xmlns:a16="http://schemas.microsoft.com/office/drawing/2014/main" id="{ABEC111F-6018-5830-8B0D-E7242E38F6BD}"/>
              </a:ext>
            </a:extLst>
          </p:cNvPr>
          <p:cNvSpPr/>
          <p:nvPr/>
        </p:nvSpPr>
        <p:spPr>
          <a:xfrm>
            <a:off x="640080" y="2743200"/>
            <a:ext cx="4297680" cy="9525"/>
          </a:xfrm>
          <a:prstGeom prst="rect">
            <a:avLst/>
          </a:prstGeom>
          <a:solidFill>
            <a:srgbClr val="DFE4E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8" name="Rectangle 1077">
            <a:extLst>
              <a:ext uri="{FF2B5EF4-FFF2-40B4-BE49-F238E27FC236}">
                <a16:creationId xmlns:a16="http://schemas.microsoft.com/office/drawing/2014/main" id="{7C193F33-6297-68C1-FBE5-85B6FC7735CB}"/>
              </a:ext>
            </a:extLst>
          </p:cNvPr>
          <p:cNvSpPr/>
          <p:nvPr/>
        </p:nvSpPr>
        <p:spPr>
          <a:xfrm>
            <a:off x="548640" y="2834640"/>
            <a:ext cx="457200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Run the prepared Agent Framework WeatherAgent sample.</a:t>
            </a:r>
          </a:p>
          <a:p>
            <a:pPr algn="l">
              <a:buNone/>
            </a:pPr>
            <a:r>
              <a:rPr lang="en-US" sz="100">
                <a:effectLst/>
              </a:rPr>
              <a:t> </a:t>
            </a:r>
            <a:endParaRPr lang="en-US"/>
          </a:p>
        </p:txBody>
      </p:sp>
      <p:sp>
        <p:nvSpPr>
          <p:cNvPr id="1087" name="Rectangle 1086">
            <a:extLst>
              <a:ext uri="{FF2B5EF4-FFF2-40B4-BE49-F238E27FC236}">
                <a16:creationId xmlns:a16="http://schemas.microsoft.com/office/drawing/2014/main" id="{1C646140-B004-2357-CA73-35FC9AAC3680}"/>
              </a:ext>
            </a:extLst>
          </p:cNvPr>
          <p:cNvSpPr/>
          <p:nvPr/>
        </p:nvSpPr>
        <p:spPr>
          <a:xfrm>
            <a:off x="548640" y="3337560"/>
            <a:ext cx="457200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Refresh the trace list, then open Weather Agent Chat.</a:t>
            </a:r>
          </a:p>
          <a:p>
            <a:pPr algn="l">
              <a:buNone/>
            </a:pPr>
            <a:r>
              <a:rPr lang="en-US" sz="100">
                <a:effectLst/>
              </a:rPr>
              <a:t> </a:t>
            </a:r>
            <a:endParaRPr lang="en-US"/>
          </a:p>
        </p:txBody>
      </p:sp>
      <p:sp>
        <p:nvSpPr>
          <p:cNvPr id="1097" name="Rectangle 1096">
            <a:extLst>
              <a:ext uri="{FF2B5EF4-FFF2-40B4-BE49-F238E27FC236}">
                <a16:creationId xmlns:a16="http://schemas.microsoft.com/office/drawing/2014/main" id="{46B93A32-2AE2-EB7C-121C-603DBD179F1C}"/>
              </a:ext>
            </a:extLst>
          </p:cNvPr>
          <p:cNvSpPr/>
          <p:nvPr/>
        </p:nvSpPr>
        <p:spPr>
          <a:xfrm>
            <a:off x="548640" y="3840480"/>
            <a:ext cx="457200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Inspect the recorded agent, model, and tool spans.</a:t>
            </a:r>
          </a:p>
          <a:p>
            <a:pPr algn="l">
              <a:buNone/>
            </a:pPr>
            <a:r>
              <a:rPr lang="en-US" sz="100">
                <a:effectLst/>
              </a:rPr>
              <a:t> </a:t>
            </a:r>
            <a:endParaRPr lang="en-US"/>
          </a:p>
        </p:txBody>
      </p:sp>
      <p:sp>
        <p:nvSpPr>
          <p:cNvPr id="1108" name="Rectangle 1107">
            <a:extLst>
              <a:ext uri="{FF2B5EF4-FFF2-40B4-BE49-F238E27FC236}">
                <a16:creationId xmlns:a16="http://schemas.microsoft.com/office/drawing/2014/main" id="{0BA6FE8D-BA09-2D5A-F68A-04EBC0D0ABB7}"/>
              </a:ext>
            </a:extLst>
          </p:cNvPr>
          <p:cNvSpPr/>
          <p:nvPr/>
        </p:nvSpPr>
        <p:spPr>
          <a:xfrm>
            <a:off x="5303520" y="1965960"/>
            <a:ext cx="3383280" cy="2423160"/>
          </a:xfrm>
          <a:prstGeom prst="rect">
            <a:avLst/>
          </a:prstGeom>
          <a:solidFill>
            <a:srgbClr val="F5F7FB"/>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0" name="Rectangle 1119">
            <a:extLst>
              <a:ext uri="{FF2B5EF4-FFF2-40B4-BE49-F238E27FC236}">
                <a16:creationId xmlns:a16="http://schemas.microsoft.com/office/drawing/2014/main" id="{CE65DD39-D270-4156-AED4-4768AA65E14C}"/>
              </a:ext>
            </a:extLst>
          </p:cNvPr>
          <p:cNvSpPr/>
          <p:nvPr/>
        </p:nvSpPr>
        <p:spPr>
          <a:xfrm>
            <a:off x="5394960" y="2057400"/>
            <a:ext cx="338328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200">
                <a:solidFill>
                  <a:srgbClr val="3E5C99"/>
                </a:solidFill>
                <a:effectLst/>
                <a:latin typeface="Calibri" panose="020F0502020204030204" pitchFamily="34" charset="0"/>
              </a:rPr>
              <a:t>WATCH FOR</a:t>
            </a:r>
          </a:p>
          <a:p>
            <a:pPr algn="l">
              <a:buNone/>
            </a:pPr>
            <a:r>
              <a:rPr lang="en-US" sz="100">
                <a:effectLst/>
              </a:rPr>
              <a:t> </a:t>
            </a:r>
            <a:endParaRPr lang="en-US"/>
          </a:p>
        </p:txBody>
      </p:sp>
      <p:sp>
        <p:nvSpPr>
          <p:cNvPr id="1133" name="Oval 1132">
            <a:extLst>
              <a:ext uri="{FF2B5EF4-FFF2-40B4-BE49-F238E27FC236}">
                <a16:creationId xmlns:a16="http://schemas.microsoft.com/office/drawing/2014/main" id="{A2371463-6446-9E2A-DF11-F64B03727877}"/>
              </a:ext>
            </a:extLst>
          </p:cNvPr>
          <p:cNvSpPr/>
          <p:nvPr/>
        </p:nvSpPr>
        <p:spPr>
          <a:xfrm>
            <a:off x="5486400" y="2560320"/>
            <a:ext cx="365760" cy="365760"/>
          </a:xfrm>
          <a:prstGeom prst="ellipse">
            <a:avLst/>
          </a:prstGeom>
          <a:solidFill>
            <a:srgbClr val="3E5C9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FFFFFF"/>
                </a:solidFill>
                <a:effectLst/>
                <a:latin typeface="Calibri" panose="020F0502020204030204" pitchFamily="34" charset="0"/>
              </a:rPr>
              <a:t>1</a:t>
            </a:r>
          </a:p>
          <a:p>
            <a:pPr algn="ctr">
              <a:buNone/>
            </a:pPr>
            <a:r>
              <a:rPr lang="en-US" sz="100">
                <a:effectLst/>
              </a:rPr>
              <a:t> </a:t>
            </a:r>
            <a:endParaRPr lang="en-US"/>
          </a:p>
        </p:txBody>
      </p:sp>
      <p:sp>
        <p:nvSpPr>
          <p:cNvPr id="1147" name="Rectangle 1146">
            <a:extLst>
              <a:ext uri="{FF2B5EF4-FFF2-40B4-BE49-F238E27FC236}">
                <a16:creationId xmlns:a16="http://schemas.microsoft.com/office/drawing/2014/main" id="{86780EBD-03F8-5034-D4A2-4623159FD60F}"/>
              </a:ext>
            </a:extLst>
          </p:cNvPr>
          <p:cNvSpPr/>
          <p:nvPr/>
        </p:nvSpPr>
        <p:spPr>
          <a:xfrm>
            <a:off x="5852160" y="2514600"/>
            <a:ext cx="27432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Collector listens on localhost:4317</a:t>
            </a:r>
          </a:p>
          <a:p>
            <a:pPr algn="l">
              <a:buNone/>
            </a:pPr>
            <a:r>
              <a:rPr lang="en-US" sz="100">
                <a:effectLst/>
              </a:rPr>
              <a:t> </a:t>
            </a:r>
            <a:endParaRPr lang="en-US"/>
          </a:p>
        </p:txBody>
      </p:sp>
      <p:sp>
        <p:nvSpPr>
          <p:cNvPr id="1162" name="Oval 1161">
            <a:extLst>
              <a:ext uri="{FF2B5EF4-FFF2-40B4-BE49-F238E27FC236}">
                <a16:creationId xmlns:a16="http://schemas.microsoft.com/office/drawing/2014/main" id="{4CF36027-484B-872A-0BC3-054F3E7EFC09}"/>
              </a:ext>
            </a:extLst>
          </p:cNvPr>
          <p:cNvSpPr/>
          <p:nvPr/>
        </p:nvSpPr>
        <p:spPr>
          <a:xfrm>
            <a:off x="5486400" y="3154680"/>
            <a:ext cx="365760" cy="365760"/>
          </a:xfrm>
          <a:prstGeom prst="ellipse">
            <a:avLst/>
          </a:prstGeom>
          <a:solidFill>
            <a:srgbClr val="3E5C9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FFFFFF"/>
                </a:solidFill>
                <a:effectLst/>
                <a:latin typeface="Calibri" panose="020F0502020204030204" pitchFamily="34" charset="0"/>
              </a:rPr>
              <a:t>2</a:t>
            </a:r>
          </a:p>
          <a:p>
            <a:pPr algn="ctr">
              <a:buNone/>
            </a:pPr>
            <a:r>
              <a:rPr lang="en-US" sz="100">
                <a:effectLst/>
              </a:rPr>
              <a:t> </a:t>
            </a:r>
            <a:endParaRPr lang="en-US"/>
          </a:p>
        </p:txBody>
      </p:sp>
      <p:sp>
        <p:nvSpPr>
          <p:cNvPr id="1178" name="Rectangle 1177">
            <a:extLst>
              <a:ext uri="{FF2B5EF4-FFF2-40B4-BE49-F238E27FC236}">
                <a16:creationId xmlns:a16="http://schemas.microsoft.com/office/drawing/2014/main" id="{08D64A69-EE7D-3801-274B-44C7F3D3C5FF}"/>
              </a:ext>
            </a:extLst>
          </p:cNvPr>
          <p:cNvSpPr/>
          <p:nvPr/>
        </p:nvSpPr>
        <p:spPr>
          <a:xfrm>
            <a:off x="5852160" y="3108960"/>
            <a:ext cx="27432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Local trace storage ≠ local inference</a:t>
            </a:r>
          </a:p>
          <a:p>
            <a:pPr algn="l">
              <a:buNone/>
            </a:pPr>
            <a:r>
              <a:rPr lang="en-US" sz="100">
                <a:effectLst/>
              </a:rPr>
              <a:t> </a:t>
            </a:r>
            <a:endParaRPr lang="en-US"/>
          </a:p>
        </p:txBody>
      </p:sp>
      <p:sp>
        <p:nvSpPr>
          <p:cNvPr id="1195" name="Oval 1194">
            <a:extLst>
              <a:ext uri="{FF2B5EF4-FFF2-40B4-BE49-F238E27FC236}">
                <a16:creationId xmlns:a16="http://schemas.microsoft.com/office/drawing/2014/main" id="{C9A4E468-DA89-D642-68CE-F027412E6C20}"/>
              </a:ext>
            </a:extLst>
          </p:cNvPr>
          <p:cNvSpPr/>
          <p:nvPr/>
        </p:nvSpPr>
        <p:spPr>
          <a:xfrm>
            <a:off x="5486400" y="3749040"/>
            <a:ext cx="365760" cy="365760"/>
          </a:xfrm>
          <a:prstGeom prst="ellipse">
            <a:avLst/>
          </a:prstGeom>
          <a:solidFill>
            <a:srgbClr val="3E5C9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FFFFFF"/>
                </a:solidFill>
                <a:effectLst/>
                <a:latin typeface="Calibri" panose="020F0502020204030204" pitchFamily="34" charset="0"/>
              </a:rPr>
              <a:t>3</a:t>
            </a:r>
          </a:p>
          <a:p>
            <a:pPr algn="ctr">
              <a:buNone/>
            </a:pPr>
            <a:r>
              <a:rPr lang="en-US" sz="100">
                <a:effectLst/>
              </a:rPr>
              <a:t> </a:t>
            </a:r>
            <a:endParaRPr lang="en-US"/>
          </a:p>
        </p:txBody>
      </p:sp>
      <p:sp>
        <p:nvSpPr>
          <p:cNvPr id="1213" name="Rectangle 1212">
            <a:extLst>
              <a:ext uri="{FF2B5EF4-FFF2-40B4-BE49-F238E27FC236}">
                <a16:creationId xmlns:a16="http://schemas.microsoft.com/office/drawing/2014/main" id="{D7E0D01E-6F98-7429-AF18-BD7DA3FE39C6}"/>
              </a:ext>
            </a:extLst>
          </p:cNvPr>
          <p:cNvSpPr/>
          <p:nvPr/>
        </p:nvSpPr>
        <p:spPr>
          <a:xfrm>
            <a:off x="5852160" y="3703320"/>
            <a:ext cx="27432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Synthetic content capture only</a:t>
            </a:r>
          </a:p>
          <a:p>
            <a:pPr algn="l">
              <a:buNone/>
            </a:pPr>
            <a:r>
              <a:rPr lang="en-US" sz="100">
                <a:effectLst/>
              </a:rPr>
              <a:t> </a:t>
            </a:r>
            <a:endParaRPr lang="en-US"/>
          </a:p>
        </p:txBody>
      </p:sp>
      <p:sp>
        <p:nvSpPr>
          <p:cNvPr id="1232" name="Rectangle 1231">
            <a:extLst>
              <a:ext uri="{FF2B5EF4-FFF2-40B4-BE49-F238E27FC236}">
                <a16:creationId xmlns:a16="http://schemas.microsoft.com/office/drawing/2014/main" id="{1BC2A614-EFCC-7217-6068-4141F696961A}"/>
              </a:ext>
            </a:extLst>
          </p:cNvPr>
          <p:cNvSpPr/>
          <p:nvPr/>
        </p:nvSpPr>
        <p:spPr>
          <a:xfrm>
            <a:off x="365760" y="4480560"/>
            <a:ext cx="84124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i="1">
                <a:solidFill>
                  <a:srgbClr val="52606D"/>
                </a:solidFill>
                <a:effectLst/>
                <a:latin typeface="Calibri" panose="020F0502020204030204" pitchFamily="34" charset="0"/>
              </a:rPr>
              <a:t>RUNBOOK  demos/day5/module-6-demo-2-trace-local-code.md</a:t>
            </a:r>
          </a:p>
          <a:p>
            <a:pPr algn="l">
              <a:buNone/>
            </a:pPr>
            <a:r>
              <a:rPr lang="en-US" sz="100">
                <a:effectLst/>
              </a:rPr>
              <a:t> </a:t>
            </a:r>
            <a:endParaRPr lang="en-US"/>
          </a:p>
        </p:txBody>
      </p:sp>
      <p:sp>
        <p:nvSpPr>
          <p:cNvPr id="1252" name="Rectangle 1251">
            <a:extLst>
              <a:ext uri="{FF2B5EF4-FFF2-40B4-BE49-F238E27FC236}">
                <a16:creationId xmlns:a16="http://schemas.microsoft.com/office/drawing/2014/main" id="{1FDA1EC5-0357-10F2-1DC1-99A35A0CC6CC}"/>
              </a:ext>
            </a:extLst>
          </p:cNvPr>
          <p:cNvSpPr/>
          <p:nvPr/>
        </p:nvSpPr>
        <p:spPr>
          <a:xfrm>
            <a:off x="365760" y="4823460"/>
            <a:ext cx="5669280" cy="228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Foundry Toolkit  ·  Microsoft Agent Framework</a:t>
            </a:r>
          </a:p>
          <a:p>
            <a:pPr algn="l">
              <a:buNone/>
            </a:pPr>
            <a:r>
              <a:rPr lang="en-US" sz="100">
                <a:effectLst/>
              </a:rPr>
              <a:t> </a:t>
            </a:r>
            <a:endParaRPr lang="en-US"/>
          </a:p>
        </p:txBody>
      </p:sp>
      <p:sp>
        <p:nvSpPr>
          <p:cNvPr id="1273" name="Rectangle 1272">
            <a:extLst>
              <a:ext uri="{FF2B5EF4-FFF2-40B4-BE49-F238E27FC236}">
                <a16:creationId xmlns:a16="http://schemas.microsoft.com/office/drawing/2014/main" id="{C54B9581-A885-1835-2FB6-626020D33D3D}"/>
              </a:ext>
            </a:extLst>
          </p:cNvPr>
          <p:cNvSpPr/>
          <p:nvPr/>
        </p:nvSpPr>
        <p:spPr>
          <a:xfrm>
            <a:off x="7680960" y="4823460"/>
            <a:ext cx="1280160" cy="228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52606D"/>
                </a:solidFill>
                <a:effectLst/>
                <a:latin typeface="Calibri" panose="020F0502020204030204" pitchFamily="34" charset="0"/>
              </a:rPr>
              <a:t>6 / 7</a:t>
            </a:r>
          </a:p>
          <a:p>
            <a:pPr algn="r">
              <a:buNone/>
            </a:pPr>
            <a:r>
              <a:rPr lang="en-US" sz="100">
                <a:effectLst/>
              </a:rPr>
              <a:t> </a:t>
            </a:r>
            <a:endParaRPr lang="en-US"/>
          </a:p>
        </p:txBody>
      </p:sp>
      <p:pic>
        <p:nvPicPr>
          <p:cNvPr id="1274" name="Picture 1273" descr="working/ic6/i17.png">
            <a:extLst>
              <a:ext uri="{FF2B5EF4-FFF2-40B4-BE49-F238E27FC236}">
                <a16:creationId xmlns:a16="http://schemas.microsoft.com/office/drawing/2014/main" id="{23F983EB-B0CF-67AB-75CA-F9C62D18881A}"/>
              </a:ext>
            </a:extLst>
          </p:cNvPr>
          <p:cNvPicPr>
            <a:picLocks noChangeAspect="1"/>
          </p:cNvPicPr>
          <p:nvPr/>
        </p:nvPicPr>
        <p:blipFill>
          <a:blip r:embed="rId3"/>
          <a:stretch>
            <a:fillRect/>
          </a:stretch>
        </p:blipFill>
        <p:spPr>
          <a:xfrm>
            <a:off x="640080" y="2057400"/>
            <a:ext cx="320040" cy="320040"/>
          </a:xfrm>
          <a:prstGeom prst="rect">
            <a:avLst/>
          </a:prstGeom>
        </p:spPr>
      </p:pic>
    </p:spTree>
    <p:extLst>
      <p:ext uri="{BB962C8B-B14F-4D97-AF65-F5344CB8AC3E}">
        <p14:creationId xmlns:p14="http://schemas.microsoft.com/office/powerpoint/2010/main" val="23171179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5" name="Rectangle 1274">
            <a:extLst>
              <a:ext uri="{FF2B5EF4-FFF2-40B4-BE49-F238E27FC236}">
                <a16:creationId xmlns:a16="http://schemas.microsoft.com/office/drawing/2014/main" id="{69C9DEE9-6D9E-F254-D470-B6AF7A0FF739}"/>
              </a:ext>
            </a:extLst>
          </p:cNvPr>
          <p:cNvSpPr/>
          <p:nvPr/>
        </p:nvSpPr>
        <p:spPr>
          <a:xfrm>
            <a:off x="365760" y="292608"/>
            <a:ext cx="84124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400">
                <a:solidFill>
                  <a:srgbClr val="3E5C99"/>
                </a:solidFill>
                <a:effectLst/>
                <a:latin typeface="Calibri" panose="020F0502020204030204" pitchFamily="34" charset="0"/>
              </a:rPr>
              <a:t>WHAT TO CARRY FORWARD</a:t>
            </a:r>
          </a:p>
          <a:p>
            <a:pPr algn="l">
              <a:buNone/>
            </a:pPr>
            <a:r>
              <a:rPr lang="en-US" sz="100">
                <a:effectLst/>
              </a:rPr>
              <a:t> </a:t>
            </a:r>
            <a:endParaRPr lang="en-US"/>
          </a:p>
        </p:txBody>
      </p:sp>
      <p:sp>
        <p:nvSpPr>
          <p:cNvPr id="1277" name="Rectangle 1276">
            <a:extLst>
              <a:ext uri="{FF2B5EF4-FFF2-40B4-BE49-F238E27FC236}">
                <a16:creationId xmlns:a16="http://schemas.microsoft.com/office/drawing/2014/main" id="{675CA80E-8587-A821-3BCA-49A70C2086B4}"/>
              </a:ext>
            </a:extLst>
          </p:cNvPr>
          <p:cNvSpPr/>
          <p:nvPr/>
        </p:nvSpPr>
        <p:spPr>
          <a:xfrm>
            <a:off x="365760" y="566928"/>
            <a:ext cx="841248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1F2933"/>
                </a:solidFill>
                <a:effectLst/>
                <a:latin typeface="Calibri" panose="020F0502020204030204" pitchFamily="34" charset="0"/>
              </a:rPr>
              <a:t>Foundry features in VS Code</a:t>
            </a:r>
          </a:p>
          <a:p>
            <a:pPr algn="l">
              <a:buNone/>
            </a:pPr>
            <a:r>
              <a:rPr lang="en-US" sz="100">
                <a:effectLst/>
              </a:rPr>
              <a:t> </a:t>
            </a:r>
            <a:endParaRPr lang="en-US"/>
          </a:p>
        </p:txBody>
      </p:sp>
      <p:sp>
        <p:nvSpPr>
          <p:cNvPr id="1280" name="Rectangle 1279">
            <a:extLst>
              <a:ext uri="{FF2B5EF4-FFF2-40B4-BE49-F238E27FC236}">
                <a16:creationId xmlns:a16="http://schemas.microsoft.com/office/drawing/2014/main" id="{26DB6355-A5C3-73E2-2BFF-F07249A2640D}"/>
              </a:ext>
            </a:extLst>
          </p:cNvPr>
          <p:cNvSpPr/>
          <p:nvPr/>
        </p:nvSpPr>
        <p:spPr>
          <a:xfrm>
            <a:off x="457200" y="1225296"/>
            <a:ext cx="731520" cy="25400"/>
          </a:xfrm>
          <a:prstGeom prst="rect">
            <a:avLst/>
          </a:prstGeom>
          <a:solidFill>
            <a:srgbClr val="3E5C99"/>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4" name="Rectangle 1283">
            <a:extLst>
              <a:ext uri="{FF2B5EF4-FFF2-40B4-BE49-F238E27FC236}">
                <a16:creationId xmlns:a16="http://schemas.microsoft.com/office/drawing/2014/main" id="{99DBFB50-2C22-2C44-DAE7-F2F55E848CDB}"/>
              </a:ext>
            </a:extLst>
          </p:cNvPr>
          <p:cNvSpPr/>
          <p:nvPr/>
        </p:nvSpPr>
        <p:spPr>
          <a:xfrm>
            <a:off x="365760" y="1417320"/>
            <a:ext cx="84124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52606D"/>
                </a:solidFill>
                <a:effectLst/>
                <a:latin typeface="Calibri" panose="020F0502020204030204" pitchFamily="34" charset="0"/>
              </a:rPr>
              <a:t>Exact features vary by installed version — use the extension view as the inventory.</a:t>
            </a:r>
          </a:p>
          <a:p>
            <a:pPr algn="l">
              <a:buNone/>
            </a:pPr>
            <a:r>
              <a:rPr lang="en-US" sz="100">
                <a:effectLst/>
              </a:rPr>
              <a:t> </a:t>
            </a:r>
            <a:endParaRPr lang="en-US"/>
          </a:p>
        </p:txBody>
      </p:sp>
      <p:sp>
        <p:nvSpPr>
          <p:cNvPr id="1289" name="Rectangle 1288">
            <a:extLst>
              <a:ext uri="{FF2B5EF4-FFF2-40B4-BE49-F238E27FC236}">
                <a16:creationId xmlns:a16="http://schemas.microsoft.com/office/drawing/2014/main" id="{2EF1B64C-FD98-4455-6FD3-BAD9FF9B5014}"/>
              </a:ext>
            </a:extLst>
          </p:cNvPr>
          <p:cNvSpPr/>
          <p:nvPr/>
        </p:nvSpPr>
        <p:spPr>
          <a:xfrm>
            <a:off x="777240" y="1828800"/>
            <a:ext cx="237744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200">
                <a:solidFill>
                  <a:srgbClr val="3E5C99"/>
                </a:solidFill>
                <a:effectLst/>
                <a:latin typeface="Calibri" panose="020F0502020204030204" pitchFamily="34" charset="0"/>
              </a:rPr>
              <a:t>DISCOVER</a:t>
            </a:r>
          </a:p>
          <a:p>
            <a:pPr algn="l">
              <a:buNone/>
            </a:pPr>
            <a:r>
              <a:rPr lang="en-US" sz="100">
                <a:effectLst/>
              </a:rPr>
              <a:t> </a:t>
            </a:r>
            <a:endParaRPr lang="en-US"/>
          </a:p>
        </p:txBody>
      </p:sp>
      <p:sp>
        <p:nvSpPr>
          <p:cNvPr id="1295" name="Rectangle 1294">
            <a:extLst>
              <a:ext uri="{FF2B5EF4-FFF2-40B4-BE49-F238E27FC236}">
                <a16:creationId xmlns:a16="http://schemas.microsoft.com/office/drawing/2014/main" id="{80910D21-5300-4A8A-0A02-C32EB916BC3E}"/>
              </a:ext>
            </a:extLst>
          </p:cNvPr>
          <p:cNvSpPr/>
          <p:nvPr/>
        </p:nvSpPr>
        <p:spPr>
          <a:xfrm>
            <a:off x="3108960" y="1828800"/>
            <a:ext cx="5669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Compare models in Model Catalog; find MCP servers or toolboxes in Tool Catalog</a:t>
            </a:r>
          </a:p>
          <a:p>
            <a:pPr algn="l">
              <a:buNone/>
            </a:pPr>
            <a:r>
              <a:rPr lang="en-US" sz="100">
                <a:effectLst/>
              </a:rPr>
              <a:t> </a:t>
            </a:r>
            <a:endParaRPr lang="en-US"/>
          </a:p>
        </p:txBody>
      </p:sp>
      <p:sp>
        <p:nvSpPr>
          <p:cNvPr id="1302" name="Rectangle 1301">
            <a:extLst>
              <a:ext uri="{FF2B5EF4-FFF2-40B4-BE49-F238E27FC236}">
                <a16:creationId xmlns:a16="http://schemas.microsoft.com/office/drawing/2014/main" id="{EEB91D0D-6370-9DC7-9175-B01DC594B556}"/>
              </a:ext>
            </a:extLst>
          </p:cNvPr>
          <p:cNvSpPr/>
          <p:nvPr/>
        </p:nvSpPr>
        <p:spPr>
          <a:xfrm>
            <a:off x="457200" y="2286000"/>
            <a:ext cx="8229600" cy="9525"/>
          </a:xfrm>
          <a:prstGeom prst="rect">
            <a:avLst/>
          </a:prstGeom>
          <a:solidFill>
            <a:srgbClr val="DFE4E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0" name="Rectangle 1309">
            <a:extLst>
              <a:ext uri="{FF2B5EF4-FFF2-40B4-BE49-F238E27FC236}">
                <a16:creationId xmlns:a16="http://schemas.microsoft.com/office/drawing/2014/main" id="{8758B92B-CFF3-C052-4A80-862266610A5B}"/>
              </a:ext>
            </a:extLst>
          </p:cNvPr>
          <p:cNvSpPr/>
          <p:nvPr/>
        </p:nvSpPr>
        <p:spPr>
          <a:xfrm>
            <a:off x="777240" y="2331720"/>
            <a:ext cx="237744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200">
                <a:solidFill>
                  <a:srgbClr val="3E5C99"/>
                </a:solidFill>
                <a:effectLst/>
                <a:latin typeface="Calibri" panose="020F0502020204030204" pitchFamily="34" charset="0"/>
              </a:rPr>
              <a:t>BUILD</a:t>
            </a:r>
          </a:p>
          <a:p>
            <a:pPr algn="l">
              <a:buNone/>
            </a:pPr>
            <a:r>
              <a:rPr lang="en-US" sz="100">
                <a:effectLst/>
              </a:rPr>
              <a:t> </a:t>
            </a:r>
            <a:endParaRPr lang="en-US"/>
          </a:p>
        </p:txBody>
      </p:sp>
      <p:sp>
        <p:nvSpPr>
          <p:cNvPr id="1319" name="Rectangle 1318">
            <a:extLst>
              <a:ext uri="{FF2B5EF4-FFF2-40B4-BE49-F238E27FC236}">
                <a16:creationId xmlns:a16="http://schemas.microsoft.com/office/drawing/2014/main" id="{DD012D94-DF32-0F99-75BA-B38BDCBEF1C2}"/>
              </a:ext>
            </a:extLst>
          </p:cNvPr>
          <p:cNvSpPr/>
          <p:nvPr/>
        </p:nvSpPr>
        <p:spPr>
          <a:xfrm>
            <a:off x="3108960" y="2331720"/>
            <a:ext cx="566928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Configure prompt agents, inspect local runtimes, deploy via Foundry</a:t>
            </a:r>
            <a:endParaRPr lang="en-US"/>
          </a:p>
        </p:txBody>
      </p:sp>
      <p:sp>
        <p:nvSpPr>
          <p:cNvPr id="1329" name="Rectangle 1328">
            <a:extLst>
              <a:ext uri="{FF2B5EF4-FFF2-40B4-BE49-F238E27FC236}">
                <a16:creationId xmlns:a16="http://schemas.microsoft.com/office/drawing/2014/main" id="{5976E506-2889-58EC-4FF0-CA6A455AA2EC}"/>
              </a:ext>
            </a:extLst>
          </p:cNvPr>
          <p:cNvSpPr/>
          <p:nvPr/>
        </p:nvSpPr>
        <p:spPr>
          <a:xfrm>
            <a:off x="457200" y="2788920"/>
            <a:ext cx="8229600" cy="9525"/>
          </a:xfrm>
          <a:prstGeom prst="rect">
            <a:avLst/>
          </a:prstGeom>
          <a:solidFill>
            <a:srgbClr val="DFE4E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0" name="Rectangle 1339">
            <a:extLst>
              <a:ext uri="{FF2B5EF4-FFF2-40B4-BE49-F238E27FC236}">
                <a16:creationId xmlns:a16="http://schemas.microsoft.com/office/drawing/2014/main" id="{13ED2E3E-3B92-61FB-2B26-24F274C30F2D}"/>
              </a:ext>
            </a:extLst>
          </p:cNvPr>
          <p:cNvSpPr/>
          <p:nvPr/>
        </p:nvSpPr>
        <p:spPr>
          <a:xfrm>
            <a:off x="777240" y="2834640"/>
            <a:ext cx="237744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200">
                <a:solidFill>
                  <a:srgbClr val="3E5C99"/>
                </a:solidFill>
                <a:effectLst/>
                <a:latin typeface="Calibri" panose="020F0502020204030204" pitchFamily="34" charset="0"/>
              </a:rPr>
              <a:t>MONITOR</a:t>
            </a:r>
          </a:p>
          <a:p>
            <a:pPr algn="l">
              <a:buNone/>
            </a:pPr>
            <a:r>
              <a:rPr lang="en-US" sz="100">
                <a:effectLst/>
              </a:rPr>
              <a:t> </a:t>
            </a:r>
            <a:endParaRPr lang="en-US"/>
          </a:p>
        </p:txBody>
      </p:sp>
      <p:sp>
        <p:nvSpPr>
          <p:cNvPr id="1352" name="Rectangle 1351">
            <a:extLst>
              <a:ext uri="{FF2B5EF4-FFF2-40B4-BE49-F238E27FC236}">
                <a16:creationId xmlns:a16="http://schemas.microsoft.com/office/drawing/2014/main" id="{7D9B2303-9EF7-78D4-B119-22294446DF27}"/>
              </a:ext>
            </a:extLst>
          </p:cNvPr>
          <p:cNvSpPr/>
          <p:nvPr/>
        </p:nvSpPr>
        <p:spPr>
          <a:xfrm>
            <a:off x="3108960" y="2834640"/>
            <a:ext cx="5669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Use tracing and evaluation as observed evidence, not proof of runtime quality</a:t>
            </a:r>
          </a:p>
          <a:p>
            <a:pPr algn="l">
              <a:buNone/>
            </a:pPr>
            <a:r>
              <a:rPr lang="en-US" sz="100">
                <a:effectLst/>
              </a:rPr>
              <a:t> </a:t>
            </a:r>
            <a:endParaRPr lang="en-US"/>
          </a:p>
        </p:txBody>
      </p:sp>
      <p:sp>
        <p:nvSpPr>
          <p:cNvPr id="1365" name="Rectangle 1364">
            <a:extLst>
              <a:ext uri="{FF2B5EF4-FFF2-40B4-BE49-F238E27FC236}">
                <a16:creationId xmlns:a16="http://schemas.microsoft.com/office/drawing/2014/main" id="{1C2D5D6A-1FC3-44D6-0B53-509B30BD2A46}"/>
              </a:ext>
            </a:extLst>
          </p:cNvPr>
          <p:cNvSpPr/>
          <p:nvPr/>
        </p:nvSpPr>
        <p:spPr>
          <a:xfrm>
            <a:off x="457200" y="3291840"/>
            <a:ext cx="8229600" cy="9525"/>
          </a:xfrm>
          <a:prstGeom prst="rect">
            <a:avLst/>
          </a:prstGeom>
          <a:solidFill>
            <a:srgbClr val="DFE4E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9" name="Rectangle 1378">
            <a:extLst>
              <a:ext uri="{FF2B5EF4-FFF2-40B4-BE49-F238E27FC236}">
                <a16:creationId xmlns:a16="http://schemas.microsoft.com/office/drawing/2014/main" id="{3DF12F4D-3034-C5E9-DDA3-1204FA01533D}"/>
              </a:ext>
            </a:extLst>
          </p:cNvPr>
          <p:cNvSpPr/>
          <p:nvPr/>
        </p:nvSpPr>
        <p:spPr>
          <a:xfrm>
            <a:off x="777240" y="3337560"/>
            <a:ext cx="237744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200">
                <a:solidFill>
                  <a:srgbClr val="3E5C99"/>
                </a:solidFill>
                <a:effectLst/>
                <a:latin typeface="Calibri" panose="020F0502020204030204" pitchFamily="34" charset="0"/>
              </a:rPr>
              <a:t>MY RESOURCES</a:t>
            </a:r>
          </a:p>
          <a:p>
            <a:pPr algn="l">
              <a:buNone/>
            </a:pPr>
            <a:r>
              <a:rPr lang="en-US" sz="100">
                <a:effectLst/>
              </a:rPr>
              <a:t> </a:t>
            </a:r>
            <a:endParaRPr lang="en-US"/>
          </a:p>
        </p:txBody>
      </p:sp>
      <p:sp>
        <p:nvSpPr>
          <p:cNvPr id="1394" name="Rectangle 1393">
            <a:extLst>
              <a:ext uri="{FF2B5EF4-FFF2-40B4-BE49-F238E27FC236}">
                <a16:creationId xmlns:a16="http://schemas.microsoft.com/office/drawing/2014/main" id="{7415FB4A-0D39-586D-35B1-08C91E4C89F9}"/>
              </a:ext>
            </a:extLst>
          </p:cNvPr>
          <p:cNvSpPr/>
          <p:nvPr/>
        </p:nvSpPr>
        <p:spPr>
          <a:xfrm>
            <a:off x="3108960" y="3337560"/>
            <a:ext cx="5669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Reopen project evaluations, conversations, logs, traces, models, and agents</a:t>
            </a:r>
          </a:p>
          <a:p>
            <a:pPr algn="l">
              <a:buNone/>
            </a:pPr>
            <a:r>
              <a:rPr lang="en-US" sz="100">
                <a:effectLst/>
              </a:rPr>
              <a:t> </a:t>
            </a:r>
            <a:endParaRPr lang="en-US"/>
          </a:p>
        </p:txBody>
      </p:sp>
      <p:sp>
        <p:nvSpPr>
          <p:cNvPr id="1410" name="Rectangle 1409">
            <a:extLst>
              <a:ext uri="{FF2B5EF4-FFF2-40B4-BE49-F238E27FC236}">
                <a16:creationId xmlns:a16="http://schemas.microsoft.com/office/drawing/2014/main" id="{726957E2-6919-8DD1-554E-F24D639B741B}"/>
              </a:ext>
            </a:extLst>
          </p:cNvPr>
          <p:cNvSpPr/>
          <p:nvPr/>
        </p:nvSpPr>
        <p:spPr>
          <a:xfrm>
            <a:off x="457200" y="3794760"/>
            <a:ext cx="8229600" cy="9525"/>
          </a:xfrm>
          <a:prstGeom prst="rect">
            <a:avLst/>
          </a:prstGeom>
          <a:solidFill>
            <a:srgbClr val="DFE4E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7" name="Rectangle 1426">
            <a:extLst>
              <a:ext uri="{FF2B5EF4-FFF2-40B4-BE49-F238E27FC236}">
                <a16:creationId xmlns:a16="http://schemas.microsoft.com/office/drawing/2014/main" id="{AAAF6E59-D958-CCC3-31A2-7604B56D8705}"/>
              </a:ext>
            </a:extLst>
          </p:cNvPr>
          <p:cNvSpPr/>
          <p:nvPr/>
        </p:nvSpPr>
        <p:spPr>
          <a:xfrm>
            <a:off x="777240" y="3840480"/>
            <a:ext cx="237744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200">
                <a:solidFill>
                  <a:srgbClr val="3E5C99"/>
                </a:solidFill>
                <a:effectLst/>
                <a:latin typeface="Calibri" panose="020F0502020204030204" pitchFamily="34" charset="0"/>
              </a:rPr>
              <a:t>VERIFY THE TARGET</a:t>
            </a:r>
          </a:p>
          <a:p>
            <a:pPr algn="l">
              <a:buNone/>
            </a:pPr>
            <a:r>
              <a:rPr lang="en-US" sz="100">
                <a:effectLst/>
              </a:rPr>
              <a:t> </a:t>
            </a:r>
            <a:endParaRPr lang="en-US"/>
          </a:p>
        </p:txBody>
      </p:sp>
      <p:sp>
        <p:nvSpPr>
          <p:cNvPr id="1445" name="Rectangle 1444">
            <a:extLst>
              <a:ext uri="{FF2B5EF4-FFF2-40B4-BE49-F238E27FC236}">
                <a16:creationId xmlns:a16="http://schemas.microsoft.com/office/drawing/2014/main" id="{C1FCA930-A53D-4140-4E4E-13DE04B388AC}"/>
              </a:ext>
            </a:extLst>
          </p:cNvPr>
          <p:cNvSpPr/>
          <p:nvPr/>
        </p:nvSpPr>
        <p:spPr>
          <a:xfrm>
            <a:off x="3108960" y="3840480"/>
            <a:ext cx="5669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Check storage, endpoint, version, tools, authorization, and telemetry destination</a:t>
            </a:r>
          </a:p>
          <a:p>
            <a:pPr algn="l">
              <a:buNone/>
            </a:pPr>
            <a:r>
              <a:rPr lang="en-US" sz="100">
                <a:effectLst/>
              </a:rPr>
              <a:t> </a:t>
            </a:r>
            <a:endParaRPr lang="en-US"/>
          </a:p>
        </p:txBody>
      </p:sp>
      <p:sp>
        <p:nvSpPr>
          <p:cNvPr id="1464" name="Rectangle 1463">
            <a:extLst>
              <a:ext uri="{FF2B5EF4-FFF2-40B4-BE49-F238E27FC236}">
                <a16:creationId xmlns:a16="http://schemas.microsoft.com/office/drawing/2014/main" id="{4ED47390-60AB-06EA-003E-83BF72FEABB9}"/>
              </a:ext>
            </a:extLst>
          </p:cNvPr>
          <p:cNvSpPr/>
          <p:nvPr/>
        </p:nvSpPr>
        <p:spPr>
          <a:xfrm>
            <a:off x="457200" y="4297680"/>
            <a:ext cx="8229600" cy="9525"/>
          </a:xfrm>
          <a:prstGeom prst="rect">
            <a:avLst/>
          </a:prstGeom>
          <a:solidFill>
            <a:srgbClr val="DFE4EE"/>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4" name="Rectangle 1483">
            <a:extLst>
              <a:ext uri="{FF2B5EF4-FFF2-40B4-BE49-F238E27FC236}">
                <a16:creationId xmlns:a16="http://schemas.microsoft.com/office/drawing/2014/main" id="{1BDF8EC5-2B0C-52AD-F577-DD9ABB234110}"/>
              </a:ext>
            </a:extLst>
          </p:cNvPr>
          <p:cNvSpPr/>
          <p:nvPr/>
        </p:nvSpPr>
        <p:spPr>
          <a:xfrm>
            <a:off x="365760" y="4480560"/>
            <a:ext cx="84124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i="1">
                <a:solidFill>
                  <a:srgbClr val="52606D"/>
                </a:solidFill>
                <a:effectLst/>
                <a:latin typeface="Calibri" panose="020F0502020204030204" pitchFamily="34" charset="0"/>
              </a:rPr>
              <a:t>Storage location does not prove where inference runs — inspect the model endpoint and configuration type.</a:t>
            </a:r>
          </a:p>
          <a:p>
            <a:pPr algn="l">
              <a:buNone/>
            </a:pPr>
            <a:r>
              <a:rPr lang="en-US" sz="100">
                <a:effectLst/>
              </a:rPr>
              <a:t> </a:t>
            </a:r>
            <a:endParaRPr lang="en-US"/>
          </a:p>
        </p:txBody>
      </p:sp>
      <p:sp>
        <p:nvSpPr>
          <p:cNvPr id="1505" name="Rectangle 1504">
            <a:extLst>
              <a:ext uri="{FF2B5EF4-FFF2-40B4-BE49-F238E27FC236}">
                <a16:creationId xmlns:a16="http://schemas.microsoft.com/office/drawing/2014/main" id="{EEE7D653-59A2-B6D3-35F5-18646D38B3C3}"/>
              </a:ext>
            </a:extLst>
          </p:cNvPr>
          <p:cNvSpPr/>
          <p:nvPr/>
        </p:nvSpPr>
        <p:spPr>
          <a:xfrm>
            <a:off x="365760" y="4823460"/>
            <a:ext cx="5669280" cy="228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Foundry Toolkit  ·  Microsoft Agent Framework</a:t>
            </a:r>
          </a:p>
          <a:p>
            <a:pPr algn="l">
              <a:buNone/>
            </a:pPr>
            <a:r>
              <a:rPr lang="en-US" sz="100">
                <a:effectLst/>
              </a:rPr>
              <a:t> </a:t>
            </a:r>
            <a:endParaRPr lang="en-US"/>
          </a:p>
        </p:txBody>
      </p:sp>
      <p:sp>
        <p:nvSpPr>
          <p:cNvPr id="1527" name="Rectangle 1526">
            <a:extLst>
              <a:ext uri="{FF2B5EF4-FFF2-40B4-BE49-F238E27FC236}">
                <a16:creationId xmlns:a16="http://schemas.microsoft.com/office/drawing/2014/main" id="{606A3F9E-EF2D-ACB4-19B6-4A636393B1CA}"/>
              </a:ext>
            </a:extLst>
          </p:cNvPr>
          <p:cNvSpPr/>
          <p:nvPr/>
        </p:nvSpPr>
        <p:spPr>
          <a:xfrm>
            <a:off x="7680960" y="4823460"/>
            <a:ext cx="1280160" cy="228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52606D"/>
                </a:solidFill>
                <a:effectLst/>
                <a:latin typeface="Calibri" panose="020F0502020204030204" pitchFamily="34" charset="0"/>
              </a:rPr>
              <a:t>7 / 7</a:t>
            </a:r>
          </a:p>
          <a:p>
            <a:pPr algn="r">
              <a:buNone/>
            </a:pPr>
            <a:r>
              <a:rPr lang="en-US" sz="100">
                <a:effectLst/>
              </a:rPr>
              <a:t> </a:t>
            </a:r>
            <a:endParaRPr lang="en-US"/>
          </a:p>
        </p:txBody>
      </p:sp>
      <p:pic>
        <p:nvPicPr>
          <p:cNvPr id="1528" name="Picture 1527" descr="working/ic6/i6.png">
            <a:extLst>
              <a:ext uri="{FF2B5EF4-FFF2-40B4-BE49-F238E27FC236}">
                <a16:creationId xmlns:a16="http://schemas.microsoft.com/office/drawing/2014/main" id="{6208E6AC-BF2C-F03D-DEF5-A71CBC73DBC8}"/>
              </a:ext>
            </a:extLst>
          </p:cNvPr>
          <p:cNvPicPr>
            <a:picLocks noChangeAspect="1"/>
          </p:cNvPicPr>
          <p:nvPr/>
        </p:nvPicPr>
        <p:blipFill>
          <a:blip r:embed="rId3"/>
          <a:stretch>
            <a:fillRect/>
          </a:stretch>
        </p:blipFill>
        <p:spPr>
          <a:xfrm>
            <a:off x="457200" y="1874520"/>
            <a:ext cx="274320" cy="274320"/>
          </a:xfrm>
          <a:prstGeom prst="rect">
            <a:avLst/>
          </a:prstGeom>
        </p:spPr>
      </p:pic>
      <p:pic>
        <p:nvPicPr>
          <p:cNvPr id="1529" name="Picture 1528" descr="working/ic6/i14.png">
            <a:extLst>
              <a:ext uri="{FF2B5EF4-FFF2-40B4-BE49-F238E27FC236}">
                <a16:creationId xmlns:a16="http://schemas.microsoft.com/office/drawing/2014/main" id="{22AE2B8E-4E85-554D-4B9F-992F606764D2}"/>
              </a:ext>
            </a:extLst>
          </p:cNvPr>
          <p:cNvPicPr>
            <a:picLocks noChangeAspect="1"/>
          </p:cNvPicPr>
          <p:nvPr/>
        </p:nvPicPr>
        <p:blipFill>
          <a:blip r:embed="rId4"/>
          <a:stretch>
            <a:fillRect/>
          </a:stretch>
        </p:blipFill>
        <p:spPr>
          <a:xfrm>
            <a:off x="457200" y="2377440"/>
            <a:ext cx="274320" cy="274320"/>
          </a:xfrm>
          <a:prstGeom prst="rect">
            <a:avLst/>
          </a:prstGeom>
        </p:spPr>
      </p:pic>
      <p:pic>
        <p:nvPicPr>
          <p:cNvPr id="1530" name="Picture 1529" descr="working/ic6/i11.png">
            <a:extLst>
              <a:ext uri="{FF2B5EF4-FFF2-40B4-BE49-F238E27FC236}">
                <a16:creationId xmlns:a16="http://schemas.microsoft.com/office/drawing/2014/main" id="{75C67977-2D5F-A14B-2954-03F9DF538CB5}"/>
              </a:ext>
            </a:extLst>
          </p:cNvPr>
          <p:cNvPicPr>
            <a:picLocks noChangeAspect="1"/>
          </p:cNvPicPr>
          <p:nvPr/>
        </p:nvPicPr>
        <p:blipFill>
          <a:blip r:embed="rId5"/>
          <a:stretch>
            <a:fillRect/>
          </a:stretch>
        </p:blipFill>
        <p:spPr>
          <a:xfrm>
            <a:off x="457200" y="2880360"/>
            <a:ext cx="274320" cy="274320"/>
          </a:xfrm>
          <a:prstGeom prst="rect">
            <a:avLst/>
          </a:prstGeom>
        </p:spPr>
      </p:pic>
      <p:pic>
        <p:nvPicPr>
          <p:cNvPr id="1531" name="Picture 1530" descr="working/ic6/i15.png">
            <a:extLst>
              <a:ext uri="{FF2B5EF4-FFF2-40B4-BE49-F238E27FC236}">
                <a16:creationId xmlns:a16="http://schemas.microsoft.com/office/drawing/2014/main" id="{D7ECE89E-F0EA-4579-EB3B-154C407F59DF}"/>
              </a:ext>
            </a:extLst>
          </p:cNvPr>
          <p:cNvPicPr>
            <a:picLocks noChangeAspect="1"/>
          </p:cNvPicPr>
          <p:nvPr/>
        </p:nvPicPr>
        <p:blipFill>
          <a:blip r:embed="rId6"/>
          <a:stretch>
            <a:fillRect/>
          </a:stretch>
        </p:blipFill>
        <p:spPr>
          <a:xfrm>
            <a:off x="457200" y="3383280"/>
            <a:ext cx="274320" cy="274320"/>
          </a:xfrm>
          <a:prstGeom prst="rect">
            <a:avLst/>
          </a:prstGeom>
        </p:spPr>
      </p:pic>
      <p:pic>
        <p:nvPicPr>
          <p:cNvPr id="1532" name="Picture 1531" descr="working/ic6/i3.png">
            <a:extLst>
              <a:ext uri="{FF2B5EF4-FFF2-40B4-BE49-F238E27FC236}">
                <a16:creationId xmlns:a16="http://schemas.microsoft.com/office/drawing/2014/main" id="{904FDED4-6982-3EA0-64D7-4D1DF3B5FEA9}"/>
              </a:ext>
            </a:extLst>
          </p:cNvPr>
          <p:cNvPicPr>
            <a:picLocks noChangeAspect="1"/>
          </p:cNvPicPr>
          <p:nvPr/>
        </p:nvPicPr>
        <p:blipFill>
          <a:blip r:embed="rId7"/>
          <a:stretch>
            <a:fillRect/>
          </a:stretch>
        </p:blipFill>
        <p:spPr>
          <a:xfrm>
            <a:off x="457200" y="3886200"/>
            <a:ext cx="274320" cy="274320"/>
          </a:xfrm>
          <a:prstGeom prst="rect">
            <a:avLst/>
          </a:prstGeom>
        </p:spPr>
      </p:pic>
    </p:spTree>
    <p:extLst>
      <p:ext uri="{BB962C8B-B14F-4D97-AF65-F5344CB8AC3E}">
        <p14:creationId xmlns:p14="http://schemas.microsoft.com/office/powerpoint/2010/main" val="32335904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9fbde396-1a24-4c79-8edf-9254a0f35055}"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otalTime>1</TotalTime>
  <Words>1762</Words>
  <Application>Microsoft Macintosh PowerPoint</Application>
  <PresentationFormat>On-screen Show (16:9)</PresentationFormat>
  <Paragraphs>212</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Building AI Apps and Agents Workshop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Foundry Toolkit for VS Code</dc:title>
  <dc:subject>Day 5 — Production Readiness and Capstone</dc:subject>
  <dc:creator>Building AI Apps and Agents Workshop</dc:creator>
  <cp:lastModifiedBy>Jim Welch</cp:lastModifiedBy>
  <cp:revision>16</cp:revision>
  <dcterms:created xsi:type="dcterms:W3CDTF">2026-09-18T20:55:30Z</dcterms:created>
  <dcterms:modified xsi:type="dcterms:W3CDTF">2026-09-20T19:12:21Z</dcterms:modified>
</cp:coreProperties>
</file>