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1"/>
  </p:notesMasterIdLst>
  <p:sldIdLst>
    <p:sldId id="667" r:id="rId2"/>
    <p:sldId id="868" r:id="rId3"/>
    <p:sldId id="1069" r:id="rId4"/>
    <p:sldId id="1270" r:id="rId5"/>
    <p:sldId id="1471" r:id="rId6"/>
    <p:sldId id="1672" r:id="rId7"/>
    <p:sldId id="1873" r:id="rId8"/>
    <p:sldId id="2074" r:id="rId9"/>
    <p:sldId id="2275" r:id="rId10"/>
  </p:sldIdLst>
  <p:sldSz cx="9144000" cy="5143500" type="screen16x9"/>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EE158E8B-A438-4889-ACDF-6E94A2014A75}" v="30" dt="2026-09-20T18:44:55.716"/>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6266"/>
  </p:normalViewPr>
  <p:slideViewPr>
    <p:cSldViewPr snapToGrid="0" snapToObjects="1">
      <p:cViewPr varScale="1">
        <p:scale>
          <a:sx n="161" d="100"/>
          <a:sy n="161" d="100"/>
        </p:scale>
        <p:origin x="784" y="20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17" Type="http://schemas.microsoft.com/office/2015/10/relationships/revisionInfo" Target="revisionInfo.xml"/><Relationship Id="rId2" Type="http://schemas.openxmlformats.org/officeDocument/2006/relationships/slide" Target="slides/slide1.xml"/><Relationship Id="rId16" Type="http://schemas.microsoft.com/office/2016/11/relationships/changesInfo" Target="changesInfos/changesInfo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clId="Web-{EE158E8B-A438-4889-ACDF-6E94A2014A75}"/>
    <pc:docChg chg="mod addSld delSld modSld setSldSz">
      <pc:chgData name="" userId="" providerId="" clId="Web-{EE158E8B-A438-4889-ACDF-6E94A2014A75}" dt="2026-09-20T18:44:55.716" v="50" actId="34807"/>
      <pc:docMkLst>
        <pc:docMk/>
      </pc:docMkLst>
      <pc:sldChg chg="modSp del">
        <pc:chgData name="" userId="" providerId="" clId="Web-{EE158E8B-A438-4889-ACDF-6E94A2014A75}" dt="2026-09-20T18:43:24.697" v="49" actId="34807"/>
        <pc:sldMkLst>
          <pc:docMk/>
          <pc:sldMk cId="0" sldId="256"/>
        </pc:sldMkLst>
        <pc:spChg chg="mod">
          <ac:chgData name="" userId="" providerId="" clId="Web-{EE158E8B-A438-4889-ACDF-6E94A2014A75}" dt="2026-09-20T18:37:49.888" v="2" actId="34807"/>
          <ac:spMkLst>
            <pc:docMk/>
            <pc:sldMk cId="0" sldId="256"/>
            <ac:spMk id="2" creationId="{00000000-0000-0000-0000-000000000000}"/>
          </ac:spMkLst>
        </pc:spChg>
        <pc:spChg chg="mod">
          <ac:chgData name="" userId="" providerId="" clId="Web-{EE158E8B-A438-4889-ACDF-6E94A2014A75}" dt="2026-09-20T18:37:49.888" v="2" actId="34807"/>
          <ac:spMkLst>
            <pc:docMk/>
            <pc:sldMk cId="0" sldId="256"/>
            <ac:spMk id="3" creationId="{00000000-0000-0000-0000-000000000000}"/>
          </ac:spMkLst>
        </pc:spChg>
        <pc:spChg chg="mod">
          <ac:chgData name="" userId="" providerId="" clId="Web-{EE158E8B-A438-4889-ACDF-6E94A2014A75}" dt="2026-09-20T18:37:49.888" v="2" actId="34807"/>
          <ac:spMkLst>
            <pc:docMk/>
            <pc:sldMk cId="0" sldId="256"/>
            <ac:spMk id="4" creationId="{00000000-0000-0000-0000-000000000000}"/>
          </ac:spMkLst>
        </pc:spChg>
        <pc:spChg chg="mod">
          <ac:chgData name="" userId="" providerId="" clId="Web-{EE158E8B-A438-4889-ACDF-6E94A2014A75}" dt="2026-09-20T18:37:49.888" v="2" actId="34807"/>
          <ac:spMkLst>
            <pc:docMk/>
            <pc:sldMk cId="0" sldId="256"/>
            <ac:spMk id="9" creationId="{00000000-0000-0000-0000-000000000000}"/>
          </ac:spMkLst>
        </pc:spChg>
        <pc:spChg chg="mod">
          <ac:chgData name="" userId="" providerId="" clId="Web-{EE158E8B-A438-4889-ACDF-6E94A2014A75}" dt="2026-09-20T18:37:49.888" v="2" actId="34807"/>
          <ac:spMkLst>
            <pc:docMk/>
            <pc:sldMk cId="0" sldId="256"/>
            <ac:spMk id="11" creationId="{00000000-0000-0000-0000-000000000000}"/>
          </ac:spMkLst>
        </pc:spChg>
        <pc:spChg chg="mod">
          <ac:chgData name="" userId="" providerId="" clId="Web-{EE158E8B-A438-4889-ACDF-6E94A2014A75}" dt="2026-09-20T18:37:49.888" v="2" actId="34807"/>
          <ac:spMkLst>
            <pc:docMk/>
            <pc:sldMk cId="0" sldId="256"/>
            <ac:spMk id="13" creationId="{00000000-0000-0000-0000-000000000000}"/>
          </ac:spMkLst>
        </pc:spChg>
        <pc:spChg chg="mod">
          <ac:chgData name="" userId="" providerId="" clId="Web-{EE158E8B-A438-4889-ACDF-6E94A2014A75}" dt="2026-09-20T18:37:49.888" v="2" actId="34807"/>
          <ac:spMkLst>
            <pc:docMk/>
            <pc:sldMk cId="0" sldId="256"/>
            <ac:spMk id="14" creationId="{00000000-0000-0000-0000-000000000000}"/>
          </ac:spMkLst>
        </pc:spChg>
        <pc:spChg chg="mod">
          <ac:chgData name="" userId="" providerId="" clId="Web-{EE158E8B-A438-4889-ACDF-6E94A2014A75}" dt="2026-09-20T18:37:49.888" v="2" actId="34807"/>
          <ac:spMkLst>
            <pc:docMk/>
            <pc:sldMk cId="0" sldId="256"/>
            <ac:spMk id="15" creationId="{00000000-0000-0000-0000-000000000000}"/>
          </ac:spMkLst>
        </pc:spChg>
        <pc:spChg chg="mod">
          <ac:chgData name="" userId="" providerId="" clId="Web-{EE158E8B-A438-4889-ACDF-6E94A2014A75}" dt="2026-09-20T18:37:49.888" v="2" actId="34807"/>
          <ac:spMkLst>
            <pc:docMk/>
            <pc:sldMk cId="0" sldId="256"/>
            <ac:spMk id="16" creationId="{00000000-0000-0000-0000-000000000000}"/>
          </ac:spMkLst>
        </pc:spChg>
        <pc:spChg chg="mod">
          <ac:chgData name="" userId="" providerId="" clId="Web-{EE158E8B-A438-4889-ACDF-6E94A2014A75}" dt="2026-09-20T18:37:49.888" v="2" actId="34807"/>
          <ac:spMkLst>
            <pc:docMk/>
            <pc:sldMk cId="0" sldId="256"/>
            <ac:spMk id="17" creationId="{00000000-0000-0000-0000-000000000000}"/>
          </ac:spMkLst>
        </pc:spChg>
        <pc:spChg chg="mod">
          <ac:chgData name="" userId="" providerId="" clId="Web-{EE158E8B-A438-4889-ACDF-6E94A2014A75}" dt="2026-09-20T18:37:32.497" v="0" actId="34807"/>
          <ac:spMkLst>
            <pc:docMk/>
            <pc:sldMk cId="0" sldId="256"/>
            <ac:spMk id="18" creationId="{00000000-0000-0000-0000-000000000000}"/>
          </ac:spMkLst>
        </pc:spChg>
        <pc:spChg chg="mod">
          <ac:chgData name="" userId="" providerId="" clId="Web-{EE158E8B-A438-4889-ACDF-6E94A2014A75}" dt="2026-09-20T18:37:32.497" v="0" actId="34807"/>
          <ac:spMkLst>
            <pc:docMk/>
            <pc:sldMk cId="0" sldId="256"/>
            <ac:spMk id="19" creationId="{00000000-0000-0000-0000-000000000000}"/>
          </ac:spMkLst>
        </pc:spChg>
      </pc:sldChg>
      <pc:sldChg chg="modSp del">
        <pc:chgData name="" userId="" providerId="" clId="Web-{EE158E8B-A438-4889-ACDF-6E94A2014A75}" dt="2026-09-20T18:43:24.697" v="49" actId="34807"/>
        <pc:sldMkLst>
          <pc:docMk/>
          <pc:sldMk cId="0" sldId="257"/>
        </pc:sldMkLst>
        <pc:spChg chg="mod">
          <ac:chgData name="" userId="" providerId="" clId="Web-{EE158E8B-A438-4889-ACDF-6E94A2014A75}" dt="2026-09-20T18:37:49.888" v="2" actId="34807"/>
          <ac:spMkLst>
            <pc:docMk/>
            <pc:sldMk cId="0" sldId="257"/>
            <ac:spMk id="3" creationId="{00000000-0000-0000-0000-000000000000}"/>
          </ac:spMkLst>
        </pc:spChg>
        <pc:spChg chg="mod">
          <ac:chgData name="" userId="" providerId="" clId="Web-{EE158E8B-A438-4889-ACDF-6E94A2014A75}" dt="2026-09-20T18:37:49.888" v="2" actId="34807"/>
          <ac:spMkLst>
            <pc:docMk/>
            <pc:sldMk cId="0" sldId="257"/>
            <ac:spMk id="5" creationId="{00000000-0000-0000-0000-000000000000}"/>
          </ac:spMkLst>
        </pc:spChg>
        <pc:spChg chg="mod">
          <ac:chgData name="" userId="" providerId="" clId="Web-{EE158E8B-A438-4889-ACDF-6E94A2014A75}" dt="2026-09-20T18:37:32.497" v="0" actId="34807"/>
          <ac:spMkLst>
            <pc:docMk/>
            <pc:sldMk cId="0" sldId="257"/>
            <ac:spMk id="8" creationId="{00000000-0000-0000-0000-000000000000}"/>
          </ac:spMkLst>
        </pc:spChg>
        <pc:spChg chg="mod">
          <ac:chgData name="" userId="" providerId="" clId="Web-{EE158E8B-A438-4889-ACDF-6E94A2014A75}" dt="2026-09-20T18:37:49.888" v="2" actId="34807"/>
          <ac:spMkLst>
            <pc:docMk/>
            <pc:sldMk cId="0" sldId="257"/>
            <ac:spMk id="10" creationId="{00000000-0000-0000-0000-000000000000}"/>
          </ac:spMkLst>
        </pc:spChg>
        <pc:spChg chg="mod">
          <ac:chgData name="" userId="" providerId="" clId="Web-{EE158E8B-A438-4889-ACDF-6E94A2014A75}" dt="2026-09-20T18:37:49.888" v="2" actId="34807"/>
          <ac:spMkLst>
            <pc:docMk/>
            <pc:sldMk cId="0" sldId="257"/>
            <ac:spMk id="14" creationId="{00000000-0000-0000-0000-000000000000}"/>
          </ac:spMkLst>
        </pc:spChg>
        <pc:spChg chg="mod">
          <ac:chgData name="" userId="" providerId="" clId="Web-{EE158E8B-A438-4889-ACDF-6E94A2014A75}" dt="2026-09-20T18:37:49.888" v="2" actId="34807"/>
          <ac:spMkLst>
            <pc:docMk/>
            <pc:sldMk cId="0" sldId="257"/>
            <ac:spMk id="17" creationId="{00000000-0000-0000-0000-000000000000}"/>
          </ac:spMkLst>
        </pc:spChg>
        <pc:spChg chg="mod">
          <ac:chgData name="" userId="" providerId="" clId="Web-{EE158E8B-A438-4889-ACDF-6E94A2014A75}" dt="2026-09-20T18:37:49.888" v="2" actId="34807"/>
          <ac:spMkLst>
            <pc:docMk/>
            <pc:sldMk cId="0" sldId="257"/>
            <ac:spMk id="20" creationId="{00000000-0000-0000-0000-000000000000}"/>
          </ac:spMkLst>
        </pc:spChg>
        <pc:spChg chg="mod">
          <ac:chgData name="" userId="" providerId="" clId="Web-{EE158E8B-A438-4889-ACDF-6E94A2014A75}" dt="2026-09-20T18:37:32.497" v="0" actId="34807"/>
          <ac:spMkLst>
            <pc:docMk/>
            <pc:sldMk cId="0" sldId="257"/>
            <ac:spMk id="22" creationId="{00000000-0000-0000-0000-000000000000}"/>
          </ac:spMkLst>
        </pc:spChg>
        <pc:spChg chg="mod">
          <ac:chgData name="" userId="" providerId="" clId="Web-{EE158E8B-A438-4889-ACDF-6E94A2014A75}" dt="2026-09-20T18:37:49.888" v="2" actId="34807"/>
          <ac:spMkLst>
            <pc:docMk/>
            <pc:sldMk cId="0" sldId="257"/>
            <ac:spMk id="23" creationId="{00000000-0000-0000-0000-000000000000}"/>
          </ac:spMkLst>
        </pc:spChg>
        <pc:spChg chg="mod">
          <ac:chgData name="" userId="" providerId="" clId="Web-{EE158E8B-A438-4889-ACDF-6E94A2014A75}" dt="2026-09-20T18:37:49.888" v="2" actId="34807"/>
          <ac:spMkLst>
            <pc:docMk/>
            <pc:sldMk cId="0" sldId="257"/>
            <ac:spMk id="24" creationId="{00000000-0000-0000-0000-000000000000}"/>
          </ac:spMkLst>
        </pc:spChg>
        <pc:spChg chg="mod">
          <ac:chgData name="" userId="" providerId="" clId="Web-{EE158E8B-A438-4889-ACDF-6E94A2014A75}" dt="2026-09-20T18:37:49.888" v="2" actId="34807"/>
          <ac:spMkLst>
            <pc:docMk/>
            <pc:sldMk cId="0" sldId="257"/>
            <ac:spMk id="25" creationId="{00000000-0000-0000-0000-000000000000}"/>
          </ac:spMkLst>
        </pc:spChg>
        <pc:spChg chg="mod">
          <ac:chgData name="" userId="" providerId="" clId="Web-{EE158E8B-A438-4889-ACDF-6E94A2014A75}" dt="2026-09-20T18:37:49.888" v="2" actId="34807"/>
          <ac:spMkLst>
            <pc:docMk/>
            <pc:sldMk cId="0" sldId="257"/>
            <ac:spMk id="26" creationId="{00000000-0000-0000-0000-000000000000}"/>
          </ac:spMkLst>
        </pc:spChg>
        <pc:spChg chg="mod">
          <ac:chgData name="" userId="" providerId="" clId="Web-{EE158E8B-A438-4889-ACDF-6E94A2014A75}" dt="2026-09-20T18:37:32.497" v="0" actId="34807"/>
          <ac:spMkLst>
            <pc:docMk/>
            <pc:sldMk cId="0" sldId="257"/>
            <ac:spMk id="28" creationId="{00000000-0000-0000-0000-000000000000}"/>
          </ac:spMkLst>
        </pc:spChg>
        <pc:spChg chg="mod">
          <ac:chgData name="" userId="" providerId="" clId="Web-{EE158E8B-A438-4889-ACDF-6E94A2014A75}" dt="2026-09-20T18:37:32.497" v="0" actId="34807"/>
          <ac:spMkLst>
            <pc:docMk/>
            <pc:sldMk cId="0" sldId="257"/>
            <ac:spMk id="29" creationId="{00000000-0000-0000-0000-000000000000}"/>
          </ac:spMkLst>
        </pc:spChg>
      </pc:sldChg>
      <pc:sldChg chg="modSp del">
        <pc:chgData name="" userId="" providerId="" clId="Web-{EE158E8B-A438-4889-ACDF-6E94A2014A75}" dt="2026-09-20T18:43:24.697" v="49" actId="34807"/>
        <pc:sldMkLst>
          <pc:docMk/>
          <pc:sldMk cId="0" sldId="258"/>
        </pc:sldMkLst>
        <pc:spChg chg="mod">
          <ac:chgData name="" userId="" providerId="" clId="Web-{EE158E8B-A438-4889-ACDF-6E94A2014A75}" dt="2026-09-20T18:37:49.888" v="2" actId="34807"/>
          <ac:spMkLst>
            <pc:docMk/>
            <pc:sldMk cId="0" sldId="258"/>
            <ac:spMk id="2" creationId="{00000000-0000-0000-0000-000000000000}"/>
          </ac:spMkLst>
        </pc:spChg>
        <pc:spChg chg="mod">
          <ac:chgData name="" userId="" providerId="" clId="Web-{EE158E8B-A438-4889-ACDF-6E94A2014A75}" dt="2026-09-20T18:37:49.888" v="2" actId="34807"/>
          <ac:spMkLst>
            <pc:docMk/>
            <pc:sldMk cId="0" sldId="258"/>
            <ac:spMk id="3" creationId="{00000000-0000-0000-0000-000000000000}"/>
          </ac:spMkLst>
        </pc:spChg>
        <pc:spChg chg="mod">
          <ac:chgData name="" userId="" providerId="" clId="Web-{EE158E8B-A438-4889-ACDF-6E94A2014A75}" dt="2026-09-20T18:37:49.888" v="2" actId="34807"/>
          <ac:spMkLst>
            <pc:docMk/>
            <pc:sldMk cId="0" sldId="258"/>
            <ac:spMk id="5" creationId="{00000000-0000-0000-0000-000000000000}"/>
          </ac:spMkLst>
        </pc:spChg>
        <pc:spChg chg="mod">
          <ac:chgData name="" userId="" providerId="" clId="Web-{EE158E8B-A438-4889-ACDF-6E94A2014A75}" dt="2026-09-20T18:37:49.888" v="2" actId="34807"/>
          <ac:spMkLst>
            <pc:docMk/>
            <pc:sldMk cId="0" sldId="258"/>
            <ac:spMk id="6" creationId="{00000000-0000-0000-0000-000000000000}"/>
          </ac:spMkLst>
        </pc:spChg>
        <pc:spChg chg="mod">
          <ac:chgData name="" userId="" providerId="" clId="Web-{EE158E8B-A438-4889-ACDF-6E94A2014A75}" dt="2026-09-20T18:37:32.497" v="0" actId="34807"/>
          <ac:spMkLst>
            <pc:docMk/>
            <pc:sldMk cId="0" sldId="258"/>
            <ac:spMk id="7" creationId="{00000000-0000-0000-0000-000000000000}"/>
          </ac:spMkLst>
        </pc:spChg>
        <pc:spChg chg="mod">
          <ac:chgData name="" userId="" providerId="" clId="Web-{EE158E8B-A438-4889-ACDF-6E94A2014A75}" dt="2026-09-20T18:37:49.888" v="2" actId="34807"/>
          <ac:spMkLst>
            <pc:docMk/>
            <pc:sldMk cId="0" sldId="258"/>
            <ac:spMk id="10" creationId="{00000000-0000-0000-0000-000000000000}"/>
          </ac:spMkLst>
        </pc:spChg>
        <pc:spChg chg="mod">
          <ac:chgData name="" userId="" providerId="" clId="Web-{EE158E8B-A438-4889-ACDF-6E94A2014A75}" dt="2026-09-20T18:37:49.888" v="2" actId="34807"/>
          <ac:spMkLst>
            <pc:docMk/>
            <pc:sldMk cId="0" sldId="258"/>
            <ac:spMk id="11" creationId="{00000000-0000-0000-0000-000000000000}"/>
          </ac:spMkLst>
        </pc:spChg>
        <pc:spChg chg="mod">
          <ac:chgData name="" userId="" providerId="" clId="Web-{EE158E8B-A438-4889-ACDF-6E94A2014A75}" dt="2026-09-20T18:37:32.497" v="0" actId="34807"/>
          <ac:spMkLst>
            <pc:docMk/>
            <pc:sldMk cId="0" sldId="258"/>
            <ac:spMk id="12" creationId="{00000000-0000-0000-0000-000000000000}"/>
          </ac:spMkLst>
        </pc:spChg>
        <pc:spChg chg="mod">
          <ac:chgData name="" userId="" providerId="" clId="Web-{EE158E8B-A438-4889-ACDF-6E94A2014A75}" dt="2026-09-20T18:37:32.497" v="0" actId="34807"/>
          <ac:spMkLst>
            <pc:docMk/>
            <pc:sldMk cId="0" sldId="258"/>
            <ac:spMk id="14" creationId="{00000000-0000-0000-0000-000000000000}"/>
          </ac:spMkLst>
        </pc:spChg>
        <pc:spChg chg="mod">
          <ac:chgData name="" userId="" providerId="" clId="Web-{EE158E8B-A438-4889-ACDF-6E94A2014A75}" dt="2026-09-20T18:37:49.888" v="2" actId="34807"/>
          <ac:spMkLst>
            <pc:docMk/>
            <pc:sldMk cId="0" sldId="258"/>
            <ac:spMk id="17" creationId="{00000000-0000-0000-0000-000000000000}"/>
          </ac:spMkLst>
        </pc:spChg>
        <pc:spChg chg="mod">
          <ac:chgData name="" userId="" providerId="" clId="Web-{EE158E8B-A438-4889-ACDF-6E94A2014A75}" dt="2026-09-20T18:37:49.888" v="2" actId="34807"/>
          <ac:spMkLst>
            <pc:docMk/>
            <pc:sldMk cId="0" sldId="258"/>
            <ac:spMk id="18" creationId="{00000000-0000-0000-0000-000000000000}"/>
          </ac:spMkLst>
        </pc:spChg>
        <pc:spChg chg="mod">
          <ac:chgData name="" userId="" providerId="" clId="Web-{EE158E8B-A438-4889-ACDF-6E94A2014A75}" dt="2026-09-20T18:37:32.497" v="0" actId="34807"/>
          <ac:spMkLst>
            <pc:docMk/>
            <pc:sldMk cId="0" sldId="258"/>
            <ac:spMk id="19" creationId="{00000000-0000-0000-0000-000000000000}"/>
          </ac:spMkLst>
        </pc:spChg>
        <pc:spChg chg="mod">
          <ac:chgData name="" userId="" providerId="" clId="Web-{EE158E8B-A438-4889-ACDF-6E94A2014A75}" dt="2026-09-20T18:38:25.671" v="4" actId="34807"/>
          <ac:spMkLst>
            <pc:docMk/>
            <pc:sldMk cId="0" sldId="258"/>
            <ac:spMk id="21" creationId="{00000000-0000-0000-0000-000000000000}"/>
          </ac:spMkLst>
        </pc:spChg>
        <pc:spChg chg="mod">
          <ac:chgData name="" userId="" providerId="" clId="Web-{EE158E8B-A438-4889-ACDF-6E94A2014A75}" dt="2026-09-20T18:37:32.497" v="0" actId="34807"/>
          <ac:spMkLst>
            <pc:docMk/>
            <pc:sldMk cId="0" sldId="258"/>
            <ac:spMk id="28" creationId="{00000000-0000-0000-0000-000000000000}"/>
          </ac:spMkLst>
        </pc:spChg>
        <pc:spChg chg="mod">
          <ac:chgData name="" userId="" providerId="" clId="Web-{EE158E8B-A438-4889-ACDF-6E94A2014A75}" dt="2026-09-20T18:43:16.931" v="48" actId="34807"/>
          <ac:spMkLst>
            <pc:docMk/>
            <pc:sldMk cId="0" sldId="258"/>
            <ac:spMk id="31" creationId="{00000000-0000-0000-0000-000000000000}"/>
          </ac:spMkLst>
        </pc:spChg>
        <pc:spChg chg="mod">
          <ac:chgData name="" userId="" providerId="" clId="Web-{EE158E8B-A438-4889-ACDF-6E94A2014A75}" dt="2026-09-20T18:37:49.888" v="2" actId="34807"/>
          <ac:spMkLst>
            <pc:docMk/>
            <pc:sldMk cId="0" sldId="258"/>
            <ac:spMk id="32" creationId="{00000000-0000-0000-0000-000000000000}"/>
          </ac:spMkLst>
        </pc:spChg>
        <pc:spChg chg="mod">
          <ac:chgData name="" userId="" providerId="" clId="Web-{EE158E8B-A438-4889-ACDF-6E94A2014A75}" dt="2026-09-20T18:37:49.888" v="2" actId="34807"/>
          <ac:spMkLst>
            <pc:docMk/>
            <pc:sldMk cId="0" sldId="258"/>
            <ac:spMk id="33" creationId="{00000000-0000-0000-0000-000000000000}"/>
          </ac:spMkLst>
        </pc:spChg>
      </pc:sldChg>
      <pc:sldChg chg="modSp del">
        <pc:chgData name="" userId="" providerId="" clId="Web-{EE158E8B-A438-4889-ACDF-6E94A2014A75}" dt="2026-09-20T18:43:24.697" v="49" actId="34807"/>
        <pc:sldMkLst>
          <pc:docMk/>
          <pc:sldMk cId="0" sldId="259"/>
        </pc:sldMkLst>
        <pc:spChg chg="mod">
          <ac:chgData name="" userId="" providerId="" clId="Web-{EE158E8B-A438-4889-ACDF-6E94A2014A75}" dt="2026-09-20T18:37:49.888" v="2" actId="34807"/>
          <ac:spMkLst>
            <pc:docMk/>
            <pc:sldMk cId="0" sldId="259"/>
            <ac:spMk id="3" creationId="{00000000-0000-0000-0000-000000000000}"/>
          </ac:spMkLst>
        </pc:spChg>
        <pc:spChg chg="mod">
          <ac:chgData name="" userId="" providerId="" clId="Web-{EE158E8B-A438-4889-ACDF-6E94A2014A75}" dt="2026-09-20T18:37:49.888" v="2" actId="34807"/>
          <ac:spMkLst>
            <pc:docMk/>
            <pc:sldMk cId="0" sldId="259"/>
            <ac:spMk id="5" creationId="{00000000-0000-0000-0000-000000000000}"/>
          </ac:spMkLst>
        </pc:spChg>
        <pc:spChg chg="mod">
          <ac:chgData name="" userId="" providerId="" clId="Web-{EE158E8B-A438-4889-ACDF-6E94A2014A75}" dt="2026-09-20T18:37:49.888" v="2" actId="34807"/>
          <ac:spMkLst>
            <pc:docMk/>
            <pc:sldMk cId="0" sldId="259"/>
            <ac:spMk id="6" creationId="{00000000-0000-0000-0000-000000000000}"/>
          </ac:spMkLst>
        </pc:spChg>
        <pc:spChg chg="mod">
          <ac:chgData name="" userId="" providerId="" clId="Web-{EE158E8B-A438-4889-ACDF-6E94A2014A75}" dt="2026-09-20T18:37:32.497" v="0" actId="34807"/>
          <ac:spMkLst>
            <pc:docMk/>
            <pc:sldMk cId="0" sldId="259"/>
            <ac:spMk id="10" creationId="{00000000-0000-0000-0000-000000000000}"/>
          </ac:spMkLst>
        </pc:spChg>
        <pc:spChg chg="mod">
          <ac:chgData name="" userId="" providerId="" clId="Web-{EE158E8B-A438-4889-ACDF-6E94A2014A75}" dt="2026-09-20T18:37:32.497" v="0" actId="34807"/>
          <ac:spMkLst>
            <pc:docMk/>
            <pc:sldMk cId="0" sldId="259"/>
            <ac:spMk id="11" creationId="{00000000-0000-0000-0000-000000000000}"/>
          </ac:spMkLst>
        </pc:spChg>
        <pc:spChg chg="mod">
          <ac:chgData name="" userId="" providerId="" clId="Web-{EE158E8B-A438-4889-ACDF-6E94A2014A75}" dt="2026-09-20T18:38:25.671" v="4" actId="34807"/>
          <ac:spMkLst>
            <pc:docMk/>
            <pc:sldMk cId="0" sldId="259"/>
            <ac:spMk id="12" creationId="{00000000-0000-0000-0000-000000000000}"/>
          </ac:spMkLst>
        </pc:spChg>
        <pc:spChg chg="mod">
          <ac:chgData name="" userId="" providerId="" clId="Web-{EE158E8B-A438-4889-ACDF-6E94A2014A75}" dt="2026-09-20T18:37:49.888" v="2" actId="34807"/>
          <ac:spMkLst>
            <pc:docMk/>
            <pc:sldMk cId="0" sldId="259"/>
            <ac:spMk id="13" creationId="{00000000-0000-0000-0000-000000000000}"/>
          </ac:spMkLst>
        </pc:spChg>
        <pc:spChg chg="mod">
          <ac:chgData name="" userId="" providerId="" clId="Web-{EE158E8B-A438-4889-ACDF-6E94A2014A75}" dt="2026-09-20T18:37:49.888" v="2" actId="34807"/>
          <ac:spMkLst>
            <pc:docMk/>
            <pc:sldMk cId="0" sldId="259"/>
            <ac:spMk id="14" creationId="{00000000-0000-0000-0000-000000000000}"/>
          </ac:spMkLst>
        </pc:spChg>
        <pc:spChg chg="mod">
          <ac:chgData name="" userId="" providerId="" clId="Web-{EE158E8B-A438-4889-ACDF-6E94A2014A75}" dt="2026-09-20T18:37:32.497" v="0" actId="34807"/>
          <ac:spMkLst>
            <pc:docMk/>
            <pc:sldMk cId="0" sldId="259"/>
            <ac:spMk id="15" creationId="{00000000-0000-0000-0000-000000000000}"/>
          </ac:spMkLst>
        </pc:spChg>
        <pc:spChg chg="mod">
          <ac:chgData name="" userId="" providerId="" clId="Web-{EE158E8B-A438-4889-ACDF-6E94A2014A75}" dt="2026-09-20T18:37:49.888" v="2" actId="34807"/>
          <ac:spMkLst>
            <pc:docMk/>
            <pc:sldMk cId="0" sldId="259"/>
            <ac:spMk id="16" creationId="{00000000-0000-0000-0000-000000000000}"/>
          </ac:spMkLst>
        </pc:spChg>
        <pc:spChg chg="mod">
          <ac:chgData name="" userId="" providerId="" clId="Web-{EE158E8B-A438-4889-ACDF-6E94A2014A75}" dt="2026-09-20T18:37:32.497" v="0" actId="34807"/>
          <ac:spMkLst>
            <pc:docMk/>
            <pc:sldMk cId="0" sldId="259"/>
            <ac:spMk id="17" creationId="{00000000-0000-0000-0000-000000000000}"/>
          </ac:spMkLst>
        </pc:spChg>
        <pc:spChg chg="mod">
          <ac:chgData name="" userId="" providerId="" clId="Web-{EE158E8B-A438-4889-ACDF-6E94A2014A75}" dt="2026-09-20T18:37:49.888" v="2" actId="34807"/>
          <ac:spMkLst>
            <pc:docMk/>
            <pc:sldMk cId="0" sldId="259"/>
            <ac:spMk id="18" creationId="{00000000-0000-0000-0000-000000000000}"/>
          </ac:spMkLst>
        </pc:spChg>
        <pc:spChg chg="mod">
          <ac:chgData name="" userId="" providerId="" clId="Web-{EE158E8B-A438-4889-ACDF-6E94A2014A75}" dt="2026-09-20T18:37:32.497" v="0" actId="34807"/>
          <ac:spMkLst>
            <pc:docMk/>
            <pc:sldMk cId="0" sldId="259"/>
            <ac:spMk id="19" creationId="{00000000-0000-0000-0000-000000000000}"/>
          </ac:spMkLst>
        </pc:spChg>
        <pc:spChg chg="mod">
          <ac:chgData name="" userId="" providerId="" clId="Web-{EE158E8B-A438-4889-ACDF-6E94A2014A75}" dt="2026-09-20T18:37:49.888" v="2" actId="34807"/>
          <ac:spMkLst>
            <pc:docMk/>
            <pc:sldMk cId="0" sldId="259"/>
            <ac:spMk id="21" creationId="{00000000-0000-0000-0000-000000000000}"/>
          </ac:spMkLst>
        </pc:spChg>
        <pc:spChg chg="mod">
          <ac:chgData name="" userId="" providerId="" clId="Web-{EE158E8B-A438-4889-ACDF-6E94A2014A75}" dt="2026-09-20T18:37:49.888" v="2" actId="34807"/>
          <ac:spMkLst>
            <pc:docMk/>
            <pc:sldMk cId="0" sldId="259"/>
            <ac:spMk id="22" creationId="{00000000-0000-0000-0000-000000000000}"/>
          </ac:spMkLst>
        </pc:spChg>
        <pc:spChg chg="mod">
          <ac:chgData name="" userId="" providerId="" clId="Web-{EE158E8B-A438-4889-ACDF-6E94A2014A75}" dt="2026-09-20T18:37:32.497" v="0" actId="34807"/>
          <ac:spMkLst>
            <pc:docMk/>
            <pc:sldMk cId="0" sldId="259"/>
            <ac:spMk id="23" creationId="{00000000-0000-0000-0000-000000000000}"/>
          </ac:spMkLst>
        </pc:spChg>
        <pc:spChg chg="mod">
          <ac:chgData name="" userId="" providerId="" clId="Web-{EE158E8B-A438-4889-ACDF-6E94A2014A75}" dt="2026-09-20T18:37:32.497" v="0" actId="34807"/>
          <ac:spMkLst>
            <pc:docMk/>
            <pc:sldMk cId="0" sldId="259"/>
            <ac:spMk id="24" creationId="{00000000-0000-0000-0000-000000000000}"/>
          </ac:spMkLst>
        </pc:spChg>
      </pc:sldChg>
      <pc:sldChg chg="modSp del">
        <pc:chgData name="" userId="" providerId="" clId="Web-{EE158E8B-A438-4889-ACDF-6E94A2014A75}" dt="2026-09-20T18:43:24.697" v="49" actId="34807"/>
        <pc:sldMkLst>
          <pc:docMk/>
          <pc:sldMk cId="0" sldId="260"/>
        </pc:sldMkLst>
        <pc:spChg chg="mod">
          <ac:chgData name="" userId="" providerId="" clId="Web-{EE158E8B-A438-4889-ACDF-6E94A2014A75}" dt="2026-09-20T18:37:49.888" v="2" actId="34807"/>
          <ac:spMkLst>
            <pc:docMk/>
            <pc:sldMk cId="0" sldId="260"/>
            <ac:spMk id="3" creationId="{00000000-0000-0000-0000-000000000000}"/>
          </ac:spMkLst>
        </pc:spChg>
        <pc:spChg chg="mod">
          <ac:chgData name="" userId="" providerId="" clId="Web-{EE158E8B-A438-4889-ACDF-6E94A2014A75}" dt="2026-09-20T18:37:32.497" v="0" actId="34807"/>
          <ac:spMkLst>
            <pc:docMk/>
            <pc:sldMk cId="0" sldId="260"/>
            <ac:spMk id="8" creationId="{00000000-0000-0000-0000-000000000000}"/>
          </ac:spMkLst>
        </pc:spChg>
        <pc:spChg chg="mod">
          <ac:chgData name="" userId="" providerId="" clId="Web-{EE158E8B-A438-4889-ACDF-6E94A2014A75}" dt="2026-09-20T18:37:32.497" v="0" actId="34807"/>
          <ac:spMkLst>
            <pc:docMk/>
            <pc:sldMk cId="0" sldId="260"/>
            <ac:spMk id="10" creationId="{00000000-0000-0000-0000-000000000000}"/>
          </ac:spMkLst>
        </pc:spChg>
        <pc:spChg chg="mod">
          <ac:chgData name="" userId="" providerId="" clId="Web-{EE158E8B-A438-4889-ACDF-6E94A2014A75}" dt="2026-09-20T18:37:49.888" v="2" actId="34807"/>
          <ac:spMkLst>
            <pc:docMk/>
            <pc:sldMk cId="0" sldId="260"/>
            <ac:spMk id="13" creationId="{00000000-0000-0000-0000-000000000000}"/>
          </ac:spMkLst>
        </pc:spChg>
        <pc:spChg chg="mod">
          <ac:chgData name="" userId="" providerId="" clId="Web-{EE158E8B-A438-4889-ACDF-6E94A2014A75}" dt="2026-09-20T18:37:49.888" v="2" actId="34807"/>
          <ac:spMkLst>
            <pc:docMk/>
            <pc:sldMk cId="0" sldId="260"/>
            <ac:spMk id="14" creationId="{00000000-0000-0000-0000-000000000000}"/>
          </ac:spMkLst>
        </pc:spChg>
        <pc:spChg chg="mod">
          <ac:chgData name="" userId="" providerId="" clId="Web-{EE158E8B-A438-4889-ACDF-6E94A2014A75}" dt="2026-09-20T18:37:49.888" v="2" actId="34807"/>
          <ac:spMkLst>
            <pc:docMk/>
            <pc:sldMk cId="0" sldId="260"/>
            <ac:spMk id="17" creationId="{00000000-0000-0000-0000-000000000000}"/>
          </ac:spMkLst>
        </pc:spChg>
        <pc:spChg chg="mod">
          <ac:chgData name="" userId="" providerId="" clId="Web-{EE158E8B-A438-4889-ACDF-6E94A2014A75}" dt="2026-09-20T18:37:49.888" v="2" actId="34807"/>
          <ac:spMkLst>
            <pc:docMk/>
            <pc:sldMk cId="0" sldId="260"/>
            <ac:spMk id="20" creationId="{00000000-0000-0000-0000-000000000000}"/>
          </ac:spMkLst>
        </pc:spChg>
        <pc:spChg chg="mod">
          <ac:chgData name="" userId="" providerId="" clId="Web-{EE158E8B-A438-4889-ACDF-6E94A2014A75}" dt="2026-09-20T18:37:49.888" v="2" actId="34807"/>
          <ac:spMkLst>
            <pc:docMk/>
            <pc:sldMk cId="0" sldId="260"/>
            <ac:spMk id="26" creationId="{00000000-0000-0000-0000-000000000000}"/>
          </ac:spMkLst>
        </pc:spChg>
        <pc:spChg chg="mod">
          <ac:chgData name="" userId="" providerId="" clId="Web-{EE158E8B-A438-4889-ACDF-6E94A2014A75}" dt="2026-09-20T18:37:32.497" v="0" actId="34807"/>
          <ac:spMkLst>
            <pc:docMk/>
            <pc:sldMk cId="0" sldId="260"/>
            <ac:spMk id="31" creationId="{00000000-0000-0000-0000-000000000000}"/>
          </ac:spMkLst>
        </pc:spChg>
        <pc:spChg chg="mod">
          <ac:chgData name="" userId="" providerId="" clId="Web-{EE158E8B-A438-4889-ACDF-6E94A2014A75}" dt="2026-09-20T18:37:49.888" v="2" actId="34807"/>
          <ac:spMkLst>
            <pc:docMk/>
            <pc:sldMk cId="0" sldId="260"/>
            <ac:spMk id="32" creationId="{00000000-0000-0000-0000-000000000000}"/>
          </ac:spMkLst>
        </pc:spChg>
        <pc:spChg chg="mod">
          <ac:chgData name="" userId="" providerId="" clId="Web-{EE158E8B-A438-4889-ACDF-6E94A2014A75}" dt="2026-09-20T18:37:32.497" v="0" actId="34807"/>
          <ac:spMkLst>
            <pc:docMk/>
            <pc:sldMk cId="0" sldId="260"/>
            <ac:spMk id="35" creationId="{00000000-0000-0000-0000-000000000000}"/>
          </ac:spMkLst>
        </pc:spChg>
        <pc:spChg chg="mod">
          <ac:chgData name="" userId="" providerId="" clId="Web-{EE158E8B-A438-4889-ACDF-6E94A2014A75}" dt="2026-09-20T18:37:49.888" v="2" actId="34807"/>
          <ac:spMkLst>
            <pc:docMk/>
            <pc:sldMk cId="0" sldId="260"/>
            <ac:spMk id="40" creationId="{00000000-0000-0000-0000-000000000000}"/>
          </ac:spMkLst>
        </pc:spChg>
        <pc:spChg chg="mod">
          <ac:chgData name="" userId="" providerId="" clId="Web-{EE158E8B-A438-4889-ACDF-6E94A2014A75}" dt="2026-09-20T18:37:32.497" v="0" actId="34807"/>
          <ac:spMkLst>
            <pc:docMk/>
            <pc:sldMk cId="0" sldId="260"/>
            <ac:spMk id="42" creationId="{00000000-0000-0000-0000-000000000000}"/>
          </ac:spMkLst>
        </pc:spChg>
        <pc:spChg chg="mod">
          <ac:chgData name="" userId="" providerId="" clId="Web-{EE158E8B-A438-4889-ACDF-6E94A2014A75}" dt="2026-09-20T18:37:49.888" v="2" actId="34807"/>
          <ac:spMkLst>
            <pc:docMk/>
            <pc:sldMk cId="0" sldId="260"/>
            <ac:spMk id="44" creationId="{00000000-0000-0000-0000-000000000000}"/>
          </ac:spMkLst>
        </pc:spChg>
        <pc:spChg chg="mod">
          <ac:chgData name="" userId="" providerId="" clId="Web-{EE158E8B-A438-4889-ACDF-6E94A2014A75}" dt="2026-09-20T18:37:32.497" v="0" actId="34807"/>
          <ac:spMkLst>
            <pc:docMk/>
            <pc:sldMk cId="0" sldId="260"/>
            <ac:spMk id="46" creationId="{00000000-0000-0000-0000-000000000000}"/>
          </ac:spMkLst>
        </pc:spChg>
        <pc:spChg chg="mod">
          <ac:chgData name="" userId="" providerId="" clId="Web-{EE158E8B-A438-4889-ACDF-6E94A2014A75}" dt="2026-09-20T18:37:32.497" v="0" actId="34807"/>
          <ac:spMkLst>
            <pc:docMk/>
            <pc:sldMk cId="0" sldId="260"/>
            <ac:spMk id="47" creationId="{00000000-0000-0000-0000-000000000000}"/>
          </ac:spMkLst>
        </pc:spChg>
        <pc:spChg chg="mod">
          <ac:chgData name="" userId="" providerId="" clId="Web-{EE158E8B-A438-4889-ACDF-6E94A2014A75}" dt="2026-09-20T18:37:32.497" v="0" actId="34807"/>
          <ac:spMkLst>
            <pc:docMk/>
            <pc:sldMk cId="0" sldId="260"/>
            <ac:spMk id="49" creationId="{00000000-0000-0000-0000-000000000000}"/>
          </ac:spMkLst>
        </pc:spChg>
        <pc:spChg chg="mod">
          <ac:chgData name="" userId="" providerId="" clId="Web-{EE158E8B-A438-4889-ACDF-6E94A2014A75}" dt="2026-09-20T18:37:49.888" v="2" actId="34807"/>
          <ac:spMkLst>
            <pc:docMk/>
            <pc:sldMk cId="0" sldId="260"/>
            <ac:spMk id="50" creationId="{00000000-0000-0000-0000-000000000000}"/>
          </ac:spMkLst>
        </pc:spChg>
      </pc:sldChg>
      <pc:sldChg chg="modSp del">
        <pc:chgData name="" userId="" providerId="" clId="Web-{EE158E8B-A438-4889-ACDF-6E94A2014A75}" dt="2026-09-20T18:43:24.697" v="49" actId="34807"/>
        <pc:sldMkLst>
          <pc:docMk/>
          <pc:sldMk cId="0" sldId="261"/>
        </pc:sldMkLst>
        <pc:spChg chg="mod">
          <ac:chgData name="" userId="" providerId="" clId="Web-{EE158E8B-A438-4889-ACDF-6E94A2014A75}" dt="2026-09-20T18:37:49.888" v="2" actId="34807"/>
          <ac:spMkLst>
            <pc:docMk/>
            <pc:sldMk cId="0" sldId="261"/>
            <ac:spMk id="2" creationId="{00000000-0000-0000-0000-000000000000}"/>
          </ac:spMkLst>
        </pc:spChg>
        <pc:spChg chg="mod">
          <ac:chgData name="" userId="" providerId="" clId="Web-{EE158E8B-A438-4889-ACDF-6E94A2014A75}" dt="2026-09-20T18:37:49.888" v="2" actId="34807"/>
          <ac:spMkLst>
            <pc:docMk/>
            <pc:sldMk cId="0" sldId="261"/>
            <ac:spMk id="3" creationId="{00000000-0000-0000-0000-000000000000}"/>
          </ac:spMkLst>
        </pc:spChg>
        <pc:spChg chg="mod">
          <ac:chgData name="" userId="" providerId="" clId="Web-{EE158E8B-A438-4889-ACDF-6E94A2014A75}" dt="2026-09-20T18:37:32.497" v="0" actId="34807"/>
          <ac:spMkLst>
            <pc:docMk/>
            <pc:sldMk cId="0" sldId="261"/>
            <ac:spMk id="4" creationId="{00000000-0000-0000-0000-000000000000}"/>
          </ac:spMkLst>
        </pc:spChg>
        <pc:spChg chg="mod">
          <ac:chgData name="" userId="" providerId="" clId="Web-{EE158E8B-A438-4889-ACDF-6E94A2014A75}" dt="2026-09-20T18:37:32.497" v="0" actId="34807"/>
          <ac:spMkLst>
            <pc:docMk/>
            <pc:sldMk cId="0" sldId="261"/>
            <ac:spMk id="5" creationId="{00000000-0000-0000-0000-000000000000}"/>
          </ac:spMkLst>
        </pc:spChg>
        <pc:spChg chg="mod">
          <ac:chgData name="" userId="" providerId="" clId="Web-{EE158E8B-A438-4889-ACDF-6E94A2014A75}" dt="2026-09-20T18:37:49.888" v="2" actId="34807"/>
          <ac:spMkLst>
            <pc:docMk/>
            <pc:sldMk cId="0" sldId="261"/>
            <ac:spMk id="6" creationId="{00000000-0000-0000-0000-000000000000}"/>
          </ac:spMkLst>
        </pc:spChg>
        <pc:spChg chg="mod">
          <ac:chgData name="" userId="" providerId="" clId="Web-{EE158E8B-A438-4889-ACDF-6E94A2014A75}" dt="2026-09-20T18:37:32.497" v="0" actId="34807"/>
          <ac:spMkLst>
            <pc:docMk/>
            <pc:sldMk cId="0" sldId="261"/>
            <ac:spMk id="7" creationId="{00000000-0000-0000-0000-000000000000}"/>
          </ac:spMkLst>
        </pc:spChg>
        <pc:spChg chg="mod">
          <ac:chgData name="" userId="" providerId="" clId="Web-{EE158E8B-A438-4889-ACDF-6E94A2014A75}" dt="2026-09-20T18:37:32.497" v="0" actId="34807"/>
          <ac:spMkLst>
            <pc:docMk/>
            <pc:sldMk cId="0" sldId="261"/>
            <ac:spMk id="9" creationId="{00000000-0000-0000-0000-000000000000}"/>
          </ac:spMkLst>
        </pc:spChg>
        <pc:spChg chg="mod">
          <ac:chgData name="" userId="" providerId="" clId="Web-{EE158E8B-A438-4889-ACDF-6E94A2014A75}" dt="2026-09-20T18:37:49.888" v="2" actId="34807"/>
          <ac:spMkLst>
            <pc:docMk/>
            <pc:sldMk cId="0" sldId="261"/>
            <ac:spMk id="11" creationId="{00000000-0000-0000-0000-000000000000}"/>
          </ac:spMkLst>
        </pc:spChg>
        <pc:spChg chg="mod">
          <ac:chgData name="" userId="" providerId="" clId="Web-{EE158E8B-A438-4889-ACDF-6E94A2014A75}" dt="2026-09-20T18:38:25.671" v="4" actId="34807"/>
          <ac:spMkLst>
            <pc:docMk/>
            <pc:sldMk cId="0" sldId="261"/>
            <ac:spMk id="12" creationId="{00000000-0000-0000-0000-000000000000}"/>
          </ac:spMkLst>
        </pc:spChg>
        <pc:spChg chg="mod">
          <ac:chgData name="" userId="" providerId="" clId="Web-{EE158E8B-A438-4889-ACDF-6E94A2014A75}" dt="2026-09-20T18:37:49.888" v="2" actId="34807"/>
          <ac:spMkLst>
            <pc:docMk/>
            <pc:sldMk cId="0" sldId="261"/>
            <ac:spMk id="13" creationId="{00000000-0000-0000-0000-000000000000}"/>
          </ac:spMkLst>
        </pc:spChg>
        <pc:spChg chg="mod">
          <ac:chgData name="" userId="" providerId="" clId="Web-{EE158E8B-A438-4889-ACDF-6E94A2014A75}" dt="2026-09-20T18:37:32.497" v="0" actId="34807"/>
          <ac:spMkLst>
            <pc:docMk/>
            <pc:sldMk cId="0" sldId="261"/>
            <ac:spMk id="14" creationId="{00000000-0000-0000-0000-000000000000}"/>
          </ac:spMkLst>
        </pc:spChg>
        <pc:spChg chg="mod">
          <ac:chgData name="" userId="" providerId="" clId="Web-{EE158E8B-A438-4889-ACDF-6E94A2014A75}" dt="2026-09-20T18:37:32.497" v="0" actId="34807"/>
          <ac:spMkLst>
            <pc:docMk/>
            <pc:sldMk cId="0" sldId="261"/>
            <ac:spMk id="15" creationId="{00000000-0000-0000-0000-000000000000}"/>
          </ac:spMkLst>
        </pc:spChg>
        <pc:spChg chg="mod">
          <ac:chgData name="" userId="" providerId="" clId="Web-{EE158E8B-A438-4889-ACDF-6E94A2014A75}" dt="2026-09-20T18:37:49.888" v="2" actId="34807"/>
          <ac:spMkLst>
            <pc:docMk/>
            <pc:sldMk cId="0" sldId="261"/>
            <ac:spMk id="16" creationId="{00000000-0000-0000-0000-000000000000}"/>
          </ac:spMkLst>
        </pc:spChg>
        <pc:spChg chg="mod">
          <ac:chgData name="" userId="" providerId="" clId="Web-{EE158E8B-A438-4889-ACDF-6E94A2014A75}" dt="2026-09-20T18:37:49.888" v="2" actId="34807"/>
          <ac:spMkLst>
            <pc:docMk/>
            <pc:sldMk cId="0" sldId="261"/>
            <ac:spMk id="17" creationId="{00000000-0000-0000-0000-000000000000}"/>
          </ac:spMkLst>
        </pc:spChg>
        <pc:spChg chg="mod">
          <ac:chgData name="" userId="" providerId="" clId="Web-{EE158E8B-A438-4889-ACDF-6E94A2014A75}" dt="2026-09-20T18:38:25.671" v="4" actId="34807"/>
          <ac:spMkLst>
            <pc:docMk/>
            <pc:sldMk cId="0" sldId="261"/>
            <ac:spMk id="18" creationId="{00000000-0000-0000-0000-000000000000}"/>
          </ac:spMkLst>
        </pc:spChg>
        <pc:spChg chg="mod">
          <ac:chgData name="" userId="" providerId="" clId="Web-{EE158E8B-A438-4889-ACDF-6E94A2014A75}" dt="2026-09-20T18:37:49.888" v="2" actId="34807"/>
          <ac:spMkLst>
            <pc:docMk/>
            <pc:sldMk cId="0" sldId="261"/>
            <ac:spMk id="23" creationId="{00000000-0000-0000-0000-000000000000}"/>
          </ac:spMkLst>
        </pc:spChg>
        <pc:spChg chg="mod">
          <ac:chgData name="" userId="" providerId="" clId="Web-{EE158E8B-A438-4889-ACDF-6E94A2014A75}" dt="2026-09-20T18:37:49.888" v="2" actId="34807"/>
          <ac:spMkLst>
            <pc:docMk/>
            <pc:sldMk cId="0" sldId="261"/>
            <ac:spMk id="27" creationId="{00000000-0000-0000-0000-000000000000}"/>
          </ac:spMkLst>
        </pc:spChg>
        <pc:spChg chg="mod">
          <ac:chgData name="" userId="" providerId="" clId="Web-{EE158E8B-A438-4889-ACDF-6E94A2014A75}" dt="2026-09-20T18:37:32.497" v="0" actId="34807"/>
          <ac:spMkLst>
            <pc:docMk/>
            <pc:sldMk cId="0" sldId="261"/>
            <ac:spMk id="28" creationId="{00000000-0000-0000-0000-000000000000}"/>
          </ac:spMkLst>
        </pc:spChg>
        <pc:spChg chg="mod">
          <ac:chgData name="" userId="" providerId="" clId="Web-{EE158E8B-A438-4889-ACDF-6E94A2014A75}" dt="2026-09-20T18:37:32.497" v="0" actId="34807"/>
          <ac:spMkLst>
            <pc:docMk/>
            <pc:sldMk cId="0" sldId="261"/>
            <ac:spMk id="29" creationId="{00000000-0000-0000-0000-000000000000}"/>
          </ac:spMkLst>
        </pc:spChg>
        <pc:spChg chg="mod">
          <ac:chgData name="" userId="" providerId="" clId="Web-{EE158E8B-A438-4889-ACDF-6E94A2014A75}" dt="2026-09-20T18:37:32.497" v="0" actId="34807"/>
          <ac:spMkLst>
            <pc:docMk/>
            <pc:sldMk cId="0" sldId="261"/>
            <ac:spMk id="31" creationId="{00000000-0000-0000-0000-000000000000}"/>
          </ac:spMkLst>
        </pc:spChg>
      </pc:sldChg>
      <pc:sldChg chg="modSp del">
        <pc:chgData name="" userId="" providerId="" clId="Web-{EE158E8B-A438-4889-ACDF-6E94A2014A75}" dt="2026-09-20T18:43:24.697" v="49" actId="34807"/>
        <pc:sldMkLst>
          <pc:docMk/>
          <pc:sldMk cId="0" sldId="262"/>
        </pc:sldMkLst>
        <pc:spChg chg="mod">
          <ac:chgData name="" userId="" providerId="" clId="Web-{EE158E8B-A438-4889-ACDF-6E94A2014A75}" dt="2026-09-20T18:37:49.888" v="2" actId="34807"/>
          <ac:spMkLst>
            <pc:docMk/>
            <pc:sldMk cId="0" sldId="262"/>
            <ac:spMk id="2" creationId="{00000000-0000-0000-0000-000000000000}"/>
          </ac:spMkLst>
        </pc:spChg>
        <pc:spChg chg="mod">
          <ac:chgData name="" userId="" providerId="" clId="Web-{EE158E8B-A438-4889-ACDF-6E94A2014A75}" dt="2026-09-20T18:37:49.888" v="2" actId="34807"/>
          <ac:spMkLst>
            <pc:docMk/>
            <pc:sldMk cId="0" sldId="262"/>
            <ac:spMk id="3" creationId="{00000000-0000-0000-0000-000000000000}"/>
          </ac:spMkLst>
        </pc:spChg>
        <pc:spChg chg="mod">
          <ac:chgData name="" userId="" providerId="" clId="Web-{EE158E8B-A438-4889-ACDF-6E94A2014A75}" dt="2026-09-20T18:37:49.888" v="2" actId="34807"/>
          <ac:spMkLst>
            <pc:docMk/>
            <pc:sldMk cId="0" sldId="262"/>
            <ac:spMk id="5" creationId="{00000000-0000-0000-0000-000000000000}"/>
          </ac:spMkLst>
        </pc:spChg>
        <pc:spChg chg="mod">
          <ac:chgData name="" userId="" providerId="" clId="Web-{EE158E8B-A438-4889-ACDF-6E94A2014A75}" dt="2026-09-20T18:37:32.497" v="0" actId="34807"/>
          <ac:spMkLst>
            <pc:docMk/>
            <pc:sldMk cId="0" sldId="262"/>
            <ac:spMk id="6" creationId="{00000000-0000-0000-0000-000000000000}"/>
          </ac:spMkLst>
        </pc:spChg>
        <pc:spChg chg="mod">
          <ac:chgData name="" userId="" providerId="" clId="Web-{EE158E8B-A438-4889-ACDF-6E94A2014A75}" dt="2026-09-20T18:37:32.497" v="0" actId="34807"/>
          <ac:spMkLst>
            <pc:docMk/>
            <pc:sldMk cId="0" sldId="262"/>
            <ac:spMk id="7" creationId="{00000000-0000-0000-0000-000000000000}"/>
          </ac:spMkLst>
        </pc:spChg>
        <pc:spChg chg="mod">
          <ac:chgData name="" userId="" providerId="" clId="Web-{EE158E8B-A438-4889-ACDF-6E94A2014A75}" dt="2026-09-20T18:37:32.497" v="0" actId="34807"/>
          <ac:spMkLst>
            <pc:docMk/>
            <pc:sldMk cId="0" sldId="262"/>
            <ac:spMk id="10" creationId="{00000000-0000-0000-0000-000000000000}"/>
          </ac:spMkLst>
        </pc:spChg>
        <pc:spChg chg="mod">
          <ac:chgData name="" userId="" providerId="" clId="Web-{EE158E8B-A438-4889-ACDF-6E94A2014A75}" dt="2026-09-20T18:37:32.497" v="0" actId="34807"/>
          <ac:spMkLst>
            <pc:docMk/>
            <pc:sldMk cId="0" sldId="262"/>
            <ac:spMk id="11" creationId="{00000000-0000-0000-0000-000000000000}"/>
          </ac:spMkLst>
        </pc:spChg>
        <pc:spChg chg="mod">
          <ac:chgData name="" userId="" providerId="" clId="Web-{EE158E8B-A438-4889-ACDF-6E94A2014A75}" dt="2026-09-20T18:38:25.671" v="4" actId="34807"/>
          <ac:spMkLst>
            <pc:docMk/>
            <pc:sldMk cId="0" sldId="262"/>
            <ac:spMk id="12" creationId="{00000000-0000-0000-0000-000000000000}"/>
          </ac:spMkLst>
        </pc:spChg>
        <pc:spChg chg="mod">
          <ac:chgData name="" userId="" providerId="" clId="Web-{EE158E8B-A438-4889-ACDF-6E94A2014A75}" dt="2026-09-20T18:37:49.888" v="2" actId="34807"/>
          <ac:spMkLst>
            <pc:docMk/>
            <pc:sldMk cId="0" sldId="262"/>
            <ac:spMk id="14" creationId="{00000000-0000-0000-0000-000000000000}"/>
          </ac:spMkLst>
        </pc:spChg>
        <pc:spChg chg="mod">
          <ac:chgData name="" userId="" providerId="" clId="Web-{EE158E8B-A438-4889-ACDF-6E94A2014A75}" dt="2026-09-20T18:37:49.888" v="2" actId="34807"/>
          <ac:spMkLst>
            <pc:docMk/>
            <pc:sldMk cId="0" sldId="262"/>
            <ac:spMk id="15" creationId="{00000000-0000-0000-0000-000000000000}"/>
          </ac:spMkLst>
        </pc:spChg>
        <pc:spChg chg="mod">
          <ac:chgData name="" userId="" providerId="" clId="Web-{EE158E8B-A438-4889-ACDF-6E94A2014A75}" dt="2026-09-20T18:37:49.888" v="2" actId="34807"/>
          <ac:spMkLst>
            <pc:docMk/>
            <pc:sldMk cId="0" sldId="262"/>
            <ac:spMk id="17" creationId="{00000000-0000-0000-0000-000000000000}"/>
          </ac:spMkLst>
        </pc:spChg>
        <pc:spChg chg="mod">
          <ac:chgData name="" userId="" providerId="" clId="Web-{EE158E8B-A438-4889-ACDF-6E94A2014A75}" dt="2026-09-20T18:37:49.888" v="2" actId="34807"/>
          <ac:spMkLst>
            <pc:docMk/>
            <pc:sldMk cId="0" sldId="262"/>
            <ac:spMk id="19" creationId="{00000000-0000-0000-0000-000000000000}"/>
          </ac:spMkLst>
        </pc:spChg>
        <pc:spChg chg="mod">
          <ac:chgData name="" userId="" providerId="" clId="Web-{EE158E8B-A438-4889-ACDF-6E94A2014A75}" dt="2026-09-20T18:37:49.888" v="2" actId="34807"/>
          <ac:spMkLst>
            <pc:docMk/>
            <pc:sldMk cId="0" sldId="262"/>
            <ac:spMk id="20" creationId="{00000000-0000-0000-0000-000000000000}"/>
          </ac:spMkLst>
        </pc:spChg>
        <pc:spChg chg="mod">
          <ac:chgData name="" userId="" providerId="" clId="Web-{EE158E8B-A438-4889-ACDF-6E94A2014A75}" dt="2026-09-20T18:37:49.888" v="2" actId="34807"/>
          <ac:spMkLst>
            <pc:docMk/>
            <pc:sldMk cId="0" sldId="262"/>
            <ac:spMk id="21" creationId="{00000000-0000-0000-0000-000000000000}"/>
          </ac:spMkLst>
        </pc:spChg>
        <pc:spChg chg="mod">
          <ac:chgData name="" userId="" providerId="" clId="Web-{EE158E8B-A438-4889-ACDF-6E94A2014A75}" dt="2026-09-20T18:37:32.497" v="0" actId="34807"/>
          <ac:spMkLst>
            <pc:docMk/>
            <pc:sldMk cId="0" sldId="262"/>
            <ac:spMk id="23" creationId="{00000000-0000-0000-0000-000000000000}"/>
          </ac:spMkLst>
        </pc:spChg>
      </pc:sldChg>
      <pc:sldChg chg="modSp del">
        <pc:chgData name="" userId="" providerId="" clId="Web-{EE158E8B-A438-4889-ACDF-6E94A2014A75}" dt="2026-09-20T18:43:24.697" v="49" actId="34807"/>
        <pc:sldMkLst>
          <pc:docMk/>
          <pc:sldMk cId="0" sldId="263"/>
        </pc:sldMkLst>
        <pc:spChg chg="mod">
          <ac:chgData name="" userId="" providerId="" clId="Web-{EE158E8B-A438-4889-ACDF-6E94A2014A75}" dt="2026-09-20T18:37:49.888" v="2" actId="34807"/>
          <ac:spMkLst>
            <pc:docMk/>
            <pc:sldMk cId="0" sldId="263"/>
            <ac:spMk id="2" creationId="{00000000-0000-0000-0000-000000000000}"/>
          </ac:spMkLst>
        </pc:spChg>
        <pc:spChg chg="mod">
          <ac:chgData name="" userId="" providerId="" clId="Web-{EE158E8B-A438-4889-ACDF-6E94A2014A75}" dt="2026-09-20T18:37:49.888" v="2" actId="34807"/>
          <ac:spMkLst>
            <pc:docMk/>
            <pc:sldMk cId="0" sldId="263"/>
            <ac:spMk id="3" creationId="{00000000-0000-0000-0000-000000000000}"/>
          </ac:spMkLst>
        </pc:spChg>
        <pc:spChg chg="mod">
          <ac:chgData name="" userId="" providerId="" clId="Web-{EE158E8B-A438-4889-ACDF-6E94A2014A75}" dt="2026-09-20T18:37:49.888" v="2" actId="34807"/>
          <ac:spMkLst>
            <pc:docMk/>
            <pc:sldMk cId="0" sldId="263"/>
            <ac:spMk id="4" creationId="{00000000-0000-0000-0000-000000000000}"/>
          </ac:spMkLst>
        </pc:spChg>
        <pc:spChg chg="mod">
          <ac:chgData name="" userId="" providerId="" clId="Web-{EE158E8B-A438-4889-ACDF-6E94A2014A75}" dt="2026-09-20T18:37:49.888" v="2" actId="34807"/>
          <ac:spMkLst>
            <pc:docMk/>
            <pc:sldMk cId="0" sldId="263"/>
            <ac:spMk id="5" creationId="{00000000-0000-0000-0000-000000000000}"/>
          </ac:spMkLst>
        </pc:spChg>
        <pc:spChg chg="mod">
          <ac:chgData name="" userId="" providerId="" clId="Web-{EE158E8B-A438-4889-ACDF-6E94A2014A75}" dt="2026-09-20T18:37:49.888" v="2" actId="34807"/>
          <ac:spMkLst>
            <pc:docMk/>
            <pc:sldMk cId="0" sldId="263"/>
            <ac:spMk id="6" creationId="{00000000-0000-0000-0000-000000000000}"/>
          </ac:spMkLst>
        </pc:spChg>
        <pc:spChg chg="mod">
          <ac:chgData name="" userId="" providerId="" clId="Web-{EE158E8B-A438-4889-ACDF-6E94A2014A75}" dt="2026-09-20T18:37:49.888" v="2" actId="34807"/>
          <ac:spMkLst>
            <pc:docMk/>
            <pc:sldMk cId="0" sldId="263"/>
            <ac:spMk id="7" creationId="{00000000-0000-0000-0000-000000000000}"/>
          </ac:spMkLst>
        </pc:spChg>
        <pc:spChg chg="mod">
          <ac:chgData name="" userId="" providerId="" clId="Web-{EE158E8B-A438-4889-ACDF-6E94A2014A75}" dt="2026-09-20T18:37:32.497" v="0" actId="34807"/>
          <ac:spMkLst>
            <pc:docMk/>
            <pc:sldMk cId="0" sldId="263"/>
            <ac:spMk id="8" creationId="{00000000-0000-0000-0000-000000000000}"/>
          </ac:spMkLst>
        </pc:spChg>
        <pc:spChg chg="mod">
          <ac:chgData name="" userId="" providerId="" clId="Web-{EE158E8B-A438-4889-ACDF-6E94A2014A75}" dt="2026-09-20T18:37:32.497" v="0" actId="34807"/>
          <ac:spMkLst>
            <pc:docMk/>
            <pc:sldMk cId="0" sldId="263"/>
            <ac:spMk id="10" creationId="{00000000-0000-0000-0000-000000000000}"/>
          </ac:spMkLst>
        </pc:spChg>
        <pc:spChg chg="mod">
          <ac:chgData name="" userId="" providerId="" clId="Web-{EE158E8B-A438-4889-ACDF-6E94A2014A75}" dt="2026-09-20T18:37:32.497" v="0" actId="34807"/>
          <ac:spMkLst>
            <pc:docMk/>
            <pc:sldMk cId="0" sldId="263"/>
            <ac:spMk id="11" creationId="{00000000-0000-0000-0000-000000000000}"/>
          </ac:spMkLst>
        </pc:spChg>
        <pc:spChg chg="mod">
          <ac:chgData name="" userId="" providerId="" clId="Web-{EE158E8B-A438-4889-ACDF-6E94A2014A75}" dt="2026-09-20T18:37:49.888" v="2" actId="34807"/>
          <ac:spMkLst>
            <pc:docMk/>
            <pc:sldMk cId="0" sldId="263"/>
            <ac:spMk id="13" creationId="{00000000-0000-0000-0000-000000000000}"/>
          </ac:spMkLst>
        </pc:spChg>
        <pc:spChg chg="mod">
          <ac:chgData name="" userId="" providerId="" clId="Web-{EE158E8B-A438-4889-ACDF-6E94A2014A75}" dt="2026-09-20T18:37:32.497" v="0" actId="34807"/>
          <ac:spMkLst>
            <pc:docMk/>
            <pc:sldMk cId="0" sldId="263"/>
            <ac:spMk id="14" creationId="{00000000-0000-0000-0000-000000000000}"/>
          </ac:spMkLst>
        </pc:spChg>
        <pc:spChg chg="mod">
          <ac:chgData name="" userId="" providerId="" clId="Web-{EE158E8B-A438-4889-ACDF-6E94A2014A75}" dt="2026-09-20T18:37:32.497" v="0" actId="34807"/>
          <ac:spMkLst>
            <pc:docMk/>
            <pc:sldMk cId="0" sldId="263"/>
            <ac:spMk id="15" creationId="{00000000-0000-0000-0000-000000000000}"/>
          </ac:spMkLst>
        </pc:spChg>
        <pc:spChg chg="mod">
          <ac:chgData name="" userId="" providerId="" clId="Web-{EE158E8B-A438-4889-ACDF-6E94A2014A75}" dt="2026-09-20T18:37:49.888" v="2" actId="34807"/>
          <ac:spMkLst>
            <pc:docMk/>
            <pc:sldMk cId="0" sldId="263"/>
            <ac:spMk id="16" creationId="{00000000-0000-0000-0000-000000000000}"/>
          </ac:spMkLst>
        </pc:spChg>
        <pc:spChg chg="mod">
          <ac:chgData name="" userId="" providerId="" clId="Web-{EE158E8B-A438-4889-ACDF-6E94A2014A75}" dt="2026-09-20T18:37:32.497" v="0" actId="34807"/>
          <ac:spMkLst>
            <pc:docMk/>
            <pc:sldMk cId="0" sldId="263"/>
            <ac:spMk id="17" creationId="{00000000-0000-0000-0000-000000000000}"/>
          </ac:spMkLst>
        </pc:spChg>
        <pc:spChg chg="mod">
          <ac:chgData name="" userId="" providerId="" clId="Web-{EE158E8B-A438-4889-ACDF-6E94A2014A75}" dt="2026-09-20T18:37:49.888" v="2" actId="34807"/>
          <ac:spMkLst>
            <pc:docMk/>
            <pc:sldMk cId="0" sldId="263"/>
            <ac:spMk id="19" creationId="{00000000-0000-0000-0000-000000000000}"/>
          </ac:spMkLst>
        </pc:spChg>
        <pc:spChg chg="mod">
          <ac:chgData name="" userId="" providerId="" clId="Web-{EE158E8B-A438-4889-ACDF-6E94A2014A75}" dt="2026-09-20T18:37:49.888" v="2" actId="34807"/>
          <ac:spMkLst>
            <pc:docMk/>
            <pc:sldMk cId="0" sldId="263"/>
            <ac:spMk id="21" creationId="{00000000-0000-0000-0000-000000000000}"/>
          </ac:spMkLst>
        </pc:spChg>
        <pc:spChg chg="mod">
          <ac:chgData name="" userId="" providerId="" clId="Web-{EE158E8B-A438-4889-ACDF-6E94A2014A75}" dt="2026-09-20T18:37:32.497" v="0" actId="34807"/>
          <ac:spMkLst>
            <pc:docMk/>
            <pc:sldMk cId="0" sldId="263"/>
            <ac:spMk id="23" creationId="{00000000-0000-0000-0000-000000000000}"/>
          </ac:spMkLst>
        </pc:spChg>
      </pc:sldChg>
      <pc:sldChg chg="modSp del">
        <pc:chgData name="" userId="" providerId="" clId="Web-{EE158E8B-A438-4889-ACDF-6E94A2014A75}" dt="2026-09-20T18:43:24.697" v="49" actId="34807"/>
        <pc:sldMkLst>
          <pc:docMk/>
          <pc:sldMk cId="0" sldId="264"/>
        </pc:sldMkLst>
        <pc:spChg chg="mod">
          <ac:chgData name="" userId="" providerId="" clId="Web-{EE158E8B-A438-4889-ACDF-6E94A2014A75}" dt="2026-09-20T18:37:49.888" v="2" actId="34807"/>
          <ac:spMkLst>
            <pc:docMk/>
            <pc:sldMk cId="0" sldId="264"/>
            <ac:spMk id="2" creationId="{00000000-0000-0000-0000-000000000000}"/>
          </ac:spMkLst>
        </pc:spChg>
        <pc:spChg chg="mod">
          <ac:chgData name="" userId="" providerId="" clId="Web-{EE158E8B-A438-4889-ACDF-6E94A2014A75}" dt="2026-09-20T18:37:49.888" v="2" actId="34807"/>
          <ac:spMkLst>
            <pc:docMk/>
            <pc:sldMk cId="0" sldId="264"/>
            <ac:spMk id="3" creationId="{00000000-0000-0000-0000-000000000000}"/>
          </ac:spMkLst>
        </pc:spChg>
        <pc:spChg chg="mod">
          <ac:chgData name="" userId="" providerId="" clId="Web-{EE158E8B-A438-4889-ACDF-6E94A2014A75}" dt="2026-09-20T18:37:49.888" v="2" actId="34807"/>
          <ac:spMkLst>
            <pc:docMk/>
            <pc:sldMk cId="0" sldId="264"/>
            <ac:spMk id="5" creationId="{00000000-0000-0000-0000-000000000000}"/>
          </ac:spMkLst>
        </pc:spChg>
        <pc:spChg chg="mod">
          <ac:chgData name="" userId="" providerId="" clId="Web-{EE158E8B-A438-4889-ACDF-6E94A2014A75}" dt="2026-09-20T18:37:49.888" v="2" actId="34807"/>
          <ac:spMkLst>
            <pc:docMk/>
            <pc:sldMk cId="0" sldId="264"/>
            <ac:spMk id="10" creationId="{00000000-0000-0000-0000-000000000000}"/>
          </ac:spMkLst>
        </pc:spChg>
        <pc:spChg chg="mod">
          <ac:chgData name="" userId="" providerId="" clId="Web-{EE158E8B-A438-4889-ACDF-6E94A2014A75}" dt="2026-09-20T18:37:49.888" v="2" actId="34807"/>
          <ac:spMkLst>
            <pc:docMk/>
            <pc:sldMk cId="0" sldId="264"/>
            <ac:spMk id="11" creationId="{00000000-0000-0000-0000-000000000000}"/>
          </ac:spMkLst>
        </pc:spChg>
        <pc:spChg chg="mod">
          <ac:chgData name="" userId="" providerId="" clId="Web-{EE158E8B-A438-4889-ACDF-6E94A2014A75}" dt="2026-09-20T18:37:49.888" v="2" actId="34807"/>
          <ac:spMkLst>
            <pc:docMk/>
            <pc:sldMk cId="0" sldId="264"/>
            <ac:spMk id="12" creationId="{00000000-0000-0000-0000-000000000000}"/>
          </ac:spMkLst>
        </pc:spChg>
        <pc:spChg chg="mod">
          <ac:chgData name="" userId="" providerId="" clId="Web-{EE158E8B-A438-4889-ACDF-6E94A2014A75}" dt="2026-09-20T18:37:49.888" v="2" actId="34807"/>
          <ac:spMkLst>
            <pc:docMk/>
            <pc:sldMk cId="0" sldId="264"/>
            <ac:spMk id="13" creationId="{00000000-0000-0000-0000-000000000000}"/>
          </ac:spMkLst>
        </pc:spChg>
        <pc:spChg chg="mod">
          <ac:chgData name="" userId="" providerId="" clId="Web-{EE158E8B-A438-4889-ACDF-6E94A2014A75}" dt="2026-09-20T18:37:49.888" v="2" actId="34807"/>
          <ac:spMkLst>
            <pc:docMk/>
            <pc:sldMk cId="0" sldId="264"/>
            <ac:spMk id="14" creationId="{00000000-0000-0000-0000-000000000000}"/>
          </ac:spMkLst>
        </pc:spChg>
        <pc:spChg chg="mod">
          <ac:chgData name="" userId="" providerId="" clId="Web-{EE158E8B-A438-4889-ACDF-6E94A2014A75}" dt="2026-09-20T18:37:32.497" v="0" actId="34807"/>
          <ac:spMkLst>
            <pc:docMk/>
            <pc:sldMk cId="0" sldId="264"/>
            <ac:spMk id="15" creationId="{00000000-0000-0000-0000-000000000000}"/>
          </ac:spMkLst>
        </pc:spChg>
        <pc:spChg chg="mod">
          <ac:chgData name="" userId="" providerId="" clId="Web-{EE158E8B-A438-4889-ACDF-6E94A2014A75}" dt="2026-09-20T18:37:32.497" v="0" actId="34807"/>
          <ac:spMkLst>
            <pc:docMk/>
            <pc:sldMk cId="0" sldId="264"/>
            <ac:spMk id="16" creationId="{00000000-0000-0000-0000-000000000000}"/>
          </ac:spMkLst>
        </pc:spChg>
        <pc:spChg chg="mod">
          <ac:chgData name="" userId="" providerId="" clId="Web-{EE158E8B-A438-4889-ACDF-6E94A2014A75}" dt="2026-09-20T18:37:32.497" v="0" actId="34807"/>
          <ac:spMkLst>
            <pc:docMk/>
            <pc:sldMk cId="0" sldId="264"/>
            <ac:spMk id="18" creationId="{00000000-0000-0000-0000-000000000000}"/>
          </ac:spMkLst>
        </pc:spChg>
        <pc:spChg chg="mod">
          <ac:chgData name="" userId="" providerId="" clId="Web-{EE158E8B-A438-4889-ACDF-6E94A2014A75}" dt="2026-09-20T18:37:32.497" v="0" actId="34807"/>
          <ac:spMkLst>
            <pc:docMk/>
            <pc:sldMk cId="0" sldId="264"/>
            <ac:spMk id="22" creationId="{00000000-0000-0000-0000-000000000000}"/>
          </ac:spMkLst>
        </pc:spChg>
        <pc:spChg chg="mod">
          <ac:chgData name="" userId="" providerId="" clId="Web-{EE158E8B-A438-4889-ACDF-6E94A2014A75}" dt="2026-09-20T18:38:25.671" v="4" actId="34807"/>
          <ac:spMkLst>
            <pc:docMk/>
            <pc:sldMk cId="0" sldId="264"/>
            <ac:spMk id="24" creationId="{00000000-0000-0000-0000-000000000000}"/>
          </ac:spMkLst>
        </pc:spChg>
        <pc:spChg chg="mod">
          <ac:chgData name="" userId="" providerId="" clId="Web-{EE158E8B-A438-4889-ACDF-6E94A2014A75}" dt="2026-09-20T18:37:49.888" v="2" actId="34807"/>
          <ac:spMkLst>
            <pc:docMk/>
            <pc:sldMk cId="0" sldId="264"/>
            <ac:spMk id="27" creationId="{00000000-0000-0000-0000-000000000000}"/>
          </ac:spMkLst>
        </pc:spChg>
        <pc:spChg chg="mod">
          <ac:chgData name="" userId="" providerId="" clId="Web-{EE158E8B-A438-4889-ACDF-6E94A2014A75}" dt="2026-09-20T18:37:49.888" v="2" actId="34807"/>
          <ac:spMkLst>
            <pc:docMk/>
            <pc:sldMk cId="0" sldId="264"/>
            <ac:spMk id="28" creationId="{00000000-0000-0000-0000-000000000000}"/>
          </ac:spMkLst>
        </pc:spChg>
        <pc:spChg chg="mod">
          <ac:chgData name="" userId="" providerId="" clId="Web-{EE158E8B-A438-4889-ACDF-6E94A2014A75}" dt="2026-09-20T18:43:16.931" v="48" actId="34807"/>
          <ac:spMkLst>
            <pc:docMk/>
            <pc:sldMk cId="0" sldId="264"/>
            <ac:spMk id="32" creationId="{00000000-0000-0000-0000-000000000000}"/>
          </ac:spMkLst>
        </pc:spChg>
        <pc:spChg chg="mod">
          <ac:chgData name="" userId="" providerId="" clId="Web-{EE158E8B-A438-4889-ACDF-6E94A2014A75}" dt="2026-09-20T18:37:32.497" v="0" actId="34807"/>
          <ac:spMkLst>
            <pc:docMk/>
            <pc:sldMk cId="0" sldId="264"/>
            <ac:spMk id="34" creationId="{00000000-0000-0000-0000-000000000000}"/>
          </ac:spMkLst>
        </pc:spChg>
        <pc:spChg chg="mod">
          <ac:chgData name="" userId="" providerId="" clId="Web-{EE158E8B-A438-4889-ACDF-6E94A2014A75}" dt="2026-09-20T18:37:32.497" v="0" actId="34807"/>
          <ac:spMkLst>
            <pc:docMk/>
            <pc:sldMk cId="0" sldId="264"/>
            <ac:spMk id="35" creationId="{00000000-0000-0000-0000-000000000000}"/>
          </ac:spMkLst>
        </pc:spChg>
      </pc:sldChg>
      <pc:sldChg chg="addSp modSp add del">
        <pc:chgData name="" userId="" providerId="" clId="Web-{EE158E8B-A438-4889-ACDF-6E94A2014A75}" dt="2026-09-20T18:43:24.697" v="49" actId="34807"/>
        <pc:sldMkLst>
          <pc:docMk/>
          <pc:sldMk cId="2427002719" sldId="466"/>
        </pc:sldMkLst>
        <pc:graphicFrameChg chg="add mod">
          <ac:chgData name="" userId="" providerId="" clId="Web-{EE158E8B-A438-4889-ACDF-6E94A2014A75}" dt="2026-09-20T18:38:25.202" v="3" actId="34807"/>
          <ac:graphicFrameMkLst>
            <pc:docMk/>
            <pc:sldMk cId="2427002719" sldId="466"/>
            <ac:graphicFrameMk id="3" creationId="{85D647EB-A8E6-41D4-99A3-B0CD9C533CA2}"/>
          </ac:graphicFrameMkLst>
        </pc:graphicFrameChg>
        <pc:graphicFrameChg chg="add mod">
          <ac:chgData name="" userId="" providerId="" clId="Web-{EE158E8B-A438-4889-ACDF-6E94A2014A75}" dt="2026-09-20T18:38:33.265" v="5" actId="34807"/>
          <ac:graphicFrameMkLst>
            <pc:docMk/>
            <pc:sldMk cId="2427002719" sldId="466"/>
            <ac:graphicFrameMk id="4" creationId="{F18768A2-A64A-4AA8-A7BE-1C236D1B9CB2}"/>
          </ac:graphicFrameMkLst>
        </pc:graphicFrameChg>
        <pc:graphicFrameChg chg="add mod">
          <ac:chgData name="" userId="" providerId="" clId="Web-{EE158E8B-A438-4889-ACDF-6E94A2014A75}" dt="2026-09-20T18:39:14.297" v="7" actId="34807"/>
          <ac:graphicFrameMkLst>
            <pc:docMk/>
            <pc:sldMk cId="2427002719" sldId="466"/>
            <ac:graphicFrameMk id="5" creationId="{719DCB17-1DB7-4C88-8090-D7D9F45A7B29}"/>
          </ac:graphicFrameMkLst>
        </pc:graphicFrameChg>
      </pc:sldChg>
      <pc:sldChg chg="addSp modSp add modNotesTx">
        <pc:chgData name="" userId="" providerId="" clId="Web-{EE158E8B-A438-4889-ACDF-6E94A2014A75}" dt="2026-09-20T18:41:25.333" v="11" actId="34807"/>
        <pc:sldMkLst>
          <pc:docMk/>
          <pc:sldMk cId="2709584391" sldId="667"/>
        </pc:sldMkLst>
        <pc:spChg chg="add mod">
          <ac:chgData name="" userId="" providerId="" clId="Web-{EE158E8B-A438-4889-ACDF-6E94A2014A75}" dt="2026-09-20T18:41:24.880" v="10" actId="34807"/>
          <ac:spMkLst>
            <pc:docMk/>
            <pc:sldMk cId="2709584391" sldId="667"/>
            <ac:spMk id="53" creationId="{5DA0D5A1-6767-0DCD-FAFD-7597901EF4A2}"/>
          </ac:spMkLst>
        </pc:spChg>
        <pc:spChg chg="add mod">
          <ac:chgData name="" userId="" providerId="" clId="Web-{EE158E8B-A438-4889-ACDF-6E94A2014A75}" dt="2026-09-20T18:41:24.880" v="10" actId="34807"/>
          <ac:spMkLst>
            <pc:docMk/>
            <pc:sldMk cId="2709584391" sldId="667"/>
            <ac:spMk id="55" creationId="{0E9700F6-03E2-60CF-EA41-0A72B49D80DB}"/>
          </ac:spMkLst>
        </pc:spChg>
        <pc:spChg chg="add mod">
          <ac:chgData name="" userId="" providerId="" clId="Web-{EE158E8B-A438-4889-ACDF-6E94A2014A75}" dt="2026-09-20T18:41:24.880" v="10" actId="34807"/>
          <ac:spMkLst>
            <pc:docMk/>
            <pc:sldMk cId="2709584391" sldId="667"/>
            <ac:spMk id="58" creationId="{365BFCFF-29ED-52EA-3E98-EE408EBE17C3}"/>
          </ac:spMkLst>
        </pc:spChg>
        <pc:spChg chg="add mod">
          <ac:chgData name="" userId="" providerId="" clId="Web-{EE158E8B-A438-4889-ACDF-6E94A2014A75}" dt="2026-09-20T18:41:24.880" v="10" actId="34807"/>
          <ac:spMkLst>
            <pc:docMk/>
            <pc:sldMk cId="2709584391" sldId="667"/>
            <ac:spMk id="62" creationId="{BC2BC7EC-4EC2-75C4-DF94-21C99301DFC4}"/>
          </ac:spMkLst>
        </pc:spChg>
        <pc:spChg chg="add mod">
          <ac:chgData name="" userId="" providerId="" clId="Web-{EE158E8B-A438-4889-ACDF-6E94A2014A75}" dt="2026-09-20T18:41:24.880" v="10" actId="34807"/>
          <ac:spMkLst>
            <pc:docMk/>
            <pc:sldMk cId="2709584391" sldId="667"/>
            <ac:spMk id="67" creationId="{A29A1CF3-1887-98C1-5E85-F06F7533A438}"/>
          </ac:spMkLst>
        </pc:spChg>
      </pc:sldChg>
      <pc:sldChg chg="addSp modSp add modNotesTx">
        <pc:chgData name="" userId="" providerId="" clId="Web-{EE158E8B-A438-4889-ACDF-6E94A2014A75}" dt="2026-09-20T18:41:33.553" v="16" actId="34807"/>
        <pc:sldMkLst>
          <pc:docMk/>
          <pc:sldMk cId="88650681" sldId="868"/>
        </pc:sldMkLst>
        <pc:spChg chg="add mod">
          <ac:chgData name="" userId="" providerId="" clId="Web-{EE158E8B-A438-4889-ACDF-6E94A2014A75}" dt="2026-09-20T18:41:32.365" v="14" actId="34807"/>
          <ac:spMkLst>
            <pc:docMk/>
            <pc:sldMk cId="88650681" sldId="868"/>
            <ac:spMk id="68" creationId="{615BFA74-19D7-BCAF-5368-1BBFF48DF8CC}"/>
          </ac:spMkLst>
        </pc:spChg>
        <pc:spChg chg="add mod">
          <ac:chgData name="" userId="" providerId="" clId="Web-{EE158E8B-A438-4889-ACDF-6E94A2014A75}" dt="2026-09-20T18:41:32.365" v="14" actId="34807"/>
          <ac:spMkLst>
            <pc:docMk/>
            <pc:sldMk cId="88650681" sldId="868"/>
            <ac:spMk id="70" creationId="{4C2AFE35-6FCA-2676-D04E-7B1FE9BFDAAA}"/>
          </ac:spMkLst>
        </pc:spChg>
        <pc:spChg chg="add mod">
          <ac:chgData name="" userId="" providerId="" clId="Web-{EE158E8B-A438-4889-ACDF-6E94A2014A75}" dt="2026-09-20T18:41:32.365" v="14" actId="34807"/>
          <ac:spMkLst>
            <pc:docMk/>
            <pc:sldMk cId="88650681" sldId="868"/>
            <ac:spMk id="77" creationId="{C9404747-0D73-ADCF-C68E-87E4C75256E8}"/>
          </ac:spMkLst>
        </pc:spChg>
        <pc:spChg chg="add mod">
          <ac:chgData name="" userId="" providerId="" clId="Web-{EE158E8B-A438-4889-ACDF-6E94A2014A75}" dt="2026-09-20T18:41:32.365" v="14" actId="34807"/>
          <ac:spMkLst>
            <pc:docMk/>
            <pc:sldMk cId="88650681" sldId="868"/>
            <ac:spMk id="82" creationId="{775BA77B-2763-C9DB-2D18-272F153F1223}"/>
          </ac:spMkLst>
        </pc:spChg>
        <pc:spChg chg="add mod">
          <ac:chgData name="" userId="" providerId="" clId="Web-{EE158E8B-A438-4889-ACDF-6E94A2014A75}" dt="2026-09-20T18:41:32.365" v="14" actId="34807"/>
          <ac:spMkLst>
            <pc:docMk/>
            <pc:sldMk cId="88650681" sldId="868"/>
            <ac:spMk id="88" creationId="{24EB07A0-4017-57C8-BBA2-AD32A684F3B3}"/>
          </ac:spMkLst>
        </pc:spChg>
        <pc:spChg chg="add mod">
          <ac:chgData name="" userId="" providerId="" clId="Web-{EE158E8B-A438-4889-ACDF-6E94A2014A75}" dt="2026-09-20T18:41:32.365" v="14" actId="34807"/>
          <ac:spMkLst>
            <pc:docMk/>
            <pc:sldMk cId="88650681" sldId="868"/>
            <ac:spMk id="103" creationId="{9A715DF0-0605-59F8-816D-ADE230E415D0}"/>
          </ac:spMkLst>
        </pc:spChg>
        <pc:spChg chg="add mod">
          <ac:chgData name="" userId="" providerId="" clId="Web-{EE158E8B-A438-4889-ACDF-6E94A2014A75}" dt="2026-09-20T18:41:32.365" v="14" actId="34807"/>
          <ac:spMkLst>
            <pc:docMk/>
            <pc:sldMk cId="88650681" sldId="868"/>
            <ac:spMk id="112" creationId="{72732510-8114-54CB-527D-AA8CFFCD93E6}"/>
          </ac:spMkLst>
        </pc:spChg>
        <pc:spChg chg="add mod">
          <ac:chgData name="" userId="" providerId="" clId="Web-{EE158E8B-A438-4889-ACDF-6E94A2014A75}" dt="2026-09-20T18:41:32.365" v="14" actId="34807"/>
          <ac:spMkLst>
            <pc:docMk/>
            <pc:sldMk cId="88650681" sldId="868"/>
            <ac:spMk id="158" creationId="{5F9EA48C-DC4B-A4A4-13C8-0AFE4DED7711}"/>
          </ac:spMkLst>
        </pc:spChg>
        <pc:spChg chg="add mod">
          <ac:chgData name="" userId="" providerId="" clId="Web-{EE158E8B-A438-4889-ACDF-6E94A2014A75}" dt="2026-09-20T18:41:32.365" v="14" actId="34807"/>
          <ac:spMkLst>
            <pc:docMk/>
            <pc:sldMk cId="88650681" sldId="868"/>
            <ac:spMk id="187" creationId="{E7330F5D-44C2-D72D-7BE9-E0F813A3CDA3}"/>
          </ac:spMkLst>
        </pc:spChg>
        <pc:spChg chg="add mod">
          <ac:chgData name="" userId="" providerId="" clId="Web-{EE158E8B-A438-4889-ACDF-6E94A2014A75}" dt="2026-09-20T18:41:32.365" v="14" actId="34807"/>
          <ac:spMkLst>
            <pc:docMk/>
            <pc:sldMk cId="88650681" sldId="868"/>
            <ac:spMk id="238" creationId="{913208DF-C1C9-3CA2-991A-27009AF77BC6}"/>
          </ac:spMkLst>
        </pc:spChg>
        <pc:picChg chg="add">
          <ac:chgData name="" userId="" providerId="" clId="Web-{EE158E8B-A438-4889-ACDF-6E94A2014A75}" dt="2026-09-20T18:41:32.927" v="15" actId="34807"/>
          <ac:picMkLst>
            <pc:docMk/>
            <pc:sldMk cId="88650681" sldId="868"/>
            <ac:picMk id="258" creationId="{9A7B0535-6ABD-3341-11F8-7F87DBA1706F}"/>
          </ac:picMkLst>
        </pc:picChg>
        <pc:picChg chg="add">
          <ac:chgData name="" userId="" providerId="" clId="Web-{EE158E8B-A438-4889-ACDF-6E94A2014A75}" dt="2026-09-20T18:41:32.927" v="15" actId="34807"/>
          <ac:picMkLst>
            <pc:docMk/>
            <pc:sldMk cId="88650681" sldId="868"/>
            <ac:picMk id="259" creationId="{7DA4C339-9D33-2491-7FFC-BCED751A55FF}"/>
          </ac:picMkLst>
        </pc:picChg>
      </pc:sldChg>
      <pc:sldChg chg="addSp modSp add modNotesTx">
        <pc:chgData name="" userId="" providerId="" clId="Web-{EE158E8B-A438-4889-ACDF-6E94A2014A75}" dt="2026-09-20T18:44:55.716" v="50" actId="34807"/>
        <pc:sldMkLst>
          <pc:docMk/>
          <pc:sldMk cId="4149121715" sldId="1069"/>
        </pc:sldMkLst>
        <pc:spChg chg="add mod">
          <ac:chgData name="" userId="" providerId="" clId="Web-{EE158E8B-A438-4889-ACDF-6E94A2014A75}" dt="2026-09-20T18:41:41.647" v="19" actId="34807"/>
          <ac:spMkLst>
            <pc:docMk/>
            <pc:sldMk cId="4149121715" sldId="1069"/>
            <ac:spMk id="260" creationId="{5823D9FF-9AD3-4DB5-6893-DE2C6D81F370}"/>
          </ac:spMkLst>
        </pc:spChg>
        <pc:spChg chg="add mod">
          <ac:chgData name="" userId="" providerId="" clId="Web-{EE158E8B-A438-4889-ACDF-6E94A2014A75}" dt="2026-09-20T18:41:41.647" v="19" actId="34807"/>
          <ac:spMkLst>
            <pc:docMk/>
            <pc:sldMk cId="4149121715" sldId="1069"/>
            <ac:spMk id="265" creationId="{6A36BE71-9C86-6044-43BF-8BCE7F5793BF}"/>
          </ac:spMkLst>
        </pc:spChg>
        <pc:spChg chg="mod">
          <ac:chgData name="" userId="" providerId="" clId="Web-{EE158E8B-A438-4889-ACDF-6E94A2014A75}" dt="2026-09-20T18:44:55.716" v="50" actId="34807"/>
          <ac:spMkLst>
            <pc:docMk/>
            <pc:sldMk cId="4149121715" sldId="1069"/>
            <ac:spMk id="274" creationId="{8779B644-0B83-6F53-2A54-EBF7C0BDBCFF}"/>
          </ac:spMkLst>
        </pc:spChg>
        <pc:spChg chg="add mod">
          <ac:chgData name="" userId="" providerId="" clId="Web-{EE158E8B-A438-4889-ACDF-6E94A2014A75}" dt="2026-09-20T18:41:41.647" v="19" actId="34807"/>
          <ac:spMkLst>
            <pc:docMk/>
            <pc:sldMk cId="4149121715" sldId="1069"/>
            <ac:spMk id="280" creationId="{5AB6AD17-D10A-60FC-547B-1D40E91FE80F}"/>
          </ac:spMkLst>
        </pc:spChg>
        <pc:spChg chg="add mod">
          <ac:chgData name="" userId="" providerId="" clId="Web-{EE158E8B-A438-4889-ACDF-6E94A2014A75}" dt="2026-09-20T18:41:41.647" v="19" actId="34807"/>
          <ac:spMkLst>
            <pc:docMk/>
            <pc:sldMk cId="4149121715" sldId="1069"/>
            <ac:spMk id="287" creationId="{6CFF70CB-FB9A-AC72-9F6F-C11277A92CFC}"/>
          </ac:spMkLst>
        </pc:spChg>
        <pc:spChg chg="mod">
          <ac:chgData name="" userId="" providerId="" clId="Web-{EE158E8B-A438-4889-ACDF-6E94A2014A75}" dt="2026-09-20T18:44:55.716" v="50" actId="34807"/>
          <ac:spMkLst>
            <pc:docMk/>
            <pc:sldMk cId="4149121715" sldId="1069"/>
            <ac:spMk id="295" creationId="{7AF8F60E-F265-10DF-7CB8-3D0E919C2110}"/>
          </ac:spMkLst>
        </pc:spChg>
        <pc:spChg chg="add mod">
          <ac:chgData name="" userId="" providerId="" clId="Web-{EE158E8B-A438-4889-ACDF-6E94A2014A75}" dt="2026-09-20T18:41:41.647" v="19" actId="34807"/>
          <ac:spMkLst>
            <pc:docMk/>
            <pc:sldMk cId="4149121715" sldId="1069"/>
            <ac:spMk id="304" creationId="{FFEAFEEB-229F-3078-6D85-54C88628E222}"/>
          </ac:spMkLst>
        </pc:spChg>
        <pc:spChg chg="add mod">
          <ac:chgData name="" userId="" providerId="" clId="Web-{EE158E8B-A438-4889-ACDF-6E94A2014A75}" dt="2026-09-20T18:41:41.647" v="19" actId="34807"/>
          <ac:spMkLst>
            <pc:docMk/>
            <pc:sldMk cId="4149121715" sldId="1069"/>
            <ac:spMk id="314" creationId="{B31DE57A-CFF4-D176-1A40-709CBABAEB63}"/>
          </ac:spMkLst>
        </pc:spChg>
        <pc:spChg chg="add mod">
          <ac:chgData name="" userId="" providerId="" clId="Web-{EE158E8B-A438-4889-ACDF-6E94A2014A75}" dt="2026-09-20T18:44:55.716" v="50" actId="34807"/>
          <ac:spMkLst>
            <pc:docMk/>
            <pc:sldMk cId="4149121715" sldId="1069"/>
            <ac:spMk id="325" creationId="{CC400055-6592-558D-AE78-813B8E701953}"/>
          </ac:spMkLst>
        </pc:spChg>
        <pc:spChg chg="mod">
          <ac:chgData name="" userId="" providerId="" clId="Web-{EE158E8B-A438-4889-ACDF-6E94A2014A75}" dt="2026-09-20T18:44:55.716" v="50" actId="34807"/>
          <ac:spMkLst>
            <pc:docMk/>
            <pc:sldMk cId="4149121715" sldId="1069"/>
            <ac:spMk id="364" creationId="{66DF184B-31ED-4F19-5BE3-601B7FE9A2E0}"/>
          </ac:spMkLst>
        </pc:spChg>
        <pc:spChg chg="add mod">
          <ac:chgData name="" userId="" providerId="" clId="Web-{EE158E8B-A438-4889-ACDF-6E94A2014A75}" dt="2026-09-20T18:41:41.647" v="19" actId="34807"/>
          <ac:spMkLst>
            <pc:docMk/>
            <pc:sldMk cId="4149121715" sldId="1069"/>
            <ac:spMk id="379" creationId="{01A10417-D771-A0DB-8984-AFF1DBA12F3D}"/>
          </ac:spMkLst>
        </pc:spChg>
        <pc:spChg chg="add mod">
          <ac:chgData name="" userId="" providerId="" clId="Web-{EE158E8B-A438-4889-ACDF-6E94A2014A75}" dt="2026-09-20T18:41:41.647" v="19" actId="34807"/>
          <ac:spMkLst>
            <pc:docMk/>
            <pc:sldMk cId="4149121715" sldId="1069"/>
            <ac:spMk id="395" creationId="{2E3AD0E8-E02E-1165-FA8B-3D068E76CAF8}"/>
          </ac:spMkLst>
        </pc:spChg>
        <pc:spChg chg="add mod">
          <ac:chgData name="" userId="" providerId="" clId="Web-{EE158E8B-A438-4889-ACDF-6E94A2014A75}" dt="2026-09-20T18:41:41.647" v="19" actId="34807"/>
          <ac:spMkLst>
            <pc:docMk/>
            <pc:sldMk cId="4149121715" sldId="1069"/>
            <ac:spMk id="449" creationId="{90EE3C40-5D5D-85BB-EA5F-3476EF3D598D}"/>
          </ac:spMkLst>
        </pc:spChg>
        <pc:picChg chg="add">
          <ac:chgData name="" userId="" providerId="" clId="Web-{EE158E8B-A438-4889-ACDF-6E94A2014A75}" dt="2026-09-20T18:41:42.240" v="20" actId="34807"/>
          <ac:picMkLst>
            <pc:docMk/>
            <pc:sldMk cId="4149121715" sldId="1069"/>
            <ac:picMk id="450" creationId="{C9635EAA-D54B-5BDE-4227-48AB1E41BEFC}"/>
          </ac:picMkLst>
        </pc:picChg>
        <pc:picChg chg="add">
          <ac:chgData name="" userId="" providerId="" clId="Web-{EE158E8B-A438-4889-ACDF-6E94A2014A75}" dt="2026-09-20T18:41:42.240" v="20" actId="34807"/>
          <ac:picMkLst>
            <pc:docMk/>
            <pc:sldMk cId="4149121715" sldId="1069"/>
            <ac:picMk id="451" creationId="{C98A8377-4BCE-ED0E-4D18-4D0BB46963DC}"/>
          </ac:picMkLst>
        </pc:picChg>
        <pc:picChg chg="add">
          <ac:chgData name="" userId="" providerId="" clId="Web-{EE158E8B-A438-4889-ACDF-6E94A2014A75}" dt="2026-09-20T18:41:42.240" v="20" actId="34807"/>
          <ac:picMkLst>
            <pc:docMk/>
            <pc:sldMk cId="4149121715" sldId="1069"/>
            <ac:picMk id="452" creationId="{A20338FA-4ADB-B27B-84FD-D4E58D5363DE}"/>
          </ac:picMkLst>
        </pc:picChg>
        <pc:picChg chg="add">
          <ac:chgData name="" userId="" providerId="" clId="Web-{EE158E8B-A438-4889-ACDF-6E94A2014A75}" dt="2026-09-20T18:41:42.240" v="20" actId="34807"/>
          <ac:picMkLst>
            <pc:docMk/>
            <pc:sldMk cId="4149121715" sldId="1069"/>
            <ac:picMk id="453" creationId="{920EED46-AB48-0040-48FC-8C9E65E5EA1D}"/>
          </ac:picMkLst>
        </pc:picChg>
      </pc:sldChg>
      <pc:sldChg chg="addSp modSp add modNotesTx">
        <pc:chgData name="" userId="" providerId="" clId="Web-{EE158E8B-A438-4889-ACDF-6E94A2014A75}" dt="2026-09-20T18:41:52.428" v="26" actId="34807"/>
        <pc:sldMkLst>
          <pc:docMk/>
          <pc:sldMk cId="2350685514" sldId="1270"/>
        </pc:sldMkLst>
        <pc:spChg chg="add mod">
          <ac:chgData name="" userId="" providerId="" clId="Web-{EE158E8B-A438-4889-ACDF-6E94A2014A75}" dt="2026-09-20T18:41:50.944" v="24" actId="34807"/>
          <ac:spMkLst>
            <pc:docMk/>
            <pc:sldMk cId="2350685514" sldId="1270"/>
            <ac:spMk id="456" creationId="{4AFC33C3-9A95-6952-4C74-7DEF6FC20919}"/>
          </ac:spMkLst>
        </pc:spChg>
        <pc:spChg chg="add mod">
          <ac:chgData name="" userId="" providerId="" clId="Web-{EE158E8B-A438-4889-ACDF-6E94A2014A75}" dt="2026-09-20T18:41:50.944" v="24" actId="34807"/>
          <ac:spMkLst>
            <pc:docMk/>
            <pc:sldMk cId="2350685514" sldId="1270"/>
            <ac:spMk id="459" creationId="{787BCA43-54F5-F567-46D2-0DBBB2EB5C7A}"/>
          </ac:spMkLst>
        </pc:spChg>
        <pc:spChg chg="add mod">
          <ac:chgData name="" userId="" providerId="" clId="Web-{EE158E8B-A438-4889-ACDF-6E94A2014A75}" dt="2026-09-20T18:41:50.944" v="24" actId="34807"/>
          <ac:spMkLst>
            <pc:docMk/>
            <pc:sldMk cId="2350685514" sldId="1270"/>
            <ac:spMk id="463" creationId="{A8AC9792-B92D-4EC6-956C-64B3A3044F3F}"/>
          </ac:spMkLst>
        </pc:spChg>
        <pc:spChg chg="add mod">
          <ac:chgData name="" userId="" providerId="" clId="Web-{EE158E8B-A438-4889-ACDF-6E94A2014A75}" dt="2026-09-20T18:41:50.944" v="24" actId="34807"/>
          <ac:spMkLst>
            <pc:docMk/>
            <pc:sldMk cId="2350685514" sldId="1270"/>
            <ac:spMk id="489" creationId="{FCE2CBD2-E592-825A-FAD6-63ADC9182ACA}"/>
          </ac:spMkLst>
        </pc:spChg>
        <pc:spChg chg="add mod">
          <ac:chgData name="" userId="" providerId="" clId="Web-{EE158E8B-A438-4889-ACDF-6E94A2014A75}" dt="2026-09-20T18:41:50.944" v="24" actId="34807"/>
          <ac:spMkLst>
            <pc:docMk/>
            <pc:sldMk cId="2350685514" sldId="1270"/>
            <ac:spMk id="498" creationId="{9AA8D6E7-0933-2056-0235-67C7DE110FBF}"/>
          </ac:spMkLst>
        </pc:spChg>
        <pc:spChg chg="add mod">
          <ac:chgData name="" userId="" providerId="" clId="Web-{EE158E8B-A438-4889-ACDF-6E94A2014A75}" dt="2026-09-20T18:41:52.428" v="26" actId="34807"/>
          <ac:spMkLst>
            <pc:docMk/>
            <pc:sldMk cId="2350685514" sldId="1270"/>
            <ac:spMk id="508" creationId="{9BA464F3-87C2-3501-4EE8-DB61CAEAF91F}"/>
          </ac:spMkLst>
        </pc:spChg>
        <pc:spChg chg="add mod">
          <ac:chgData name="" userId="" providerId="" clId="Web-{EE158E8B-A438-4889-ACDF-6E94A2014A75}" dt="2026-09-20T18:41:50.944" v="24" actId="34807"/>
          <ac:spMkLst>
            <pc:docMk/>
            <pc:sldMk cId="2350685514" sldId="1270"/>
            <ac:spMk id="531" creationId="{2ACCA69C-9807-99F1-0380-5A5747A46860}"/>
          </ac:spMkLst>
        </pc:spChg>
        <pc:spChg chg="add mod">
          <ac:chgData name="" userId="" providerId="" clId="Web-{EE158E8B-A438-4889-ACDF-6E94A2014A75}" dt="2026-09-20T18:41:50.944" v="24" actId="34807"/>
          <ac:spMkLst>
            <pc:docMk/>
            <pc:sldMk cId="2350685514" sldId="1270"/>
            <ac:spMk id="544" creationId="{BC1FB90C-B641-617F-A5F9-2190DF73D99B}"/>
          </ac:spMkLst>
        </pc:spChg>
        <pc:spChg chg="mod">
          <ac:chgData name="" userId="" providerId="" clId="Web-{EE158E8B-A438-4889-ACDF-6E94A2014A75}" dt="2026-09-20T18:41:52.428" v="26" actId="34807"/>
          <ac:spMkLst>
            <pc:docMk/>
            <pc:sldMk cId="2350685514" sldId="1270"/>
            <ac:spMk id="558" creationId="{D9C86138-9A13-779A-66B5-3EE07BD42182}"/>
          </ac:spMkLst>
        </pc:spChg>
        <pc:spChg chg="add mod">
          <ac:chgData name="" userId="" providerId="" clId="Web-{EE158E8B-A438-4889-ACDF-6E94A2014A75}" dt="2026-09-20T18:41:52.428" v="26" actId="34807"/>
          <ac:spMkLst>
            <pc:docMk/>
            <pc:sldMk cId="2350685514" sldId="1270"/>
            <ac:spMk id="573" creationId="{5F857C56-9E7A-42CC-F13A-6166CF1C92E7}"/>
          </ac:spMkLst>
        </pc:spChg>
        <pc:spChg chg="add mod">
          <ac:chgData name="" userId="" providerId="" clId="Web-{EE158E8B-A438-4889-ACDF-6E94A2014A75}" dt="2026-09-20T18:41:50.944" v="24" actId="34807"/>
          <ac:spMkLst>
            <pc:docMk/>
            <pc:sldMk cId="2350685514" sldId="1270"/>
            <ac:spMk id="589" creationId="{F592D860-207B-B75E-BE7E-D9C3EF1E0130}"/>
          </ac:spMkLst>
        </pc:spChg>
      </pc:sldChg>
      <pc:sldChg chg="addSp modSp add modNotesTx">
        <pc:chgData name="" userId="" providerId="" clId="Web-{EE158E8B-A438-4889-ACDF-6E94A2014A75}" dt="2026-09-20T18:44:55.716" v="50" actId="34807"/>
        <pc:sldMkLst>
          <pc:docMk/>
          <pc:sldMk cId="2796515217" sldId="1471"/>
        </pc:sldMkLst>
        <pc:spChg chg="add mod">
          <ac:chgData name="" userId="" providerId="" clId="Web-{EE158E8B-A438-4889-ACDF-6E94A2014A75}" dt="2026-09-20T18:42:39.024" v="28" actId="34807"/>
          <ac:spMkLst>
            <pc:docMk/>
            <pc:sldMk cId="2796515217" sldId="1471"/>
            <ac:spMk id="646" creationId="{FE691075-ECC3-1257-EF40-5453BE9332D4}"/>
          </ac:spMkLst>
        </pc:spChg>
        <pc:spChg chg="add mod">
          <ac:chgData name="" userId="" providerId="" clId="Web-{EE158E8B-A438-4889-ACDF-6E94A2014A75}" dt="2026-09-20T18:42:39.024" v="28" actId="34807"/>
          <ac:spMkLst>
            <pc:docMk/>
            <pc:sldMk cId="2796515217" sldId="1471"/>
            <ac:spMk id="649" creationId="{82855A08-68CC-CB2C-45F9-14119425B623}"/>
          </ac:spMkLst>
        </pc:spChg>
        <pc:spChg chg="add mod">
          <ac:chgData name="" userId="" providerId="" clId="Web-{EE158E8B-A438-4889-ACDF-6E94A2014A75}" dt="2026-09-20T18:42:39.024" v="28" actId="34807"/>
          <ac:spMkLst>
            <pc:docMk/>
            <pc:sldMk cId="2796515217" sldId="1471"/>
            <ac:spMk id="664" creationId="{8D4598D1-5032-47DF-D106-0A77D823ADE8}"/>
          </ac:spMkLst>
        </pc:spChg>
        <pc:spChg chg="mod">
          <ac:chgData name="" userId="" providerId="" clId="Web-{EE158E8B-A438-4889-ACDF-6E94A2014A75}" dt="2026-09-20T18:44:55.716" v="50" actId="34807"/>
          <ac:spMkLst>
            <pc:docMk/>
            <pc:sldMk cId="2796515217" sldId="1471"/>
            <ac:spMk id="671" creationId="{EF7E6B1F-E041-9DCD-E42E-EC935F1724A1}"/>
          </ac:spMkLst>
        </pc:spChg>
        <pc:spChg chg="mod">
          <ac:chgData name="" userId="" providerId="" clId="Web-{EE158E8B-A438-4889-ACDF-6E94A2014A75}" dt="2026-09-20T18:44:55.716" v="50" actId="34807"/>
          <ac:spMkLst>
            <pc:docMk/>
            <pc:sldMk cId="2796515217" sldId="1471"/>
            <ac:spMk id="679" creationId="{36C4081D-F918-8E2F-974F-EFF8A8C3BAD4}"/>
          </ac:spMkLst>
        </pc:spChg>
        <pc:spChg chg="mod">
          <ac:chgData name="" userId="" providerId="" clId="Web-{EE158E8B-A438-4889-ACDF-6E94A2014A75}" dt="2026-09-20T18:44:55.716" v="50" actId="34807"/>
          <ac:spMkLst>
            <pc:docMk/>
            <pc:sldMk cId="2796515217" sldId="1471"/>
            <ac:spMk id="688" creationId="{31E8E22F-4360-0EE9-1C60-2A16D8159D93}"/>
          </ac:spMkLst>
        </pc:spChg>
        <pc:spChg chg="add mod">
          <ac:chgData name="" userId="" providerId="" clId="Web-{EE158E8B-A438-4889-ACDF-6E94A2014A75}" dt="2026-09-20T18:44:55.716" v="50" actId="34807"/>
          <ac:spMkLst>
            <pc:docMk/>
            <pc:sldMk cId="2796515217" sldId="1471"/>
            <ac:spMk id="698" creationId="{5191C097-6685-4787-3AAA-259236260893}"/>
          </ac:spMkLst>
        </pc:spChg>
        <pc:spChg chg="add mod">
          <ac:chgData name="" userId="" providerId="" clId="Web-{EE158E8B-A438-4889-ACDF-6E94A2014A75}" dt="2026-09-20T18:42:39.024" v="28" actId="34807"/>
          <ac:spMkLst>
            <pc:docMk/>
            <pc:sldMk cId="2796515217" sldId="1471"/>
            <ac:spMk id="721" creationId="{45E0966B-872D-9D6B-A648-AAB5F04E948D}"/>
          </ac:spMkLst>
        </pc:spChg>
        <pc:spChg chg="add mod">
          <ac:chgData name="" userId="" providerId="" clId="Web-{EE158E8B-A438-4889-ACDF-6E94A2014A75}" dt="2026-09-20T18:42:39.024" v="28" actId="34807"/>
          <ac:spMkLst>
            <pc:docMk/>
            <pc:sldMk cId="2796515217" sldId="1471"/>
            <ac:spMk id="734" creationId="{BA3B7E3E-B793-ED48-8C61-8CD600569194}"/>
          </ac:spMkLst>
        </pc:spChg>
        <pc:spChg chg="add mod">
          <ac:chgData name="" userId="" providerId="" clId="Web-{EE158E8B-A438-4889-ACDF-6E94A2014A75}" dt="2026-09-20T18:42:39.024" v="28" actId="34807"/>
          <ac:spMkLst>
            <pc:docMk/>
            <pc:sldMk cId="2796515217" sldId="1471"/>
            <ac:spMk id="748" creationId="{6C7A6C27-BBDD-6266-E25B-1FE2BE8AD858}"/>
          </ac:spMkLst>
        </pc:spChg>
        <pc:spChg chg="mod">
          <ac:chgData name="" userId="" providerId="" clId="Web-{EE158E8B-A438-4889-ACDF-6E94A2014A75}" dt="2026-09-20T18:44:55.716" v="50" actId="34807"/>
          <ac:spMkLst>
            <pc:docMk/>
            <pc:sldMk cId="2796515217" sldId="1471"/>
            <ac:spMk id="763" creationId="{A56BDDB1-433E-31E0-53E4-32B53AE730CE}"/>
          </ac:spMkLst>
        </pc:spChg>
        <pc:spChg chg="add mod">
          <ac:chgData name="" userId="" providerId="" clId="Web-{EE158E8B-A438-4889-ACDF-6E94A2014A75}" dt="2026-09-20T18:42:39.024" v="28" actId="34807"/>
          <ac:spMkLst>
            <pc:docMk/>
            <pc:sldMk cId="2796515217" sldId="1471"/>
            <ac:spMk id="779" creationId="{BFDDE5E3-E9F0-4835-6F95-43B850F7BA16}"/>
          </ac:spMkLst>
        </pc:spChg>
        <pc:spChg chg="mod">
          <ac:chgData name="" userId="" providerId="" clId="Web-{EE158E8B-A438-4889-ACDF-6E94A2014A75}" dt="2026-09-20T18:44:55.716" v="50" actId="34807"/>
          <ac:spMkLst>
            <pc:docMk/>
            <pc:sldMk cId="2796515217" sldId="1471"/>
            <ac:spMk id="814" creationId="{95DFA9DD-FCB1-6734-930C-6E548AD2B13F}"/>
          </ac:spMkLst>
        </pc:spChg>
        <pc:spChg chg="add mod">
          <ac:chgData name="" userId="" providerId="" clId="Web-{EE158E8B-A438-4889-ACDF-6E94A2014A75}" dt="2026-09-20T18:42:39.024" v="28" actId="34807"/>
          <ac:spMkLst>
            <pc:docMk/>
            <pc:sldMk cId="2796515217" sldId="1471"/>
            <ac:spMk id="833" creationId="{3E94FC47-011D-D5C2-C074-CD604FF5811C}"/>
          </ac:spMkLst>
        </pc:spChg>
        <pc:spChg chg="mod">
          <ac:chgData name="" userId="" providerId="" clId="Web-{EE158E8B-A438-4889-ACDF-6E94A2014A75}" dt="2026-09-20T18:44:55.716" v="50" actId="34807"/>
          <ac:spMkLst>
            <pc:docMk/>
            <pc:sldMk cId="2796515217" sldId="1471"/>
            <ac:spMk id="853" creationId="{949DF2A8-9989-B747-9A98-3F30439A1A24}"/>
          </ac:spMkLst>
        </pc:spChg>
        <pc:spChg chg="add mod">
          <ac:chgData name="" userId="" providerId="" clId="Web-{EE158E8B-A438-4889-ACDF-6E94A2014A75}" dt="2026-09-20T18:44:55.716" v="50" actId="34807"/>
          <ac:spMkLst>
            <pc:docMk/>
            <pc:sldMk cId="2796515217" sldId="1471"/>
            <ac:spMk id="919" creationId="{3FB090A8-E974-BDCF-3971-9565C7C8B01A}"/>
          </ac:spMkLst>
        </pc:spChg>
        <pc:spChg chg="mod">
          <ac:chgData name="" userId="" providerId="" clId="Web-{EE158E8B-A438-4889-ACDF-6E94A2014A75}" dt="2026-09-20T18:44:55.716" v="50" actId="34807"/>
          <ac:spMkLst>
            <pc:docMk/>
            <pc:sldMk cId="2796515217" sldId="1471"/>
            <ac:spMk id="943" creationId="{FC11D6F3-0FCA-6A8B-5ADE-439E5358FCF1}"/>
          </ac:spMkLst>
        </pc:spChg>
        <pc:spChg chg="mod">
          <ac:chgData name="" userId="" providerId="" clId="Web-{EE158E8B-A438-4889-ACDF-6E94A2014A75}" dt="2026-09-20T18:44:55.716" v="50" actId="34807"/>
          <ac:spMkLst>
            <pc:docMk/>
            <pc:sldMk cId="2796515217" sldId="1471"/>
            <ac:spMk id="968" creationId="{F4DE3087-04CF-599A-1E20-6FF2243E4DDD}"/>
          </ac:spMkLst>
        </pc:spChg>
      </pc:sldChg>
      <pc:sldChg chg="addSp modSp add modNotesTx">
        <pc:chgData name="" userId="" providerId="" clId="Web-{EE158E8B-A438-4889-ACDF-6E94A2014A75}" dt="2026-09-20T18:44:55.716" v="50" actId="34807"/>
        <pc:sldMkLst>
          <pc:docMk/>
          <pc:sldMk cId="138837638" sldId="1672"/>
        </pc:sldMkLst>
        <pc:spChg chg="add mod">
          <ac:chgData name="" userId="" providerId="" clId="Web-{EE158E8B-A438-4889-ACDF-6E94A2014A75}" dt="2026-09-20T18:42:47.493" v="32" actId="34807"/>
          <ac:spMkLst>
            <pc:docMk/>
            <pc:sldMk cId="138837638" sldId="1672"/>
            <ac:spMk id="1081" creationId="{CBC23E8F-D170-9A63-CE9B-372F0C7A4001}"/>
          </ac:spMkLst>
        </pc:spChg>
        <pc:spChg chg="add mod">
          <ac:chgData name="" userId="" providerId="" clId="Web-{EE158E8B-A438-4889-ACDF-6E94A2014A75}" dt="2026-09-20T18:42:47.493" v="32" actId="34807"/>
          <ac:spMkLst>
            <pc:docMk/>
            <pc:sldMk cId="138837638" sldId="1672"/>
            <ac:spMk id="1088" creationId="{D1E08105-9373-DDE1-F705-720D716A1000}"/>
          </ac:spMkLst>
        </pc:spChg>
        <pc:spChg chg="add mod">
          <ac:chgData name="" userId="" providerId="" clId="Web-{EE158E8B-A438-4889-ACDF-6E94A2014A75}" dt="2026-09-20T18:42:47.493" v="32" actId="34807"/>
          <ac:spMkLst>
            <pc:docMk/>
            <pc:sldMk cId="138837638" sldId="1672"/>
            <ac:spMk id="1093" creationId="{62F7F377-CC5B-1A26-4BE1-CB3524A753B4}"/>
          </ac:spMkLst>
        </pc:spChg>
        <pc:spChg chg="add mod">
          <ac:chgData name="" userId="" providerId="" clId="Web-{EE158E8B-A438-4889-ACDF-6E94A2014A75}" dt="2026-09-20T18:42:47.493" v="32" actId="34807"/>
          <ac:spMkLst>
            <pc:docMk/>
            <pc:sldMk cId="138837638" sldId="1672"/>
            <ac:spMk id="1099" creationId="{A6804CCB-19AF-9055-37BD-6B92EE0D5405}"/>
          </ac:spMkLst>
        </pc:spChg>
        <pc:spChg chg="add mod">
          <ac:chgData name="" userId="" providerId="" clId="Web-{EE158E8B-A438-4889-ACDF-6E94A2014A75}" dt="2026-09-20T18:42:48.602" v="34" actId="34807"/>
          <ac:spMkLst>
            <pc:docMk/>
            <pc:sldMk cId="138837638" sldId="1672"/>
            <ac:spMk id="1106" creationId="{10B698A3-0DFD-B17C-3D03-F79707010BB2}"/>
          </ac:spMkLst>
        </pc:spChg>
        <pc:spChg chg="add mod">
          <ac:chgData name="" userId="" providerId="" clId="Web-{EE158E8B-A438-4889-ACDF-6E94A2014A75}" dt="2026-09-20T18:42:47.493" v="32" actId="34807"/>
          <ac:spMkLst>
            <pc:docMk/>
            <pc:sldMk cId="138837638" sldId="1672"/>
            <ac:spMk id="1114" creationId="{A4DF123C-18BC-A70D-C520-E818E1B3915F}"/>
          </ac:spMkLst>
        </pc:spChg>
        <pc:spChg chg="add mod">
          <ac:chgData name="" userId="" providerId="" clId="Web-{EE158E8B-A438-4889-ACDF-6E94A2014A75}" dt="2026-09-20T18:42:47.493" v="32" actId="34807"/>
          <ac:spMkLst>
            <pc:docMk/>
            <pc:sldMk cId="138837638" sldId="1672"/>
            <ac:spMk id="1133" creationId="{D23C9288-B948-4EC2-7AC0-43D4EF17E7F6}"/>
          </ac:spMkLst>
        </pc:spChg>
        <pc:spChg chg="mod">
          <ac:chgData name="" userId="" providerId="" clId="Web-{EE158E8B-A438-4889-ACDF-6E94A2014A75}" dt="2026-09-20T18:42:48.602" v="34" actId="34807"/>
          <ac:spMkLst>
            <pc:docMk/>
            <pc:sldMk cId="138837638" sldId="1672"/>
            <ac:spMk id="1144" creationId="{9BD00E6A-D227-5188-206E-7C5720927CF5}"/>
          </ac:spMkLst>
        </pc:spChg>
        <pc:spChg chg="add mod">
          <ac:chgData name="" userId="" providerId="" clId="Web-{EE158E8B-A438-4889-ACDF-6E94A2014A75}" dt="2026-09-20T18:42:47.493" v="32" actId="34807"/>
          <ac:spMkLst>
            <pc:docMk/>
            <pc:sldMk cId="138837638" sldId="1672"/>
            <ac:spMk id="1169" creationId="{DA6774D9-1DEB-35E5-3754-828A18CD1791}"/>
          </ac:spMkLst>
        </pc:spChg>
        <pc:spChg chg="mod">
          <ac:chgData name="" userId="" providerId="" clId="Web-{EE158E8B-A438-4889-ACDF-6E94A2014A75}" dt="2026-09-20T18:42:48.602" v="34" actId="34807"/>
          <ac:spMkLst>
            <pc:docMk/>
            <pc:sldMk cId="138837638" sldId="1672"/>
            <ac:spMk id="1198" creationId="{1F53AD05-4817-2144-AFA7-0192B5820C52}"/>
          </ac:spMkLst>
        </pc:spChg>
        <pc:spChg chg="add mod">
          <ac:chgData name="" userId="" providerId="" clId="Web-{EE158E8B-A438-4889-ACDF-6E94A2014A75}" dt="2026-09-20T18:42:47.493" v="32" actId="34807"/>
          <ac:spMkLst>
            <pc:docMk/>
            <pc:sldMk cId="138837638" sldId="1672"/>
            <ac:spMk id="1231" creationId="{69985330-5F73-943D-395A-AE896FACDFFC}"/>
          </ac:spMkLst>
        </pc:spChg>
        <pc:spChg chg="mod">
          <ac:chgData name="" userId="" providerId="" clId="Web-{EE158E8B-A438-4889-ACDF-6E94A2014A75}" dt="2026-09-20T18:44:55.716" v="50" actId="34807"/>
          <ac:spMkLst>
            <pc:docMk/>
            <pc:sldMk cId="138837638" sldId="1672"/>
            <ac:spMk id="1249" creationId="{D070DA43-BF77-3293-0549-59C4961CD787}"/>
          </ac:spMkLst>
        </pc:spChg>
        <pc:spChg chg="mod">
          <ac:chgData name="" userId="" providerId="" clId="Web-{EE158E8B-A438-4889-ACDF-6E94A2014A75}" dt="2026-09-20T18:44:55.716" v="50" actId="34807"/>
          <ac:spMkLst>
            <pc:docMk/>
            <pc:sldMk cId="138837638" sldId="1672"/>
            <ac:spMk id="1268" creationId="{59A51925-C32B-84A0-5BB2-995BEF8F8580}"/>
          </ac:spMkLst>
        </pc:spChg>
        <pc:spChg chg="add mod">
          <ac:chgData name="" userId="" providerId="" clId="Web-{EE158E8B-A438-4889-ACDF-6E94A2014A75}" dt="2026-09-20T18:42:47.493" v="32" actId="34807"/>
          <ac:spMkLst>
            <pc:docMk/>
            <pc:sldMk cId="138837638" sldId="1672"/>
            <ac:spMk id="1288" creationId="{35F0DE55-C224-202C-B5A5-CBB3DCDC615D}"/>
          </ac:spMkLst>
        </pc:spChg>
      </pc:sldChg>
      <pc:sldChg chg="addSp modSp add modNotesTx">
        <pc:chgData name="" userId="" providerId="" clId="Web-{EE158E8B-A438-4889-ACDF-6E94A2014A75}" dt="2026-09-20T18:42:58.306" v="39" actId="34807"/>
        <pc:sldMkLst>
          <pc:docMk/>
          <pc:sldMk cId="21047494" sldId="1873"/>
        </pc:sldMkLst>
        <pc:spChg chg="add mod">
          <ac:chgData name="" userId="" providerId="" clId="Web-{EE158E8B-A438-4889-ACDF-6E94A2014A75}" dt="2026-09-20T18:42:56.102" v="36" actId="34807"/>
          <ac:spMkLst>
            <pc:docMk/>
            <pc:sldMk cId="21047494" sldId="1873"/>
            <ac:spMk id="1332" creationId="{AC9779E7-C865-FD8A-9BFE-D2D59BB8B64A}"/>
          </ac:spMkLst>
        </pc:spChg>
        <pc:spChg chg="add mod">
          <ac:chgData name="" userId="" providerId="" clId="Web-{EE158E8B-A438-4889-ACDF-6E94A2014A75}" dt="2026-09-20T18:42:56.102" v="36" actId="34807"/>
          <ac:spMkLst>
            <pc:docMk/>
            <pc:sldMk cId="21047494" sldId="1873"/>
            <ac:spMk id="1341" creationId="{224952A2-3764-C596-7F87-64FFE95D1C31}"/>
          </ac:spMkLst>
        </pc:spChg>
        <pc:spChg chg="add mod">
          <ac:chgData name="" userId="" providerId="" clId="Web-{EE158E8B-A438-4889-ACDF-6E94A2014A75}" dt="2026-09-20T18:42:56.102" v="36" actId="34807"/>
          <ac:spMkLst>
            <pc:docMk/>
            <pc:sldMk cId="21047494" sldId="1873"/>
            <ac:spMk id="1352" creationId="{64C6A00A-24A8-7454-35AC-EE27EC4F6428}"/>
          </ac:spMkLst>
        </pc:spChg>
        <pc:spChg chg="add mod">
          <ac:chgData name="" userId="" providerId="" clId="Web-{EE158E8B-A438-4889-ACDF-6E94A2014A75}" dt="2026-09-20T18:42:56.102" v="36" actId="34807"/>
          <ac:spMkLst>
            <pc:docMk/>
            <pc:sldMk cId="21047494" sldId="1873"/>
            <ac:spMk id="1376" creationId="{887921AA-2D91-1747-3B3D-DCEBE48218FE}"/>
          </ac:spMkLst>
        </pc:spChg>
        <pc:spChg chg="add mod">
          <ac:chgData name="" userId="" providerId="" clId="Web-{EE158E8B-A438-4889-ACDF-6E94A2014A75}" dt="2026-09-20T18:42:56.102" v="36" actId="34807"/>
          <ac:spMkLst>
            <pc:docMk/>
            <pc:sldMk cId="21047494" sldId="1873"/>
            <ac:spMk id="1386" creationId="{82FD11A9-66D0-D4E6-88BD-64FE7A9E0D27}"/>
          </ac:spMkLst>
        </pc:spChg>
        <pc:spChg chg="add mod">
          <ac:chgData name="" userId="" providerId="" clId="Web-{EE158E8B-A438-4889-ACDF-6E94A2014A75}" dt="2026-09-20T18:42:56.102" v="36" actId="34807"/>
          <ac:spMkLst>
            <pc:docMk/>
            <pc:sldMk cId="21047494" sldId="1873"/>
            <ac:spMk id="1397" creationId="{37199013-2A09-DC79-FCE6-5A8FECF583CC}"/>
          </ac:spMkLst>
        </pc:spChg>
        <pc:spChg chg="add mod">
          <ac:chgData name="" userId="" providerId="" clId="Web-{EE158E8B-A438-4889-ACDF-6E94A2014A75}" dt="2026-09-20T18:42:56.102" v="36" actId="34807"/>
          <ac:spMkLst>
            <pc:docMk/>
            <pc:sldMk cId="21047494" sldId="1873"/>
            <ac:spMk id="1422" creationId="{BB218CBE-465B-F925-F85F-DA614CB7C643}"/>
          </ac:spMkLst>
        </pc:spChg>
        <pc:spChg chg="mod">
          <ac:chgData name="" userId="" providerId="" clId="Web-{EE158E8B-A438-4889-ACDF-6E94A2014A75}" dt="2026-09-20T18:42:58.306" v="39" actId="34807"/>
          <ac:spMkLst>
            <pc:docMk/>
            <pc:sldMk cId="21047494" sldId="1873"/>
            <ac:spMk id="1451" creationId="{E8D9B262-FC5A-D853-58C9-93227C0DDED8}"/>
          </ac:spMkLst>
        </pc:spChg>
        <pc:spChg chg="add mod">
          <ac:chgData name="" userId="" providerId="" clId="Web-{EE158E8B-A438-4889-ACDF-6E94A2014A75}" dt="2026-09-20T18:42:58.306" v="39" actId="34807"/>
          <ac:spMkLst>
            <pc:docMk/>
            <pc:sldMk cId="21047494" sldId="1873"/>
            <ac:spMk id="1467" creationId="{E82335FF-B431-6685-3D6E-771932A3790C}"/>
          </ac:spMkLst>
        </pc:spChg>
        <pc:spChg chg="add mod">
          <ac:chgData name="" userId="" providerId="" clId="Web-{EE158E8B-A438-4889-ACDF-6E94A2014A75}" dt="2026-09-20T18:42:58.306" v="39" actId="34807"/>
          <ac:spMkLst>
            <pc:docMk/>
            <pc:sldMk cId="21047494" sldId="1873"/>
            <ac:spMk id="1484" creationId="{01D5DCFC-DADF-7CAD-FBD7-81F61EEBAFEF}"/>
          </ac:spMkLst>
        </pc:spChg>
        <pc:spChg chg="add mod">
          <ac:chgData name="" userId="" providerId="" clId="Web-{EE158E8B-A438-4889-ACDF-6E94A2014A75}" dt="2026-09-20T18:42:56.102" v="36" actId="34807"/>
          <ac:spMkLst>
            <pc:docMk/>
            <pc:sldMk cId="21047494" sldId="1873"/>
            <ac:spMk id="1541" creationId="{C407EC9B-4811-B5E5-17F3-7AD117E0F018}"/>
          </ac:spMkLst>
        </pc:spChg>
        <pc:picChg chg="add">
          <ac:chgData name="" userId="" providerId="" clId="Web-{EE158E8B-A438-4889-ACDF-6E94A2014A75}" dt="2026-09-20T18:42:56.665" v="37" actId="34807"/>
          <ac:picMkLst>
            <pc:docMk/>
            <pc:sldMk cId="21047494" sldId="1873"/>
            <ac:picMk id="1542" creationId="{2F47C42D-F26D-1BAF-3D4E-9F7D7C1B7683}"/>
          </ac:picMkLst>
        </pc:picChg>
        <pc:picChg chg="add">
          <ac:chgData name="" userId="" providerId="" clId="Web-{EE158E8B-A438-4889-ACDF-6E94A2014A75}" dt="2026-09-20T18:42:56.665" v="37" actId="34807"/>
          <ac:picMkLst>
            <pc:docMk/>
            <pc:sldMk cId="21047494" sldId="1873"/>
            <ac:picMk id="1543" creationId="{80F3D98C-B7C0-4885-83DF-1AABD3F01465}"/>
          </ac:picMkLst>
        </pc:picChg>
      </pc:sldChg>
      <pc:sldChg chg="addSp modSp add modNotesTx">
        <pc:chgData name="" userId="" providerId="" clId="Web-{EE158E8B-A438-4889-ACDF-6E94A2014A75}" dt="2026-09-20T18:44:55.716" v="50" actId="34807"/>
        <pc:sldMkLst>
          <pc:docMk/>
          <pc:sldMk cId="49255895" sldId="2074"/>
        </pc:sldMkLst>
        <pc:spChg chg="add mod">
          <ac:chgData name="" userId="" providerId="" clId="Web-{EE158E8B-A438-4889-ACDF-6E94A2014A75}" dt="2026-09-20T18:43:05.978" v="41" actId="34807"/>
          <ac:spMkLst>
            <pc:docMk/>
            <pc:sldMk cId="49255895" sldId="2074"/>
            <ac:spMk id="1546" creationId="{2F634D43-122F-D984-045A-63DF01C90909}"/>
          </ac:spMkLst>
        </pc:spChg>
        <pc:spChg chg="add mod">
          <ac:chgData name="" userId="" providerId="" clId="Web-{EE158E8B-A438-4889-ACDF-6E94A2014A75}" dt="2026-09-20T18:43:05.978" v="41" actId="34807"/>
          <ac:spMkLst>
            <pc:docMk/>
            <pc:sldMk cId="49255895" sldId="2074"/>
            <ac:spMk id="1553" creationId="{716797DB-9A5C-429D-E9F4-D76AB490E052}"/>
          </ac:spMkLst>
        </pc:spChg>
        <pc:spChg chg="mod">
          <ac:chgData name="" userId="" providerId="" clId="Web-{EE158E8B-A438-4889-ACDF-6E94A2014A75}" dt="2026-09-20T18:44:55.716" v="50" actId="34807"/>
          <ac:spMkLst>
            <pc:docMk/>
            <pc:sldMk cId="49255895" sldId="2074"/>
            <ac:spMk id="1564" creationId="{F91B6187-A51E-6219-A8F1-B634E9A5E605}"/>
          </ac:spMkLst>
        </pc:spChg>
        <pc:spChg chg="mod">
          <ac:chgData name="" userId="" providerId="" clId="Web-{EE158E8B-A438-4889-ACDF-6E94A2014A75}" dt="2026-09-20T18:44:55.716" v="50" actId="34807"/>
          <ac:spMkLst>
            <pc:docMk/>
            <pc:sldMk cId="49255895" sldId="2074"/>
            <ac:spMk id="1571" creationId="{0F5E002D-70E4-F52A-D231-76E0F5EF463D}"/>
          </ac:spMkLst>
        </pc:spChg>
        <pc:spChg chg="mod">
          <ac:chgData name="" userId="" providerId="" clId="Web-{EE158E8B-A438-4889-ACDF-6E94A2014A75}" dt="2026-09-20T18:44:55.716" v="50" actId="34807"/>
          <ac:spMkLst>
            <pc:docMk/>
            <pc:sldMk cId="49255895" sldId="2074"/>
            <ac:spMk id="1579" creationId="{75F8F05C-6926-ED4E-C563-7AEFACE1853E}"/>
          </ac:spMkLst>
        </pc:spChg>
        <pc:spChg chg="add mod">
          <ac:chgData name="" userId="" providerId="" clId="Web-{EE158E8B-A438-4889-ACDF-6E94A2014A75}" dt="2026-09-20T18:44:55.716" v="50" actId="34807"/>
          <ac:spMkLst>
            <pc:docMk/>
            <pc:sldMk cId="49255895" sldId="2074"/>
            <ac:spMk id="1588" creationId="{F5EDFAB6-4ABC-1DEB-F95F-CF83A6A29F60}"/>
          </ac:spMkLst>
        </pc:spChg>
        <pc:spChg chg="add mod">
          <ac:chgData name="" userId="" providerId="" clId="Web-{EE158E8B-A438-4889-ACDF-6E94A2014A75}" dt="2026-09-20T18:44:55.716" v="50" actId="34807"/>
          <ac:spMkLst>
            <pc:docMk/>
            <pc:sldMk cId="49255895" sldId="2074"/>
            <ac:spMk id="1598" creationId="{7FAE193F-01FD-1B7B-FE03-11EAE469898C}"/>
          </ac:spMkLst>
        </pc:spChg>
        <pc:spChg chg="add mod">
          <ac:chgData name="" userId="" providerId="" clId="Web-{EE158E8B-A438-4889-ACDF-6E94A2014A75}" dt="2026-09-20T18:43:05.978" v="41" actId="34807"/>
          <ac:spMkLst>
            <pc:docMk/>
            <pc:sldMk cId="49255895" sldId="2074"/>
            <ac:spMk id="1621" creationId="{6418CFDB-A779-851A-9151-1BC3313C075C}"/>
          </ac:spMkLst>
        </pc:spChg>
        <pc:spChg chg="mod">
          <ac:chgData name="" userId="" providerId="" clId="Web-{EE158E8B-A438-4889-ACDF-6E94A2014A75}" dt="2026-09-20T18:44:55.716" v="50" actId="34807"/>
          <ac:spMkLst>
            <pc:docMk/>
            <pc:sldMk cId="49255895" sldId="2074"/>
            <ac:spMk id="1634" creationId="{55B1FE8D-7A6C-E085-BD23-1183DA94C710}"/>
          </ac:spMkLst>
        </pc:spChg>
        <pc:spChg chg="add mod">
          <ac:chgData name="" userId="" providerId="" clId="Web-{EE158E8B-A438-4889-ACDF-6E94A2014A75}" dt="2026-09-20T18:43:05.978" v="41" actId="34807"/>
          <ac:spMkLst>
            <pc:docMk/>
            <pc:sldMk cId="49255895" sldId="2074"/>
            <ac:spMk id="1648" creationId="{9137A5ED-3626-FBEA-F87B-EAA4944CFF2C}"/>
          </ac:spMkLst>
        </pc:spChg>
        <pc:spChg chg="add mod">
          <ac:chgData name="" userId="" providerId="" clId="Web-{EE158E8B-A438-4889-ACDF-6E94A2014A75}" dt="2026-09-20T18:44:55.716" v="50" actId="34807"/>
          <ac:spMkLst>
            <pc:docMk/>
            <pc:sldMk cId="49255895" sldId="2074"/>
            <ac:spMk id="1663" creationId="{8C580D3F-9D42-507C-EAE7-CDFD5D93E723}"/>
          </ac:spMkLst>
        </pc:spChg>
        <pc:spChg chg="add mod">
          <ac:chgData name="" userId="" providerId="" clId="Web-{EE158E8B-A438-4889-ACDF-6E94A2014A75}" dt="2026-09-20T18:43:05.978" v="41" actId="34807"/>
          <ac:spMkLst>
            <pc:docMk/>
            <pc:sldMk cId="49255895" sldId="2074"/>
            <ac:spMk id="1679" creationId="{4A055327-8440-B022-1C33-8A074F894CB0}"/>
          </ac:spMkLst>
        </pc:spChg>
        <pc:spChg chg="add mod">
          <ac:chgData name="" userId="" providerId="" clId="Web-{EE158E8B-A438-4889-ACDF-6E94A2014A75}" dt="2026-09-20T18:44:55.716" v="50" actId="34807"/>
          <ac:spMkLst>
            <pc:docMk/>
            <pc:sldMk cId="49255895" sldId="2074"/>
            <ac:spMk id="1696" creationId="{80F2C6B6-A43E-DD5B-F85B-1D79F9E90B28}"/>
          </ac:spMkLst>
        </pc:spChg>
        <pc:spChg chg="add mod">
          <ac:chgData name="" userId="" providerId="" clId="Web-{EE158E8B-A438-4889-ACDF-6E94A2014A75}" dt="2026-09-20T18:43:05.978" v="41" actId="34807"/>
          <ac:spMkLst>
            <pc:docMk/>
            <pc:sldMk cId="49255895" sldId="2074"/>
            <ac:spMk id="1753" creationId="{FFCBA212-A946-0A25-191C-5EC98EFC5543}"/>
          </ac:spMkLst>
        </pc:spChg>
        <pc:picChg chg="add">
          <ac:chgData name="" userId="" providerId="" clId="Web-{EE158E8B-A438-4889-ACDF-6E94A2014A75}" dt="2026-09-20T18:43:06.572" v="42" actId="34807"/>
          <ac:picMkLst>
            <pc:docMk/>
            <pc:sldMk cId="49255895" sldId="2074"/>
            <ac:picMk id="1775" creationId="{C3769649-FB1B-F69D-D2FD-7AB8C5260D4C}"/>
          </ac:picMkLst>
        </pc:picChg>
      </pc:sldChg>
      <pc:sldChg chg="addSp modSp add modNotesTx">
        <pc:chgData name="" userId="" providerId="" clId="Web-{EE158E8B-A438-4889-ACDF-6E94A2014A75}" dt="2026-09-20T18:43:16.322" v="47" actId="34807"/>
        <pc:sldMkLst>
          <pc:docMk/>
          <pc:sldMk cId="4226772049" sldId="2275"/>
        </pc:sldMkLst>
        <pc:spChg chg="add mod">
          <ac:chgData name="" userId="" providerId="" clId="Web-{EE158E8B-A438-4889-ACDF-6E94A2014A75}" dt="2026-09-20T18:43:15.759" v="46" actId="34807"/>
          <ac:spMkLst>
            <pc:docMk/>
            <pc:sldMk cId="4226772049" sldId="2275"/>
            <ac:spMk id="1778" creationId="{38EF1416-F622-7D67-E408-8D6969D6ABEE}"/>
          </ac:spMkLst>
        </pc:spChg>
        <pc:spChg chg="add mod">
          <ac:chgData name="" userId="" providerId="" clId="Web-{EE158E8B-A438-4889-ACDF-6E94A2014A75}" dt="2026-09-20T18:43:15.759" v="46" actId="34807"/>
          <ac:spMkLst>
            <pc:docMk/>
            <pc:sldMk cId="4226772049" sldId="2275"/>
            <ac:spMk id="1785" creationId="{0E013A3D-70B4-9D57-830F-832C1C77A8FE}"/>
          </ac:spMkLst>
        </pc:spChg>
        <pc:spChg chg="add mod">
          <ac:chgData name="" userId="" providerId="" clId="Web-{EE158E8B-A438-4889-ACDF-6E94A2014A75}" dt="2026-09-20T18:43:15.759" v="46" actId="34807"/>
          <ac:spMkLst>
            <pc:docMk/>
            <pc:sldMk cId="4226772049" sldId="2275"/>
            <ac:spMk id="1796" creationId="{7DB3E775-C98F-1B2B-CA61-B297778B9D98}"/>
          </ac:spMkLst>
        </pc:spChg>
        <pc:spChg chg="add mod">
          <ac:chgData name="" userId="" providerId="" clId="Web-{EE158E8B-A438-4889-ACDF-6E94A2014A75}" dt="2026-09-20T18:43:15.759" v="46" actId="34807"/>
          <ac:spMkLst>
            <pc:docMk/>
            <pc:sldMk cId="4226772049" sldId="2275"/>
            <ac:spMk id="1803" creationId="{E4296409-84A5-85FE-2FEB-864E93572FCB}"/>
          </ac:spMkLst>
        </pc:spChg>
        <pc:spChg chg="add mod">
          <ac:chgData name="" userId="" providerId="" clId="Web-{EE158E8B-A438-4889-ACDF-6E94A2014A75}" dt="2026-09-20T18:43:15.759" v="46" actId="34807"/>
          <ac:spMkLst>
            <pc:docMk/>
            <pc:sldMk cId="4226772049" sldId="2275"/>
            <ac:spMk id="1820" creationId="{3DE14A60-38C9-20C9-0A4E-191F29B6FDF8}"/>
          </ac:spMkLst>
        </pc:spChg>
        <pc:spChg chg="add mod">
          <ac:chgData name="" userId="" providerId="" clId="Web-{EE158E8B-A438-4889-ACDF-6E94A2014A75}" dt="2026-09-20T18:43:15.759" v="46" actId="34807"/>
          <ac:spMkLst>
            <pc:docMk/>
            <pc:sldMk cId="4226772049" sldId="2275"/>
            <ac:spMk id="1841" creationId="{83D12EE2-B4D5-58D7-B683-46290A5BCA7E}"/>
          </ac:spMkLst>
        </pc:spChg>
        <pc:spChg chg="add mod">
          <ac:chgData name="" userId="" providerId="" clId="Web-{EE158E8B-A438-4889-ACDF-6E94A2014A75}" dt="2026-09-20T18:43:15.759" v="46" actId="34807"/>
          <ac:spMkLst>
            <pc:docMk/>
            <pc:sldMk cId="4226772049" sldId="2275"/>
            <ac:spMk id="1853" creationId="{05A5A46E-7438-7A53-39A0-B988D3D46D99}"/>
          </ac:spMkLst>
        </pc:spChg>
        <pc:spChg chg="add mod">
          <ac:chgData name="" userId="" providerId="" clId="Web-{EE158E8B-A438-4889-ACDF-6E94A2014A75}" dt="2026-09-20T18:43:15.759" v="46" actId="34807"/>
          <ac:spMkLst>
            <pc:docMk/>
            <pc:sldMk cId="4226772049" sldId="2275"/>
            <ac:spMk id="1895" creationId="{0A1A6686-2C69-A8FF-8E5E-1A1860693C48}"/>
          </ac:spMkLst>
        </pc:spChg>
        <pc:spChg chg="add mod">
          <ac:chgData name="" userId="" providerId="" clId="Web-{EE158E8B-A438-4889-ACDF-6E94A2014A75}" dt="2026-09-20T18:43:15.759" v="46" actId="34807"/>
          <ac:spMkLst>
            <pc:docMk/>
            <pc:sldMk cId="4226772049" sldId="2275"/>
            <ac:spMk id="1911" creationId="{98F2E325-E88A-B0FD-2CA8-B254490BEEDB}"/>
          </ac:spMkLst>
        </pc:spChg>
        <pc:spChg chg="add mod">
          <ac:chgData name="" userId="" providerId="" clId="Web-{EE158E8B-A438-4889-ACDF-6E94A2014A75}" dt="2026-09-20T18:43:15.759" v="46" actId="34807"/>
          <ac:spMkLst>
            <pc:docMk/>
            <pc:sldMk cId="4226772049" sldId="2275"/>
            <ac:spMk id="1928" creationId="{8B79011D-5E73-A0C3-9FFC-730D221CFCBE}"/>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7161863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r>
              <a:rPr lang="en-US"/>
              <a:t>• Open with the outcome, not a product tour: we will follow the identity actually presented at each connection, then ask what that principal may do at that resource. No prior lab completion is assumed; all checkpoints use the presenter-prepared reference agent and evidence in the demo runbook.</a:t>
            </a:r>
          </a:p>
          <a:p>
            <a:r>
              <a:rPr lang="en-US"/>
              <a:t>
• GROUNDING SOURCE: https://learn.microsoft.com/azure/foundry/concepts/authentication-authorization-foundry</a:t>
            </a:r>
          </a:p>
        </p:txBody>
      </p:sp>
    </p:spTree>
    <p:extLst>
      <p:ext uri="{BB962C8B-B14F-4D97-AF65-F5344CB8AC3E}">
        <p14:creationId xmlns:p14="http://schemas.microsoft.com/office/powerpoint/2010/main" val="302128262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r>
              <a:rPr lang="en-US"/>
              <a:t>• Spend about three minutes here. Authentication establishes a principal; authorization evaluates that principal's permissions. Repeat the distinction on both Azure surfaces: control-plane RBAC actions govern resource management, while data-plane RBAC dataActions govern runtime use. Success on one surface says nothing about the other.</a:t>
            </a:r>
          </a:p>
          <a:p>
            <a:r>
              <a:rPr lang="en-US"/>
              <a:t>
• GROUNDING SOURCE: https://learn.microsoft.com/azure/foundry/concepts/authentication-authorization-foundry</a:t>
            </a:r>
          </a:p>
        </p:txBody>
      </p:sp>
    </p:spTree>
    <p:extLst>
      <p:ext uri="{BB962C8B-B14F-4D97-AF65-F5344CB8AC3E}">
        <p14:creationId xmlns:p14="http://schemas.microsoft.com/office/powerpoint/2010/main" val="307184337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r>
              <a:rPr lang="en-US"/>
              <a:t>• Walk left to right and ask “which principal is in this request?” Attended access can carry the user's delegated permissions through an on-behalf-of flow; unattended access uses the agent's application-only authority. The person named in the chat UI is context, not proof that downstream received that person's identity.</a:t>
            </a:r>
          </a:p>
          <a:p>
            <a:r>
              <a:rPr lang="en-US"/>
              <a:t>
• GROUNDING SOURCE: https://learn.microsoft.com/azure/foundry/agents/concepts/agent-identity</a:t>
            </a:r>
          </a:p>
          <a:p>
            <a:r>
              <a:rPr lang="en-US"/>
              <a:t>
• GROUNDING SOURCE: https://learn.microsoft.com/azure/foundry/concepts/authentication-authorization-foundry</a:t>
            </a:r>
          </a:p>
        </p:txBody>
      </p:sp>
    </p:spTree>
    <p:extLst>
      <p:ext uri="{BB962C8B-B14F-4D97-AF65-F5344CB8AC3E}">
        <p14:creationId xmlns:p14="http://schemas.microsoft.com/office/powerpoint/2010/main" val="83577095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r>
              <a:rPr lang="en-US"/>
              <a:t>• Teach the migration page as the current behavior. Newly created agents get a unique Entra Agent Blueprint and Agent Identity at creation. Older agent-identity and MCP pages can still describe the legacy “shared project identity until publish” model; use agent.identity/instance_identity and the migration guide to identify what is actually running. A unique agent identity improves least privilege and auditability but does not automatically preserve end-user context.</a:t>
            </a:r>
          </a:p>
          <a:p>
            <a:r>
              <a:rPr lang="en-US"/>
              <a:t>
• GROUNDING SOURCE: https://learn.microsoft.com/azure/foundry/agents/how-to/migrate-agent-applications</a:t>
            </a:r>
          </a:p>
          <a:p>
            <a:r>
              <a:rPr lang="en-US"/>
              <a:t>
• GROUNDING SOURCE: https://learn.microsoft.com/azure/foundry/agents/concepts/agent-identity</a:t>
            </a:r>
          </a:p>
        </p:txBody>
      </p:sp>
    </p:spTree>
    <p:extLst>
      <p:ext uri="{BB962C8B-B14F-4D97-AF65-F5344CB8AC3E}">
        <p14:creationId xmlns:p14="http://schemas.microsoft.com/office/powerpoint/2010/main" val="198588143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r>
              <a:rPr lang="en-US"/>
              <a:t>• Teach this as three cumulative layers, not as one Azure RBAC formula. A role defines the allowed actions; resource scope defines where the role assignment applies; data-level permission is the workshop umbrella for record-level authorization such as a document ACL or query-time security filter. A request can pass endpoint and index RBAC and still fail document authorization. Use Foundry Agent Consumer at project or agent-endpoint scope for invocation-only callers; Foundry User at project scope for builders; and Log Analytics Reader at the connected Application Insights resource for trace readers. Protected tables also require Privileged Monitoring Data Reader.</a:t>
            </a:r>
          </a:p>
          <a:p>
            <a:r>
              <a:rPr lang="en-US"/>
              <a:t>
• GROUNDING SOURCE: https://learn.microsoft.com/azure/foundry/concepts/rbac-foundry</a:t>
            </a:r>
          </a:p>
          <a:p>
            <a:r>
              <a:rPr lang="en-US"/>
              <a:t>
• GROUNDING SOURCE: https://learn.microsoft.com/azure/search/search-document-level-access-overview</a:t>
            </a:r>
          </a:p>
          <a:p>
            <a:r>
              <a:rPr lang="en-US"/>
              <a:t>
• GROUNDING SOURCE: https://learn.microsoft.com/azure/foundry/observability/how-to/trace-agent-setup</a:t>
            </a:r>
          </a:p>
        </p:txBody>
      </p:sp>
    </p:spTree>
    <p:extLst>
      <p:ext uri="{BB962C8B-B14F-4D97-AF65-F5344CB8AC3E}">
        <p14:creationId xmlns:p14="http://schemas.microsoft.com/office/powerpoint/2010/main" val="416862433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r>
              <a:rPr lang="en-US"/>
              <a:t>• Approval answers whether this proposed tool call may proceed. OAuth consent grants the application's requested delegated scopes for this user. The downstream service still authenticates and authorizes the token it receives. Shared key, agent-identity, or project-managed-identity connections do not preserve user context; OAuth identity passthrough is the documented individual-authentication option, with tenant and audience constraints. Never place a personal credential in a shared project connection.</a:t>
            </a:r>
          </a:p>
          <a:p>
            <a:r>
              <a:rPr lang="en-US"/>
              <a:t>
• GROUNDING SOURCE: https://learn.microsoft.com/azure/foundry/agents/how-to/mcp-authentication</a:t>
            </a:r>
          </a:p>
          <a:p>
            <a:r>
              <a:rPr lang="en-US"/>
              <a:t>
• GROUNDING SOURCE: https://learn.microsoft.com/azure/foundry/agents/concepts/agent-identity</a:t>
            </a:r>
          </a:p>
        </p:txBody>
      </p:sp>
    </p:spTree>
    <p:extLst>
      <p:ext uri="{BB962C8B-B14F-4D97-AF65-F5344CB8AC3E}">
        <p14:creationId xmlns:p14="http://schemas.microsoft.com/office/powerpoint/2010/main" val="46598341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r>
              <a:rPr lang="en-US"/>
              <a:t>• A continuation ID is an opaque lookup key, not an ownership credential. Authenticate the caller, authorize access to the referenced state, and partition persisted state by tenant, user, or workspace before loading it. Likewise, project or index access is not document access. Foundry IQ and native Search ACL/RBAC enforcement have preview API and SDK requirements; security filters are a separate, API-agnostic custom-RAG pattern. Permission metadata must survive chunking and stay refreshed.</a:t>
            </a:r>
          </a:p>
          <a:p>
            <a:r>
              <a:rPr lang="en-US"/>
              <a:t>
• GROUNDING SOURCE: https://learn.microsoft.com/agent-framework/hosting/self-hosting/#secure-session-continuation</a:t>
            </a:r>
          </a:p>
          <a:p>
            <a:r>
              <a:rPr lang="en-US"/>
              <a:t>
• GROUNDING SOURCE: https://learn.microsoft.com/azure/foundry/agents/how-to/foundry-iq-connect</a:t>
            </a:r>
          </a:p>
          <a:p>
            <a:r>
              <a:rPr lang="en-US"/>
              <a:t>
• GROUNDING SOURCE: https://learn.microsoft.com/azure/search/search-document-level-access-overview</a:t>
            </a:r>
          </a:p>
        </p:txBody>
      </p:sp>
    </p:spTree>
    <p:extLst>
      <p:ext uri="{BB962C8B-B14F-4D97-AF65-F5344CB8AC3E}">
        <p14:creationId xmlns:p14="http://schemas.microsoft.com/office/powerpoint/2010/main" val="317095557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r>
              <a:rPr lang="en-US"/>
              <a:t>• Use only the runbook's presenter-prepared, synthetic access map and explicitly labeled expected outcomes. Alice and Bob may both invoke and approve a lookup, but only Alice's user permission allows the restricted document; Bob also cannot reuse Alice's continuation ID. Do not make live RBAC or consent changes, display tokens, or imply the expected table is a captured cloud result. Close with the phrase “the reference agent we examined.”</a:t>
            </a:r>
          </a:p>
          <a:p>
            <a:r>
              <a:rPr lang="en-US"/>
              <a:t>
• GROUNDING SOURCE: https://learn.microsoft.com/azure/foundry/agents/how-to/mcp-authentication</a:t>
            </a:r>
          </a:p>
          <a:p>
            <a:r>
              <a:rPr lang="en-US"/>
              <a:t>
• GROUNDING SOURCE: https://learn.microsoft.com/agent-framework/hosting/self-hosting/#secure-session-continuation</a:t>
            </a:r>
          </a:p>
          <a:p>
            <a:r>
              <a:rPr lang="en-US"/>
              <a:t>
• GROUNDING SOURCE: https://learn.microsoft.com/azure/foundry/agents/how-to/foundry-iq-connect</a:t>
            </a:r>
          </a:p>
          <a:p>
            <a:r>
              <a:rPr lang="en-US"/>
              <a:t>
• GROUNDING SOURCE: https://learn.microsoft.com/azure/search/search-document-level-access-overview</a:t>
            </a:r>
          </a:p>
        </p:txBody>
      </p:sp>
    </p:spTree>
    <p:extLst>
      <p:ext uri="{BB962C8B-B14F-4D97-AF65-F5344CB8AC3E}">
        <p14:creationId xmlns:p14="http://schemas.microsoft.com/office/powerpoint/2010/main" val="315049335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r>
              <a:rPr lang="en-US"/>
              <a:t>• Run the closing checkpoint: “OAuth consent and tool approval succeeded, but Bob's retrieval was denied. What do we inspect?” Expected answer: the principal actually presented downstream, its role and scope, and Bob's document permission. Reinforce that this conclusion comes from the reference agent we examined; attendees need no previous lab result.</a:t>
            </a:r>
          </a:p>
          <a:p>
            <a:r>
              <a:rPr lang="en-US"/>
              <a:t>
• GROUNDING SOURCE: https://learn.microsoft.com/azure/foundry/concepts/authentication-authorization-foundry</a:t>
            </a:r>
          </a:p>
          <a:p>
            <a:r>
              <a:rPr lang="en-US"/>
              <a:t>
• GROUNDING SOURCE: https://learn.microsoft.com/azure/foundry/concepts/rbac-foundry</a:t>
            </a:r>
          </a:p>
          <a:p>
            <a:r>
              <a:rPr lang="en-US"/>
              <a:t>
• GROUNDING SOURCE: https://learn.microsoft.com/azure/foundry/agents/how-to/migrate-agent-applications</a:t>
            </a:r>
          </a:p>
          <a:p>
            <a:r>
              <a:rPr lang="en-US"/>
              <a:t>
• GROUNDING SOURCE: https://learn.microsoft.com/agent-framework/hosting/self-hosting/#secure-session-continuation</a:t>
            </a:r>
          </a:p>
          <a:p>
            <a:r>
              <a:rPr lang="en-US"/>
              <a:t>
• GROUNDING SOURCE: https://learn.microsoft.com/azure/search/search-document-level-access-overview</a:t>
            </a:r>
          </a:p>
        </p:txBody>
      </p:sp>
    </p:spTree>
    <p:extLst>
      <p:ext uri="{BB962C8B-B14F-4D97-AF65-F5344CB8AC3E}">
        <p14:creationId xmlns:p14="http://schemas.microsoft.com/office/powerpoint/2010/main" val="298532800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xml"/><Relationship Id="rId1" Type="http://schemas.openxmlformats.org/officeDocument/2006/relationships/slideLayout" Target="../slideLayouts/slideLayout1.xml"/><Relationship Id="rId4" Type="http://schemas.openxmlformats.org/officeDocument/2006/relationships/image" Target="../media/image7.png"/></Relationships>
</file>

<file path=ppt/slides/_rels/slide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 name="Rectangle 52">
            <a:extLst>
              <a:ext uri="{FF2B5EF4-FFF2-40B4-BE49-F238E27FC236}">
                <a16:creationId xmlns:a16="http://schemas.microsoft.com/office/drawing/2014/main" id="{5DA0D5A1-6767-0DCD-FAFD-7597901EF4A2}"/>
              </a:ext>
            </a:extLst>
          </p:cNvPr>
          <p:cNvSpPr/>
          <p:nvPr/>
        </p:nvSpPr>
        <p:spPr>
          <a:xfrm>
            <a:off x="457200" y="1280160"/>
            <a:ext cx="109728" cy="2377440"/>
          </a:xfrm>
          <a:prstGeom prst="rect">
            <a:avLst/>
          </a:prstGeom>
          <a:solidFill>
            <a:srgbClr val="A32B4E"/>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 name="Rectangle 54">
            <a:extLst>
              <a:ext uri="{FF2B5EF4-FFF2-40B4-BE49-F238E27FC236}">
                <a16:creationId xmlns:a16="http://schemas.microsoft.com/office/drawing/2014/main" id="{0E9700F6-03E2-60CF-EA41-0A72B49D80DB}"/>
              </a:ext>
            </a:extLst>
          </p:cNvPr>
          <p:cNvSpPr/>
          <p:nvPr/>
        </p:nvSpPr>
        <p:spPr>
          <a:xfrm>
            <a:off x="731520" y="1280160"/>
            <a:ext cx="8046720" cy="4572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400" b="1" spc="600">
                <a:solidFill>
                  <a:srgbClr val="A32B4E"/>
                </a:solidFill>
                <a:effectLst/>
                <a:latin typeface="Calibri" panose="020F0502020204030204" pitchFamily="34" charset="0"/>
              </a:rPr>
              <a:t>DAY 5  ·  MODULE 2</a:t>
            </a:r>
          </a:p>
          <a:p>
            <a:pPr algn="l">
              <a:buNone/>
            </a:pPr>
            <a:r>
              <a:rPr lang="en-US" sz="100">
                <a:effectLst/>
              </a:rPr>
              <a:t> </a:t>
            </a:r>
            <a:endParaRPr lang="en-US"/>
          </a:p>
        </p:txBody>
      </p:sp>
      <p:sp>
        <p:nvSpPr>
          <p:cNvPr id="58" name="Rectangle 57">
            <a:extLst>
              <a:ext uri="{FF2B5EF4-FFF2-40B4-BE49-F238E27FC236}">
                <a16:creationId xmlns:a16="http://schemas.microsoft.com/office/drawing/2014/main" id="{365BFCFF-29ED-52EA-3E98-EE408EBE17C3}"/>
              </a:ext>
            </a:extLst>
          </p:cNvPr>
          <p:cNvSpPr/>
          <p:nvPr/>
        </p:nvSpPr>
        <p:spPr>
          <a:xfrm>
            <a:off x="731520" y="1783080"/>
            <a:ext cx="8046720" cy="12801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3400" b="1">
                <a:solidFill>
                  <a:srgbClr val="1F2933"/>
                </a:solidFill>
                <a:effectLst/>
                <a:latin typeface="Calibri" panose="020F0502020204030204" pitchFamily="34" charset="0"/>
              </a:rPr>
              <a:t>Identity and Security</a:t>
            </a:r>
          </a:p>
          <a:p>
            <a:pPr algn="l">
              <a:buNone/>
            </a:pPr>
            <a:r>
              <a:rPr lang="en-US" sz="100">
                <a:effectLst/>
              </a:rPr>
              <a:t> </a:t>
            </a:r>
            <a:endParaRPr lang="en-US"/>
          </a:p>
        </p:txBody>
      </p:sp>
      <p:sp>
        <p:nvSpPr>
          <p:cNvPr id="62" name="Rectangle 61">
            <a:extLst>
              <a:ext uri="{FF2B5EF4-FFF2-40B4-BE49-F238E27FC236}">
                <a16:creationId xmlns:a16="http://schemas.microsoft.com/office/drawing/2014/main" id="{BC2BC7EC-4EC2-75C4-DF94-21C99301DFC4}"/>
              </a:ext>
            </a:extLst>
          </p:cNvPr>
          <p:cNvSpPr/>
          <p:nvPr/>
        </p:nvSpPr>
        <p:spPr>
          <a:xfrm>
            <a:off x="731520" y="3108960"/>
            <a:ext cx="8046720" cy="4572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600">
                <a:solidFill>
                  <a:srgbClr val="52606D"/>
                </a:solidFill>
                <a:effectLst/>
                <a:latin typeface="Calibri" panose="020F0502020204030204" pitchFamily="34" charset="0"/>
              </a:rPr>
              <a:t>Follow the caller, then enforce least privilege at every boundary</a:t>
            </a:r>
          </a:p>
          <a:p>
            <a:pPr algn="l">
              <a:buNone/>
            </a:pPr>
            <a:r>
              <a:rPr lang="en-US" sz="100">
                <a:effectLst/>
              </a:rPr>
              <a:t> </a:t>
            </a:r>
            <a:endParaRPr lang="en-US"/>
          </a:p>
        </p:txBody>
      </p:sp>
      <p:sp>
        <p:nvSpPr>
          <p:cNvPr id="67" name="Rectangle 66">
            <a:extLst>
              <a:ext uri="{FF2B5EF4-FFF2-40B4-BE49-F238E27FC236}">
                <a16:creationId xmlns:a16="http://schemas.microsoft.com/office/drawing/2014/main" id="{A29A1CF3-1887-98C1-5E85-F06F7533A438}"/>
              </a:ext>
            </a:extLst>
          </p:cNvPr>
          <p:cNvSpPr/>
          <p:nvPr/>
        </p:nvSpPr>
        <p:spPr>
          <a:xfrm>
            <a:off x="365760" y="4686300"/>
            <a:ext cx="84124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200">
                <a:solidFill>
                  <a:srgbClr val="52606D"/>
                </a:solidFill>
                <a:effectLst/>
                <a:latin typeface="Calibri" panose="020F0502020204030204" pitchFamily="34" charset="0"/>
              </a:rPr>
              <a:t>Microsoft Foundry  ·  Agent Framework  ·  Trust boundaries</a:t>
            </a:r>
          </a:p>
          <a:p>
            <a:pPr algn="l">
              <a:buNone/>
            </a:pPr>
            <a:r>
              <a:rPr lang="en-US" sz="100">
                <a:effectLst/>
              </a:rPr>
              <a:t> </a:t>
            </a:r>
            <a:endParaRPr lang="en-US"/>
          </a:p>
        </p:txBody>
      </p:sp>
    </p:spTree>
    <p:extLst>
      <p:ext uri="{BB962C8B-B14F-4D97-AF65-F5344CB8AC3E}">
        <p14:creationId xmlns:p14="http://schemas.microsoft.com/office/powerpoint/2010/main" val="270958439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8" name="Rectangle 67">
            <a:extLst>
              <a:ext uri="{FF2B5EF4-FFF2-40B4-BE49-F238E27FC236}">
                <a16:creationId xmlns:a16="http://schemas.microsoft.com/office/drawing/2014/main" id="{615BFA74-19D7-BCAF-5368-1BBFF48DF8CC}"/>
              </a:ext>
            </a:extLst>
          </p:cNvPr>
          <p:cNvSpPr/>
          <p:nvPr/>
        </p:nvSpPr>
        <p:spPr>
          <a:xfrm>
            <a:off x="365760" y="292608"/>
            <a:ext cx="84124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200" b="1" spc="400">
                <a:solidFill>
                  <a:srgbClr val="A32B4E"/>
                </a:solidFill>
                <a:effectLst/>
                <a:latin typeface="Calibri" panose="020F0502020204030204" pitchFamily="34" charset="0"/>
              </a:rPr>
              <a:t>TWO DIFFERENT QUESTIONS</a:t>
            </a:r>
          </a:p>
          <a:p>
            <a:pPr algn="l">
              <a:buNone/>
            </a:pPr>
            <a:r>
              <a:rPr lang="en-US" sz="100">
                <a:effectLst/>
              </a:rPr>
              <a:t> </a:t>
            </a:r>
            <a:endParaRPr lang="en-US"/>
          </a:p>
        </p:txBody>
      </p:sp>
      <p:sp>
        <p:nvSpPr>
          <p:cNvPr id="70" name="Rectangle 69">
            <a:extLst>
              <a:ext uri="{FF2B5EF4-FFF2-40B4-BE49-F238E27FC236}">
                <a16:creationId xmlns:a16="http://schemas.microsoft.com/office/drawing/2014/main" id="{4C2AFE35-6FCA-2676-D04E-7B1FE9BFDAAA}"/>
              </a:ext>
            </a:extLst>
          </p:cNvPr>
          <p:cNvSpPr/>
          <p:nvPr/>
        </p:nvSpPr>
        <p:spPr>
          <a:xfrm>
            <a:off x="365760" y="566928"/>
            <a:ext cx="841248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2800" b="1">
                <a:solidFill>
                  <a:srgbClr val="1F2933"/>
                </a:solidFill>
                <a:effectLst/>
                <a:latin typeface="Calibri" panose="020F0502020204030204" pitchFamily="34" charset="0"/>
              </a:rPr>
              <a:t>Authenticate first; authorize at each plane</a:t>
            </a:r>
          </a:p>
          <a:p>
            <a:pPr algn="l">
              <a:buNone/>
            </a:pPr>
            <a:r>
              <a:rPr lang="en-US" sz="100">
                <a:effectLst/>
              </a:rPr>
              <a:t> </a:t>
            </a:r>
            <a:endParaRPr lang="en-US"/>
          </a:p>
        </p:txBody>
      </p:sp>
      <p:sp>
        <p:nvSpPr>
          <p:cNvPr id="73" name="Rectangle 72">
            <a:extLst>
              <a:ext uri="{FF2B5EF4-FFF2-40B4-BE49-F238E27FC236}">
                <a16:creationId xmlns:a16="http://schemas.microsoft.com/office/drawing/2014/main" id="{655CF3B1-5C57-658B-3293-671238D9986B}"/>
              </a:ext>
            </a:extLst>
          </p:cNvPr>
          <p:cNvSpPr/>
          <p:nvPr/>
        </p:nvSpPr>
        <p:spPr>
          <a:xfrm>
            <a:off x="457200" y="1225296"/>
            <a:ext cx="731520" cy="25400"/>
          </a:xfrm>
          <a:prstGeom prst="rect">
            <a:avLst/>
          </a:prstGeom>
          <a:solidFill>
            <a:srgbClr val="A32B4E"/>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7" name="Rectangle 76">
            <a:extLst>
              <a:ext uri="{FF2B5EF4-FFF2-40B4-BE49-F238E27FC236}">
                <a16:creationId xmlns:a16="http://schemas.microsoft.com/office/drawing/2014/main" id="{C9404747-0D73-ADCF-C68E-87E4C75256E8}"/>
              </a:ext>
            </a:extLst>
          </p:cNvPr>
          <p:cNvSpPr/>
          <p:nvPr/>
        </p:nvSpPr>
        <p:spPr>
          <a:xfrm>
            <a:off x="365760" y="1417320"/>
            <a:ext cx="8412480" cy="36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300">
                <a:solidFill>
                  <a:srgbClr val="52606D"/>
                </a:solidFill>
                <a:effectLst/>
                <a:latin typeface="Calibri" panose="020F0502020204030204" pitchFamily="34" charset="0"/>
              </a:rPr>
              <a:t>Authentication establishes a principal; authorization evaluates what that principal may do at this resource.</a:t>
            </a:r>
          </a:p>
          <a:p>
            <a:pPr algn="l">
              <a:buNone/>
            </a:pPr>
            <a:r>
              <a:rPr lang="en-US" sz="100">
                <a:effectLst/>
              </a:rPr>
              <a:t> </a:t>
            </a:r>
            <a:endParaRPr lang="en-US"/>
          </a:p>
        </p:txBody>
      </p:sp>
      <p:sp>
        <p:nvSpPr>
          <p:cNvPr id="82" name="Rectangle 81">
            <a:extLst>
              <a:ext uri="{FF2B5EF4-FFF2-40B4-BE49-F238E27FC236}">
                <a16:creationId xmlns:a16="http://schemas.microsoft.com/office/drawing/2014/main" id="{775BA77B-2763-C9DB-2D18-272F153F1223}"/>
              </a:ext>
            </a:extLst>
          </p:cNvPr>
          <p:cNvSpPr/>
          <p:nvPr/>
        </p:nvSpPr>
        <p:spPr>
          <a:xfrm>
            <a:off x="457200" y="1965960"/>
            <a:ext cx="3977640" cy="2423160"/>
          </a:xfrm>
          <a:prstGeom prst="rect">
            <a:avLst/>
          </a:prstGeom>
          <a:solidFill>
            <a:srgbClr val="FFFFFF"/>
          </a:solidFill>
          <a:ln w="9525">
            <a:solidFill>
              <a:srgbClr val="EADCE1"/>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8" name="Rectangle 87">
            <a:extLst>
              <a:ext uri="{FF2B5EF4-FFF2-40B4-BE49-F238E27FC236}">
                <a16:creationId xmlns:a16="http://schemas.microsoft.com/office/drawing/2014/main" id="{24EB07A0-4017-57C8-BBA2-AD32A684F3B3}"/>
              </a:ext>
            </a:extLst>
          </p:cNvPr>
          <p:cNvSpPr/>
          <p:nvPr/>
        </p:nvSpPr>
        <p:spPr>
          <a:xfrm>
            <a:off x="594360" y="2514600"/>
            <a:ext cx="374904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800" b="1">
                <a:solidFill>
                  <a:srgbClr val="1F2933"/>
                </a:solidFill>
                <a:effectLst/>
                <a:latin typeface="Calibri" panose="020F0502020204030204" pitchFamily="34" charset="0"/>
              </a:rPr>
              <a:t>Authentication</a:t>
            </a:r>
          </a:p>
          <a:p>
            <a:pPr algn="l">
              <a:buNone/>
            </a:pPr>
            <a:r>
              <a:rPr lang="en-US" sz="100">
                <a:effectLst/>
              </a:rPr>
              <a:t> </a:t>
            </a:r>
            <a:endParaRPr lang="en-US"/>
          </a:p>
        </p:txBody>
      </p:sp>
      <p:sp>
        <p:nvSpPr>
          <p:cNvPr id="95" name="Rectangle 94">
            <a:extLst>
              <a:ext uri="{FF2B5EF4-FFF2-40B4-BE49-F238E27FC236}">
                <a16:creationId xmlns:a16="http://schemas.microsoft.com/office/drawing/2014/main" id="{B2D6901B-F36B-612C-1971-7A3D4CD9F050}"/>
              </a:ext>
            </a:extLst>
          </p:cNvPr>
          <p:cNvSpPr/>
          <p:nvPr/>
        </p:nvSpPr>
        <p:spPr>
          <a:xfrm>
            <a:off x="594360" y="2834640"/>
            <a:ext cx="374904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200" b="1">
                <a:solidFill>
                  <a:srgbClr val="A32B4E"/>
                </a:solidFill>
                <a:effectLst/>
                <a:latin typeface="Calibri" panose="020F0502020204030204" pitchFamily="34" charset="0"/>
              </a:rPr>
              <a:t>Who is calling?</a:t>
            </a:r>
          </a:p>
          <a:p>
            <a:pPr algn="l">
              <a:buNone/>
            </a:pPr>
            <a:r>
              <a:rPr lang="en-US" sz="100">
                <a:effectLst/>
              </a:rPr>
              <a:t> </a:t>
            </a:r>
            <a:endParaRPr lang="en-US"/>
          </a:p>
        </p:txBody>
      </p:sp>
      <p:sp>
        <p:nvSpPr>
          <p:cNvPr id="103" name="Rectangle 102">
            <a:extLst>
              <a:ext uri="{FF2B5EF4-FFF2-40B4-BE49-F238E27FC236}">
                <a16:creationId xmlns:a16="http://schemas.microsoft.com/office/drawing/2014/main" id="{9A715DF0-0605-59F8-816D-ADE230E415D0}"/>
              </a:ext>
            </a:extLst>
          </p:cNvPr>
          <p:cNvSpPr/>
          <p:nvPr/>
        </p:nvSpPr>
        <p:spPr>
          <a:xfrm>
            <a:off x="685800" y="3108960"/>
            <a:ext cx="3566160" cy="9525"/>
          </a:xfrm>
          <a:prstGeom prst="rect">
            <a:avLst/>
          </a:prstGeom>
          <a:solidFill>
            <a:srgbClr val="EADCE1"/>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2" name="Rectangle 111">
            <a:extLst>
              <a:ext uri="{FF2B5EF4-FFF2-40B4-BE49-F238E27FC236}">
                <a16:creationId xmlns:a16="http://schemas.microsoft.com/office/drawing/2014/main" id="{72732510-8114-54CB-527D-AA8CFFCD93E6}"/>
              </a:ext>
            </a:extLst>
          </p:cNvPr>
          <p:cNvSpPr/>
          <p:nvPr/>
        </p:nvSpPr>
        <p:spPr>
          <a:xfrm>
            <a:off x="594360" y="3200400"/>
            <a:ext cx="3749040" cy="5486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200">
                <a:solidFill>
                  <a:srgbClr val="1F2933"/>
                </a:solidFill>
                <a:effectLst/>
                <a:latin typeface="Calibri" panose="020F0502020204030204" pitchFamily="34" charset="0"/>
              </a:rPr>
              <a:t>A user, application/service principal, managed identity, or agent identity presents a credential</a:t>
            </a:r>
          </a:p>
          <a:p>
            <a:pPr algn="l">
              <a:buNone/>
            </a:pPr>
            <a:r>
              <a:rPr lang="en-US" sz="100">
                <a:effectLst/>
              </a:rPr>
              <a:t> </a:t>
            </a:r>
            <a:endParaRPr lang="en-US"/>
          </a:p>
        </p:txBody>
      </p:sp>
      <p:sp>
        <p:nvSpPr>
          <p:cNvPr id="122" name="Rectangle 121">
            <a:extLst>
              <a:ext uri="{FF2B5EF4-FFF2-40B4-BE49-F238E27FC236}">
                <a16:creationId xmlns:a16="http://schemas.microsoft.com/office/drawing/2014/main" id="{750F90B3-90E6-6FB2-F437-4C6ADA633BC6}"/>
              </a:ext>
            </a:extLst>
          </p:cNvPr>
          <p:cNvSpPr/>
          <p:nvPr/>
        </p:nvSpPr>
        <p:spPr>
          <a:xfrm>
            <a:off x="594360" y="3794760"/>
            <a:ext cx="3749040" cy="5486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200">
                <a:solidFill>
                  <a:srgbClr val="1F2933"/>
                </a:solidFill>
                <a:effectLst/>
                <a:latin typeface="Calibri" panose="020F0502020204030204" pitchFamily="34" charset="0"/>
              </a:rPr>
              <a:t>A signed-in chat user is not automatically the caller at every later hop</a:t>
            </a:r>
          </a:p>
          <a:p>
            <a:pPr algn="l">
              <a:buNone/>
            </a:pPr>
            <a:r>
              <a:rPr lang="en-US" sz="100">
                <a:effectLst/>
              </a:rPr>
              <a:t> </a:t>
            </a:r>
            <a:endParaRPr lang="en-US"/>
          </a:p>
        </p:txBody>
      </p:sp>
      <p:sp>
        <p:nvSpPr>
          <p:cNvPr id="133" name="Rectangle 132">
            <a:extLst>
              <a:ext uri="{FF2B5EF4-FFF2-40B4-BE49-F238E27FC236}">
                <a16:creationId xmlns:a16="http://schemas.microsoft.com/office/drawing/2014/main" id="{7881B1DF-3DA8-012E-7204-870EBEDD34AC}"/>
              </a:ext>
            </a:extLst>
          </p:cNvPr>
          <p:cNvSpPr/>
          <p:nvPr/>
        </p:nvSpPr>
        <p:spPr>
          <a:xfrm>
            <a:off x="4709160" y="1965960"/>
            <a:ext cx="3977640" cy="2423160"/>
          </a:xfrm>
          <a:prstGeom prst="rect">
            <a:avLst/>
          </a:prstGeom>
          <a:solidFill>
            <a:srgbClr val="FFFFFF"/>
          </a:solidFill>
          <a:ln w="9525">
            <a:solidFill>
              <a:srgbClr val="EADCE1"/>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5" name="Rectangle 144">
            <a:extLst>
              <a:ext uri="{FF2B5EF4-FFF2-40B4-BE49-F238E27FC236}">
                <a16:creationId xmlns:a16="http://schemas.microsoft.com/office/drawing/2014/main" id="{6EBACB6A-72F6-3117-BAC5-99C1EDB7880A}"/>
              </a:ext>
            </a:extLst>
          </p:cNvPr>
          <p:cNvSpPr/>
          <p:nvPr/>
        </p:nvSpPr>
        <p:spPr>
          <a:xfrm>
            <a:off x="4846320" y="2514600"/>
            <a:ext cx="374904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800" b="1">
                <a:solidFill>
                  <a:srgbClr val="1F2933"/>
                </a:solidFill>
                <a:effectLst/>
                <a:latin typeface="Calibri" panose="020F0502020204030204" pitchFamily="34" charset="0"/>
              </a:rPr>
              <a:t>Authorization</a:t>
            </a:r>
          </a:p>
          <a:p>
            <a:pPr algn="l">
              <a:buNone/>
            </a:pPr>
            <a:r>
              <a:rPr lang="en-US" sz="100">
                <a:effectLst/>
              </a:rPr>
              <a:t> </a:t>
            </a:r>
            <a:endParaRPr lang="en-US"/>
          </a:p>
        </p:txBody>
      </p:sp>
      <p:sp>
        <p:nvSpPr>
          <p:cNvPr id="158" name="Rectangle 157">
            <a:extLst>
              <a:ext uri="{FF2B5EF4-FFF2-40B4-BE49-F238E27FC236}">
                <a16:creationId xmlns:a16="http://schemas.microsoft.com/office/drawing/2014/main" id="{5F9EA48C-DC4B-A4A4-13C8-0AFE4DED7711}"/>
              </a:ext>
            </a:extLst>
          </p:cNvPr>
          <p:cNvSpPr/>
          <p:nvPr/>
        </p:nvSpPr>
        <p:spPr>
          <a:xfrm>
            <a:off x="4846320" y="2834640"/>
            <a:ext cx="374904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200" b="1">
                <a:solidFill>
                  <a:srgbClr val="A32B4E"/>
                </a:solidFill>
                <a:effectLst/>
                <a:latin typeface="Calibri" panose="020F0502020204030204" pitchFamily="34" charset="0"/>
              </a:rPr>
              <a:t>What may it do here?</a:t>
            </a:r>
          </a:p>
          <a:p>
            <a:pPr algn="l">
              <a:buNone/>
            </a:pPr>
            <a:r>
              <a:rPr lang="en-US" sz="100">
                <a:effectLst/>
              </a:rPr>
              <a:t> </a:t>
            </a:r>
            <a:endParaRPr lang="en-US"/>
          </a:p>
        </p:txBody>
      </p:sp>
      <p:sp>
        <p:nvSpPr>
          <p:cNvPr id="172" name="Rectangle 171">
            <a:extLst>
              <a:ext uri="{FF2B5EF4-FFF2-40B4-BE49-F238E27FC236}">
                <a16:creationId xmlns:a16="http://schemas.microsoft.com/office/drawing/2014/main" id="{068C59BF-45E3-7904-D1F8-F287F314D3FB}"/>
              </a:ext>
            </a:extLst>
          </p:cNvPr>
          <p:cNvSpPr/>
          <p:nvPr/>
        </p:nvSpPr>
        <p:spPr>
          <a:xfrm>
            <a:off x="4937760" y="3108960"/>
            <a:ext cx="3566160" cy="9525"/>
          </a:xfrm>
          <a:prstGeom prst="rect">
            <a:avLst/>
          </a:prstGeom>
          <a:solidFill>
            <a:srgbClr val="EADCE1"/>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7" name="Rectangle 186">
            <a:extLst>
              <a:ext uri="{FF2B5EF4-FFF2-40B4-BE49-F238E27FC236}">
                <a16:creationId xmlns:a16="http://schemas.microsoft.com/office/drawing/2014/main" id="{E7330F5D-44C2-D72D-7BE9-E0F813A3CDA3}"/>
              </a:ext>
            </a:extLst>
          </p:cNvPr>
          <p:cNvSpPr/>
          <p:nvPr/>
        </p:nvSpPr>
        <p:spPr>
          <a:xfrm>
            <a:off x="4846320" y="3200400"/>
            <a:ext cx="3749040" cy="5486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200">
                <a:solidFill>
                  <a:srgbClr val="1F2933"/>
                </a:solidFill>
                <a:effectLst/>
                <a:latin typeface="Calibri" panose="020F0502020204030204" pitchFamily="34" charset="0"/>
              </a:rPr>
              <a:t>Control plane: RBAC actions manage resources, projects, and role assignments</a:t>
            </a:r>
          </a:p>
          <a:p>
            <a:pPr algn="l">
              <a:buNone/>
            </a:pPr>
            <a:r>
              <a:rPr lang="en-US" sz="100">
                <a:effectLst/>
              </a:rPr>
              <a:t> </a:t>
            </a:r>
            <a:endParaRPr lang="en-US"/>
          </a:p>
        </p:txBody>
      </p:sp>
      <p:sp>
        <p:nvSpPr>
          <p:cNvPr id="203" name="Rectangle 202">
            <a:extLst>
              <a:ext uri="{FF2B5EF4-FFF2-40B4-BE49-F238E27FC236}">
                <a16:creationId xmlns:a16="http://schemas.microsoft.com/office/drawing/2014/main" id="{BC2047C1-4400-B0D2-8BC5-71ADA6156F1E}"/>
              </a:ext>
            </a:extLst>
          </p:cNvPr>
          <p:cNvSpPr/>
          <p:nvPr/>
        </p:nvSpPr>
        <p:spPr>
          <a:xfrm>
            <a:off x="4846320" y="3794760"/>
            <a:ext cx="3749040" cy="5486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200">
                <a:solidFill>
                  <a:srgbClr val="1F2933"/>
                </a:solidFill>
                <a:effectLst/>
                <a:latin typeface="Calibri" panose="020F0502020204030204" pitchFamily="34" charset="0"/>
              </a:rPr>
              <a:t>Data plane: RBAC dataActions invoke models, agents, evaluations, and runtime capabilities</a:t>
            </a:r>
          </a:p>
          <a:p>
            <a:pPr algn="l">
              <a:buNone/>
            </a:pPr>
            <a:r>
              <a:rPr lang="en-US" sz="100">
                <a:effectLst/>
              </a:rPr>
              <a:t> </a:t>
            </a:r>
            <a:endParaRPr lang="en-US"/>
          </a:p>
        </p:txBody>
      </p:sp>
      <p:sp>
        <p:nvSpPr>
          <p:cNvPr id="220" name="Rectangle 219">
            <a:extLst>
              <a:ext uri="{FF2B5EF4-FFF2-40B4-BE49-F238E27FC236}">
                <a16:creationId xmlns:a16="http://schemas.microsoft.com/office/drawing/2014/main" id="{9413B379-09B0-A80C-2BE2-36CC57918ECE}"/>
              </a:ext>
            </a:extLst>
          </p:cNvPr>
          <p:cNvSpPr/>
          <p:nvPr/>
        </p:nvSpPr>
        <p:spPr>
          <a:xfrm>
            <a:off x="365760" y="4480560"/>
            <a:ext cx="84124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200" i="1">
                <a:solidFill>
                  <a:srgbClr val="52606D"/>
                </a:solidFill>
                <a:effectLst/>
                <a:latin typeface="Calibri" panose="020F0502020204030204" pitchFamily="34" charset="0"/>
              </a:rPr>
              <a:t>Success on one plane says nothing about the other.</a:t>
            </a:r>
          </a:p>
          <a:p>
            <a:pPr algn="l">
              <a:buNone/>
            </a:pPr>
            <a:r>
              <a:rPr lang="en-US" sz="100">
                <a:effectLst/>
              </a:rPr>
              <a:t> </a:t>
            </a:r>
            <a:endParaRPr lang="en-US"/>
          </a:p>
        </p:txBody>
      </p:sp>
      <p:sp>
        <p:nvSpPr>
          <p:cNvPr id="238" name="Rectangle 237">
            <a:extLst>
              <a:ext uri="{FF2B5EF4-FFF2-40B4-BE49-F238E27FC236}">
                <a16:creationId xmlns:a16="http://schemas.microsoft.com/office/drawing/2014/main" id="{913208DF-C1C9-3CA2-991A-27009AF77BC6}"/>
              </a:ext>
            </a:extLst>
          </p:cNvPr>
          <p:cNvSpPr/>
          <p:nvPr/>
        </p:nvSpPr>
        <p:spPr>
          <a:xfrm>
            <a:off x="365760" y="4823460"/>
            <a:ext cx="5669280" cy="2286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200">
                <a:solidFill>
                  <a:srgbClr val="52606D"/>
                </a:solidFill>
                <a:effectLst/>
                <a:latin typeface="Calibri" panose="020F0502020204030204" pitchFamily="34" charset="0"/>
              </a:rPr>
              <a:t>Identity &amp; Security  ·  Microsoft Agent Framework</a:t>
            </a:r>
          </a:p>
          <a:p>
            <a:pPr algn="l">
              <a:buNone/>
            </a:pPr>
            <a:r>
              <a:rPr lang="en-US" sz="100">
                <a:effectLst/>
              </a:rPr>
              <a:t> </a:t>
            </a:r>
            <a:endParaRPr lang="en-US"/>
          </a:p>
        </p:txBody>
      </p:sp>
      <p:sp>
        <p:nvSpPr>
          <p:cNvPr id="257" name="Rectangle 256">
            <a:extLst>
              <a:ext uri="{FF2B5EF4-FFF2-40B4-BE49-F238E27FC236}">
                <a16:creationId xmlns:a16="http://schemas.microsoft.com/office/drawing/2014/main" id="{CD2D549C-E6B9-5E11-B496-6795609FDA84}"/>
              </a:ext>
            </a:extLst>
          </p:cNvPr>
          <p:cNvSpPr/>
          <p:nvPr/>
        </p:nvSpPr>
        <p:spPr>
          <a:xfrm>
            <a:off x="7863840" y="4823460"/>
            <a:ext cx="914400" cy="2286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r">
              <a:buNone/>
            </a:pPr>
            <a:r>
              <a:rPr lang="en-US" sz="1200">
                <a:solidFill>
                  <a:srgbClr val="52606D"/>
                </a:solidFill>
                <a:effectLst/>
                <a:latin typeface="Calibri" panose="020F0502020204030204" pitchFamily="34" charset="0"/>
              </a:rPr>
              <a:t>2 / 9</a:t>
            </a:r>
          </a:p>
          <a:p>
            <a:pPr algn="r">
              <a:buNone/>
            </a:pPr>
            <a:r>
              <a:rPr lang="en-US" sz="100">
                <a:effectLst/>
              </a:rPr>
              <a:t> </a:t>
            </a:r>
            <a:endParaRPr lang="en-US"/>
          </a:p>
        </p:txBody>
      </p:sp>
      <p:pic>
        <p:nvPicPr>
          <p:cNvPr id="258" name="Picture 257" descr="working/ic2/i4.png">
            <a:extLst>
              <a:ext uri="{FF2B5EF4-FFF2-40B4-BE49-F238E27FC236}">
                <a16:creationId xmlns:a16="http://schemas.microsoft.com/office/drawing/2014/main" id="{9A7B0535-6ABD-3341-11F8-7F87DBA1706F}"/>
              </a:ext>
            </a:extLst>
          </p:cNvPr>
          <p:cNvPicPr>
            <a:picLocks noChangeAspect="1"/>
          </p:cNvPicPr>
          <p:nvPr/>
        </p:nvPicPr>
        <p:blipFill>
          <a:blip r:embed="rId3"/>
          <a:stretch>
            <a:fillRect/>
          </a:stretch>
        </p:blipFill>
        <p:spPr>
          <a:xfrm>
            <a:off x="685800" y="2057400"/>
            <a:ext cx="411480" cy="411480"/>
          </a:xfrm>
          <a:prstGeom prst="rect">
            <a:avLst/>
          </a:prstGeom>
        </p:spPr>
      </p:pic>
      <p:pic>
        <p:nvPicPr>
          <p:cNvPr id="259" name="Picture 258" descr="working/ic2/i5.png">
            <a:extLst>
              <a:ext uri="{FF2B5EF4-FFF2-40B4-BE49-F238E27FC236}">
                <a16:creationId xmlns:a16="http://schemas.microsoft.com/office/drawing/2014/main" id="{7DA4C339-9D33-2491-7FFC-BCED751A55FF}"/>
              </a:ext>
            </a:extLst>
          </p:cNvPr>
          <p:cNvPicPr>
            <a:picLocks noChangeAspect="1"/>
          </p:cNvPicPr>
          <p:nvPr/>
        </p:nvPicPr>
        <p:blipFill>
          <a:blip r:embed="rId4"/>
          <a:stretch>
            <a:fillRect/>
          </a:stretch>
        </p:blipFill>
        <p:spPr>
          <a:xfrm>
            <a:off x="4937760" y="2057400"/>
            <a:ext cx="411480" cy="411480"/>
          </a:xfrm>
          <a:prstGeom prst="rect">
            <a:avLst/>
          </a:prstGeom>
        </p:spPr>
      </p:pic>
    </p:spTree>
    <p:extLst>
      <p:ext uri="{BB962C8B-B14F-4D97-AF65-F5344CB8AC3E}">
        <p14:creationId xmlns:p14="http://schemas.microsoft.com/office/powerpoint/2010/main" val="8865068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0" name="Rectangle 259">
            <a:extLst>
              <a:ext uri="{FF2B5EF4-FFF2-40B4-BE49-F238E27FC236}">
                <a16:creationId xmlns:a16="http://schemas.microsoft.com/office/drawing/2014/main" id="{5823D9FF-9AD3-4DB5-6893-DE2C6D81F370}"/>
              </a:ext>
            </a:extLst>
          </p:cNvPr>
          <p:cNvSpPr/>
          <p:nvPr/>
        </p:nvSpPr>
        <p:spPr>
          <a:xfrm>
            <a:off x="365760" y="292608"/>
            <a:ext cx="84124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200" b="1" spc="400">
                <a:solidFill>
                  <a:srgbClr val="A32B4E"/>
                </a:solidFill>
                <a:effectLst/>
                <a:latin typeface="Calibri" panose="020F0502020204030204" pitchFamily="34" charset="0"/>
              </a:rPr>
              <a:t>FOUR HOPS, FOUR PRINCIPALS</a:t>
            </a:r>
          </a:p>
          <a:p>
            <a:pPr algn="l">
              <a:buNone/>
            </a:pPr>
            <a:r>
              <a:rPr lang="en-US" sz="100">
                <a:effectLst/>
              </a:rPr>
              <a:t> </a:t>
            </a:r>
            <a:endParaRPr lang="en-US"/>
          </a:p>
        </p:txBody>
      </p:sp>
      <p:sp>
        <p:nvSpPr>
          <p:cNvPr id="262" name="Rectangle 261">
            <a:extLst>
              <a:ext uri="{FF2B5EF4-FFF2-40B4-BE49-F238E27FC236}">
                <a16:creationId xmlns:a16="http://schemas.microsoft.com/office/drawing/2014/main" id="{4C2637A5-7E3D-5EF7-124F-93B0976063B2}"/>
              </a:ext>
            </a:extLst>
          </p:cNvPr>
          <p:cNvSpPr/>
          <p:nvPr/>
        </p:nvSpPr>
        <p:spPr>
          <a:xfrm>
            <a:off x="365760" y="566928"/>
            <a:ext cx="841248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2800" b="1">
                <a:solidFill>
                  <a:srgbClr val="1F2933"/>
                </a:solidFill>
                <a:effectLst/>
                <a:latin typeface="Calibri" panose="020F0502020204030204" pitchFamily="34" charset="0"/>
              </a:rPr>
              <a:t>Follow the identity at every connection</a:t>
            </a:r>
          </a:p>
          <a:p>
            <a:pPr algn="l">
              <a:buNone/>
            </a:pPr>
            <a:r>
              <a:rPr lang="en-US" sz="100">
                <a:effectLst/>
              </a:rPr>
              <a:t> </a:t>
            </a:r>
            <a:endParaRPr lang="en-US"/>
          </a:p>
        </p:txBody>
      </p:sp>
      <p:sp>
        <p:nvSpPr>
          <p:cNvPr id="265" name="Rectangle 264">
            <a:extLst>
              <a:ext uri="{FF2B5EF4-FFF2-40B4-BE49-F238E27FC236}">
                <a16:creationId xmlns:a16="http://schemas.microsoft.com/office/drawing/2014/main" id="{6A36BE71-9C86-6044-43BF-8BCE7F5793BF}"/>
              </a:ext>
            </a:extLst>
          </p:cNvPr>
          <p:cNvSpPr/>
          <p:nvPr/>
        </p:nvSpPr>
        <p:spPr>
          <a:xfrm>
            <a:off x="457200" y="1225296"/>
            <a:ext cx="731520" cy="25400"/>
          </a:xfrm>
          <a:prstGeom prst="rect">
            <a:avLst/>
          </a:prstGeom>
          <a:solidFill>
            <a:srgbClr val="A32B4E"/>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9" name="Rectangle 268">
            <a:extLst>
              <a:ext uri="{FF2B5EF4-FFF2-40B4-BE49-F238E27FC236}">
                <a16:creationId xmlns:a16="http://schemas.microsoft.com/office/drawing/2014/main" id="{40813014-EFF9-6481-9F32-6186D404ED3F}"/>
              </a:ext>
            </a:extLst>
          </p:cNvPr>
          <p:cNvSpPr/>
          <p:nvPr/>
        </p:nvSpPr>
        <p:spPr>
          <a:xfrm>
            <a:off x="365760" y="1417320"/>
            <a:ext cx="8412480" cy="36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300">
                <a:solidFill>
                  <a:srgbClr val="52606D"/>
                </a:solidFill>
                <a:effectLst/>
                <a:latin typeface="Calibri" panose="020F0502020204030204" pitchFamily="34" charset="0"/>
              </a:rPr>
              <a:t>Ask at each hop: which principal is actually in this request?</a:t>
            </a:r>
          </a:p>
          <a:p>
            <a:pPr algn="l">
              <a:buNone/>
            </a:pPr>
            <a:r>
              <a:rPr lang="en-US" sz="100">
                <a:effectLst/>
              </a:rPr>
              <a:t> </a:t>
            </a:r>
            <a:endParaRPr lang="en-US"/>
          </a:p>
        </p:txBody>
      </p:sp>
      <p:sp>
        <p:nvSpPr>
          <p:cNvPr id="274" name="Rectangle 273">
            <a:extLst>
              <a:ext uri="{FF2B5EF4-FFF2-40B4-BE49-F238E27FC236}">
                <a16:creationId xmlns:a16="http://schemas.microsoft.com/office/drawing/2014/main" id="{8779B644-0B83-6F53-2A54-EBF7C0BDBCFF}"/>
              </a:ext>
            </a:extLst>
          </p:cNvPr>
          <p:cNvSpPr/>
          <p:nvPr/>
        </p:nvSpPr>
        <p:spPr>
          <a:xfrm>
            <a:off x="822960" y="1920240"/>
            <a:ext cx="2468880" cy="4114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300" b="1">
                <a:solidFill>
                  <a:srgbClr val="1F2933"/>
                </a:solidFill>
                <a:effectLst/>
                <a:latin typeface="Calibri" panose="020F0502020204030204" pitchFamily="34" charset="0"/>
              </a:rPr>
              <a:t>End user</a:t>
            </a:r>
            <a:endParaRPr lang="en-US" sz="1200"/>
          </a:p>
        </p:txBody>
      </p:sp>
      <p:sp>
        <p:nvSpPr>
          <p:cNvPr id="280" name="Rectangle 279">
            <a:extLst>
              <a:ext uri="{FF2B5EF4-FFF2-40B4-BE49-F238E27FC236}">
                <a16:creationId xmlns:a16="http://schemas.microsoft.com/office/drawing/2014/main" id="{5AB6AD17-D10A-60FC-547B-1D40E91FE80F}"/>
              </a:ext>
            </a:extLst>
          </p:cNvPr>
          <p:cNvSpPr/>
          <p:nvPr/>
        </p:nvSpPr>
        <p:spPr>
          <a:xfrm>
            <a:off x="3291840" y="1920240"/>
            <a:ext cx="5486400" cy="4114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200">
                <a:solidFill>
                  <a:srgbClr val="52606D"/>
                </a:solidFill>
                <a:effectLst/>
                <a:latin typeface="Calibri" panose="020F0502020204030204" pitchFamily="34" charset="0"/>
              </a:rPr>
              <a:t>authenticates to the client; only delegated permissions can travel onward</a:t>
            </a:r>
          </a:p>
          <a:p>
            <a:pPr algn="l">
              <a:buNone/>
            </a:pPr>
            <a:r>
              <a:rPr lang="en-US" sz="100">
                <a:effectLst/>
              </a:rPr>
              <a:t> </a:t>
            </a:r>
            <a:endParaRPr lang="en-US"/>
          </a:p>
        </p:txBody>
      </p:sp>
      <p:sp>
        <p:nvSpPr>
          <p:cNvPr id="287" name="Rectangle 286">
            <a:extLst>
              <a:ext uri="{FF2B5EF4-FFF2-40B4-BE49-F238E27FC236}">
                <a16:creationId xmlns:a16="http://schemas.microsoft.com/office/drawing/2014/main" id="{6CFF70CB-FB9A-AC72-9F6F-C11277A92CFC}"/>
              </a:ext>
            </a:extLst>
          </p:cNvPr>
          <p:cNvSpPr/>
          <p:nvPr/>
        </p:nvSpPr>
        <p:spPr>
          <a:xfrm>
            <a:off x="457200" y="2423160"/>
            <a:ext cx="8229600" cy="9525"/>
          </a:xfrm>
          <a:prstGeom prst="rect">
            <a:avLst/>
          </a:prstGeom>
          <a:solidFill>
            <a:srgbClr val="EADCE1"/>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5" name="Rectangle 294">
            <a:extLst>
              <a:ext uri="{FF2B5EF4-FFF2-40B4-BE49-F238E27FC236}">
                <a16:creationId xmlns:a16="http://schemas.microsoft.com/office/drawing/2014/main" id="{7AF8F60E-F265-10DF-7CB8-3D0E919C2110}"/>
              </a:ext>
            </a:extLst>
          </p:cNvPr>
          <p:cNvSpPr/>
          <p:nvPr/>
        </p:nvSpPr>
        <p:spPr>
          <a:xfrm>
            <a:off x="822960" y="2514600"/>
            <a:ext cx="2468880" cy="4114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300" b="1">
                <a:solidFill>
                  <a:srgbClr val="1F2933"/>
                </a:solidFill>
                <a:effectLst/>
                <a:latin typeface="Calibri" panose="020F0502020204030204" pitchFamily="34" charset="0"/>
              </a:rPr>
              <a:t>Application caller</a:t>
            </a:r>
            <a:endParaRPr lang="en-US" sz="1200"/>
          </a:p>
        </p:txBody>
      </p:sp>
      <p:sp>
        <p:nvSpPr>
          <p:cNvPr id="304" name="Rectangle 303">
            <a:extLst>
              <a:ext uri="{FF2B5EF4-FFF2-40B4-BE49-F238E27FC236}">
                <a16:creationId xmlns:a16="http://schemas.microsoft.com/office/drawing/2014/main" id="{FFEAFEEB-229F-3078-6D85-54C88628E222}"/>
              </a:ext>
            </a:extLst>
          </p:cNvPr>
          <p:cNvSpPr/>
          <p:nvPr/>
        </p:nvSpPr>
        <p:spPr>
          <a:xfrm>
            <a:off x="3291840" y="2514600"/>
            <a:ext cx="5486400" cy="4114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200">
                <a:solidFill>
                  <a:srgbClr val="52606D"/>
                </a:solidFill>
                <a:effectLst/>
                <a:latin typeface="Calibri" panose="020F0502020204030204" pitchFamily="34" charset="0"/>
              </a:rPr>
              <a:t>invokes with delegated user access or its own workload identity</a:t>
            </a:r>
          </a:p>
          <a:p>
            <a:pPr algn="l">
              <a:buNone/>
            </a:pPr>
            <a:r>
              <a:rPr lang="en-US" sz="100">
                <a:effectLst/>
              </a:rPr>
              <a:t> </a:t>
            </a:r>
            <a:endParaRPr lang="en-US"/>
          </a:p>
        </p:txBody>
      </p:sp>
      <p:sp>
        <p:nvSpPr>
          <p:cNvPr id="314" name="Rectangle 313">
            <a:extLst>
              <a:ext uri="{FF2B5EF4-FFF2-40B4-BE49-F238E27FC236}">
                <a16:creationId xmlns:a16="http://schemas.microsoft.com/office/drawing/2014/main" id="{B31DE57A-CFF4-D176-1A40-709CBABAEB63}"/>
              </a:ext>
            </a:extLst>
          </p:cNvPr>
          <p:cNvSpPr/>
          <p:nvPr/>
        </p:nvSpPr>
        <p:spPr>
          <a:xfrm>
            <a:off x="457200" y="3017520"/>
            <a:ext cx="8229600" cy="9525"/>
          </a:xfrm>
          <a:prstGeom prst="rect">
            <a:avLst/>
          </a:prstGeom>
          <a:solidFill>
            <a:srgbClr val="EADCE1"/>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5" name="Rectangle 324">
            <a:extLst>
              <a:ext uri="{FF2B5EF4-FFF2-40B4-BE49-F238E27FC236}">
                <a16:creationId xmlns:a16="http://schemas.microsoft.com/office/drawing/2014/main" id="{CC400055-6592-558D-AE78-813B8E701953}"/>
              </a:ext>
            </a:extLst>
          </p:cNvPr>
          <p:cNvSpPr/>
          <p:nvPr/>
        </p:nvSpPr>
        <p:spPr>
          <a:xfrm>
            <a:off x="822960" y="3108960"/>
            <a:ext cx="2468880" cy="4114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300" b="1">
                <a:solidFill>
                  <a:srgbClr val="1F2933"/>
                </a:solidFill>
                <a:effectLst/>
                <a:latin typeface="Calibri" panose="020F0502020204030204" pitchFamily="34" charset="0"/>
              </a:rPr>
              <a:t>Agent or tool principal</a:t>
            </a:r>
            <a:endParaRPr lang="en-US" sz="1200"/>
          </a:p>
        </p:txBody>
      </p:sp>
      <p:sp>
        <p:nvSpPr>
          <p:cNvPr id="337" name="Rectangle 336">
            <a:extLst>
              <a:ext uri="{FF2B5EF4-FFF2-40B4-BE49-F238E27FC236}">
                <a16:creationId xmlns:a16="http://schemas.microsoft.com/office/drawing/2014/main" id="{0648B262-0F2E-5F59-D443-5B6CE04BCD93}"/>
              </a:ext>
            </a:extLst>
          </p:cNvPr>
          <p:cNvSpPr/>
          <p:nvPr/>
        </p:nvSpPr>
        <p:spPr>
          <a:xfrm>
            <a:off x="3291840" y="3108960"/>
            <a:ext cx="5486400" cy="4114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200">
                <a:solidFill>
                  <a:srgbClr val="52606D"/>
                </a:solidFill>
                <a:effectLst/>
                <a:latin typeface="Calibri" panose="020F0502020204030204" pitchFamily="34" charset="0"/>
              </a:rPr>
              <a:t>authenticates on the tool connection; inspect, do not infer</a:t>
            </a:r>
          </a:p>
          <a:p>
            <a:pPr algn="l">
              <a:buNone/>
            </a:pPr>
            <a:r>
              <a:rPr lang="en-US" sz="100">
                <a:effectLst/>
              </a:rPr>
              <a:t> </a:t>
            </a:r>
            <a:endParaRPr lang="en-US"/>
          </a:p>
        </p:txBody>
      </p:sp>
      <p:sp>
        <p:nvSpPr>
          <p:cNvPr id="350" name="Rectangle 349">
            <a:extLst>
              <a:ext uri="{FF2B5EF4-FFF2-40B4-BE49-F238E27FC236}">
                <a16:creationId xmlns:a16="http://schemas.microsoft.com/office/drawing/2014/main" id="{62CA233F-444F-6134-82AE-D8BDE797FE88}"/>
              </a:ext>
            </a:extLst>
          </p:cNvPr>
          <p:cNvSpPr/>
          <p:nvPr/>
        </p:nvSpPr>
        <p:spPr>
          <a:xfrm>
            <a:off x="457200" y="3611880"/>
            <a:ext cx="8229600" cy="9525"/>
          </a:xfrm>
          <a:prstGeom prst="rect">
            <a:avLst/>
          </a:prstGeom>
          <a:solidFill>
            <a:srgbClr val="EADCE1"/>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4" name="Rectangle 363">
            <a:extLst>
              <a:ext uri="{FF2B5EF4-FFF2-40B4-BE49-F238E27FC236}">
                <a16:creationId xmlns:a16="http://schemas.microsoft.com/office/drawing/2014/main" id="{66DF184B-31ED-4F19-5BE3-601B7FE9A2E0}"/>
              </a:ext>
            </a:extLst>
          </p:cNvPr>
          <p:cNvSpPr/>
          <p:nvPr/>
        </p:nvSpPr>
        <p:spPr>
          <a:xfrm>
            <a:off x="822960" y="3703320"/>
            <a:ext cx="2468880" cy="4114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300" b="1">
                <a:solidFill>
                  <a:srgbClr val="1F2933"/>
                </a:solidFill>
                <a:effectLst/>
                <a:latin typeface="Calibri" panose="020F0502020204030204" pitchFamily="34" charset="0"/>
              </a:rPr>
              <a:t>Downstream service</a:t>
            </a:r>
            <a:endParaRPr lang="en-US" sz="1200"/>
          </a:p>
        </p:txBody>
      </p:sp>
      <p:sp>
        <p:nvSpPr>
          <p:cNvPr id="379" name="Rectangle 378">
            <a:extLst>
              <a:ext uri="{FF2B5EF4-FFF2-40B4-BE49-F238E27FC236}">
                <a16:creationId xmlns:a16="http://schemas.microsoft.com/office/drawing/2014/main" id="{01A10417-D771-A0DB-8984-AFF1DBA12F3D}"/>
              </a:ext>
            </a:extLst>
          </p:cNvPr>
          <p:cNvSpPr/>
          <p:nvPr/>
        </p:nvSpPr>
        <p:spPr>
          <a:xfrm>
            <a:off x="3291840" y="3703320"/>
            <a:ext cx="5486400" cy="4114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200">
                <a:solidFill>
                  <a:srgbClr val="52606D"/>
                </a:solidFill>
                <a:effectLst/>
                <a:latin typeface="Calibri" panose="020F0502020204030204" pitchFamily="34" charset="0"/>
              </a:rPr>
              <a:t>checks principal, audience, role, scope, and data permission</a:t>
            </a:r>
          </a:p>
          <a:p>
            <a:pPr algn="l">
              <a:buNone/>
            </a:pPr>
            <a:r>
              <a:rPr lang="en-US" sz="100">
                <a:effectLst/>
              </a:rPr>
              <a:t> </a:t>
            </a:r>
            <a:endParaRPr lang="en-US"/>
          </a:p>
        </p:txBody>
      </p:sp>
      <p:sp>
        <p:nvSpPr>
          <p:cNvPr id="395" name="Rectangle 394">
            <a:extLst>
              <a:ext uri="{FF2B5EF4-FFF2-40B4-BE49-F238E27FC236}">
                <a16:creationId xmlns:a16="http://schemas.microsoft.com/office/drawing/2014/main" id="{2E3AD0E8-E02E-1165-FA8B-3D068E76CAF8}"/>
              </a:ext>
            </a:extLst>
          </p:cNvPr>
          <p:cNvSpPr/>
          <p:nvPr/>
        </p:nvSpPr>
        <p:spPr>
          <a:xfrm>
            <a:off x="457200" y="4206240"/>
            <a:ext cx="8229600" cy="9525"/>
          </a:xfrm>
          <a:prstGeom prst="rect">
            <a:avLst/>
          </a:prstGeom>
          <a:solidFill>
            <a:srgbClr val="EADCE1"/>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2" name="Rectangle 411">
            <a:extLst>
              <a:ext uri="{FF2B5EF4-FFF2-40B4-BE49-F238E27FC236}">
                <a16:creationId xmlns:a16="http://schemas.microsoft.com/office/drawing/2014/main" id="{84A825F7-4752-1AED-B79C-67A01470E16B}"/>
              </a:ext>
            </a:extLst>
          </p:cNvPr>
          <p:cNvSpPr/>
          <p:nvPr/>
        </p:nvSpPr>
        <p:spPr>
          <a:xfrm>
            <a:off x="365760" y="4480560"/>
            <a:ext cx="84124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200" i="1">
                <a:solidFill>
                  <a:srgbClr val="52606D"/>
                </a:solidFill>
                <a:effectLst/>
                <a:latin typeface="Calibri" panose="020F0502020204030204" pitchFamily="34" charset="0"/>
              </a:rPr>
              <a:t>The caller is the identity on that connection, not necessarily the person in the chat window.</a:t>
            </a:r>
          </a:p>
          <a:p>
            <a:pPr algn="l">
              <a:buNone/>
            </a:pPr>
            <a:r>
              <a:rPr lang="en-US" sz="100">
                <a:effectLst/>
              </a:rPr>
              <a:t> </a:t>
            </a:r>
            <a:endParaRPr lang="en-US"/>
          </a:p>
        </p:txBody>
      </p:sp>
      <p:sp>
        <p:nvSpPr>
          <p:cNvPr id="430" name="Rectangle 429">
            <a:extLst>
              <a:ext uri="{FF2B5EF4-FFF2-40B4-BE49-F238E27FC236}">
                <a16:creationId xmlns:a16="http://schemas.microsoft.com/office/drawing/2014/main" id="{C12A7F47-D261-059D-C128-740116FC7539}"/>
              </a:ext>
            </a:extLst>
          </p:cNvPr>
          <p:cNvSpPr/>
          <p:nvPr/>
        </p:nvSpPr>
        <p:spPr>
          <a:xfrm>
            <a:off x="365760" y="4823460"/>
            <a:ext cx="5669280" cy="2286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200">
                <a:solidFill>
                  <a:srgbClr val="52606D"/>
                </a:solidFill>
                <a:effectLst/>
                <a:latin typeface="Calibri" panose="020F0502020204030204" pitchFamily="34" charset="0"/>
              </a:rPr>
              <a:t>Identity &amp; Security  ·  Microsoft Agent Framework</a:t>
            </a:r>
          </a:p>
          <a:p>
            <a:pPr algn="l">
              <a:buNone/>
            </a:pPr>
            <a:r>
              <a:rPr lang="en-US" sz="100">
                <a:effectLst/>
              </a:rPr>
              <a:t> </a:t>
            </a:r>
            <a:endParaRPr lang="en-US"/>
          </a:p>
        </p:txBody>
      </p:sp>
      <p:sp>
        <p:nvSpPr>
          <p:cNvPr id="449" name="Rectangle 448">
            <a:extLst>
              <a:ext uri="{FF2B5EF4-FFF2-40B4-BE49-F238E27FC236}">
                <a16:creationId xmlns:a16="http://schemas.microsoft.com/office/drawing/2014/main" id="{90EE3C40-5D5D-85BB-EA5F-3476EF3D598D}"/>
              </a:ext>
            </a:extLst>
          </p:cNvPr>
          <p:cNvSpPr/>
          <p:nvPr/>
        </p:nvSpPr>
        <p:spPr>
          <a:xfrm>
            <a:off x="7863840" y="4823460"/>
            <a:ext cx="914400" cy="2286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r">
              <a:buNone/>
            </a:pPr>
            <a:r>
              <a:rPr lang="en-US" sz="1200">
                <a:solidFill>
                  <a:srgbClr val="52606D"/>
                </a:solidFill>
                <a:effectLst/>
                <a:latin typeface="Calibri" panose="020F0502020204030204" pitchFamily="34" charset="0"/>
              </a:rPr>
              <a:t>3 / 9</a:t>
            </a:r>
          </a:p>
          <a:p>
            <a:pPr algn="r">
              <a:buNone/>
            </a:pPr>
            <a:r>
              <a:rPr lang="en-US" sz="100">
                <a:effectLst/>
              </a:rPr>
              <a:t> </a:t>
            </a:r>
            <a:endParaRPr lang="en-US"/>
          </a:p>
        </p:txBody>
      </p:sp>
      <p:pic>
        <p:nvPicPr>
          <p:cNvPr id="450" name="Picture 449" descr="working/ic2/i10.png">
            <a:extLst>
              <a:ext uri="{FF2B5EF4-FFF2-40B4-BE49-F238E27FC236}">
                <a16:creationId xmlns:a16="http://schemas.microsoft.com/office/drawing/2014/main" id="{C9635EAA-D54B-5BDE-4227-48AB1E41BEFC}"/>
              </a:ext>
            </a:extLst>
          </p:cNvPr>
          <p:cNvPicPr>
            <a:picLocks noChangeAspect="1"/>
          </p:cNvPicPr>
          <p:nvPr/>
        </p:nvPicPr>
        <p:blipFill>
          <a:blip r:embed="rId3"/>
          <a:stretch>
            <a:fillRect/>
          </a:stretch>
        </p:blipFill>
        <p:spPr>
          <a:xfrm>
            <a:off x="457200" y="1965960"/>
            <a:ext cx="320040" cy="320040"/>
          </a:xfrm>
          <a:prstGeom prst="rect">
            <a:avLst/>
          </a:prstGeom>
        </p:spPr>
      </p:pic>
      <p:pic>
        <p:nvPicPr>
          <p:cNvPr id="451" name="Picture 450" descr="working/ic2/i8.png">
            <a:extLst>
              <a:ext uri="{FF2B5EF4-FFF2-40B4-BE49-F238E27FC236}">
                <a16:creationId xmlns:a16="http://schemas.microsoft.com/office/drawing/2014/main" id="{C98A8377-4BCE-ED0E-4D18-4D0BB46963DC}"/>
              </a:ext>
            </a:extLst>
          </p:cNvPr>
          <p:cNvPicPr>
            <a:picLocks noChangeAspect="1"/>
          </p:cNvPicPr>
          <p:nvPr/>
        </p:nvPicPr>
        <p:blipFill>
          <a:blip r:embed="rId4"/>
          <a:stretch>
            <a:fillRect/>
          </a:stretch>
        </p:blipFill>
        <p:spPr>
          <a:xfrm>
            <a:off x="457200" y="2560320"/>
            <a:ext cx="320040" cy="320040"/>
          </a:xfrm>
          <a:prstGeom prst="rect">
            <a:avLst/>
          </a:prstGeom>
        </p:spPr>
      </p:pic>
      <p:pic>
        <p:nvPicPr>
          <p:cNvPr id="452" name="Picture 451" descr="working/ic2/i9.png">
            <a:extLst>
              <a:ext uri="{FF2B5EF4-FFF2-40B4-BE49-F238E27FC236}">
                <a16:creationId xmlns:a16="http://schemas.microsoft.com/office/drawing/2014/main" id="{A20338FA-4ADB-B27B-84FD-D4E58D5363DE}"/>
              </a:ext>
            </a:extLst>
          </p:cNvPr>
          <p:cNvPicPr>
            <a:picLocks noChangeAspect="1"/>
          </p:cNvPicPr>
          <p:nvPr/>
        </p:nvPicPr>
        <p:blipFill>
          <a:blip r:embed="rId5"/>
          <a:stretch>
            <a:fillRect/>
          </a:stretch>
        </p:blipFill>
        <p:spPr>
          <a:xfrm>
            <a:off x="457200" y="3154680"/>
            <a:ext cx="320040" cy="320040"/>
          </a:xfrm>
          <a:prstGeom prst="rect">
            <a:avLst/>
          </a:prstGeom>
        </p:spPr>
      </p:pic>
      <p:pic>
        <p:nvPicPr>
          <p:cNvPr id="453" name="Picture 452" descr="working/ic2/i19.png">
            <a:extLst>
              <a:ext uri="{FF2B5EF4-FFF2-40B4-BE49-F238E27FC236}">
                <a16:creationId xmlns:a16="http://schemas.microsoft.com/office/drawing/2014/main" id="{920EED46-AB48-0040-48FC-8C9E65E5EA1D}"/>
              </a:ext>
            </a:extLst>
          </p:cNvPr>
          <p:cNvPicPr>
            <a:picLocks noChangeAspect="1"/>
          </p:cNvPicPr>
          <p:nvPr/>
        </p:nvPicPr>
        <p:blipFill>
          <a:blip r:embed="rId6"/>
          <a:stretch>
            <a:fillRect/>
          </a:stretch>
        </p:blipFill>
        <p:spPr>
          <a:xfrm>
            <a:off x="457200" y="3749040"/>
            <a:ext cx="320040" cy="320040"/>
          </a:xfrm>
          <a:prstGeom prst="rect">
            <a:avLst/>
          </a:prstGeom>
        </p:spPr>
      </p:pic>
    </p:spTree>
    <p:extLst>
      <p:ext uri="{BB962C8B-B14F-4D97-AF65-F5344CB8AC3E}">
        <p14:creationId xmlns:p14="http://schemas.microsoft.com/office/powerpoint/2010/main" val="414912171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4" name="Rectangle 453">
            <a:extLst>
              <a:ext uri="{FF2B5EF4-FFF2-40B4-BE49-F238E27FC236}">
                <a16:creationId xmlns:a16="http://schemas.microsoft.com/office/drawing/2014/main" id="{8D1D602B-CBB6-CE0B-A0C3-9194467D52A3}"/>
              </a:ext>
            </a:extLst>
          </p:cNvPr>
          <p:cNvSpPr/>
          <p:nvPr/>
        </p:nvSpPr>
        <p:spPr>
          <a:xfrm>
            <a:off x="365760" y="292608"/>
            <a:ext cx="84124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200" b="1" spc="400">
                <a:solidFill>
                  <a:srgbClr val="A32B4E"/>
                </a:solidFill>
                <a:effectLst/>
                <a:latin typeface="Calibri" panose="020F0502020204030204" pitchFamily="34" charset="0"/>
              </a:rPr>
              <a:t>READ THE MODEL THAT IS RUNNING</a:t>
            </a:r>
          </a:p>
          <a:p>
            <a:pPr algn="l">
              <a:buNone/>
            </a:pPr>
            <a:r>
              <a:rPr lang="en-US" sz="100">
                <a:effectLst/>
              </a:rPr>
              <a:t> </a:t>
            </a:r>
            <a:endParaRPr lang="en-US"/>
          </a:p>
        </p:txBody>
      </p:sp>
      <p:sp>
        <p:nvSpPr>
          <p:cNvPr id="456" name="Rectangle 455">
            <a:extLst>
              <a:ext uri="{FF2B5EF4-FFF2-40B4-BE49-F238E27FC236}">
                <a16:creationId xmlns:a16="http://schemas.microsoft.com/office/drawing/2014/main" id="{4AFC33C3-9A95-6952-4C74-7DEF6FC20919}"/>
              </a:ext>
            </a:extLst>
          </p:cNvPr>
          <p:cNvSpPr/>
          <p:nvPr/>
        </p:nvSpPr>
        <p:spPr>
          <a:xfrm>
            <a:off x="365760" y="566928"/>
            <a:ext cx="841248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2800" b="1">
                <a:solidFill>
                  <a:srgbClr val="1F2933"/>
                </a:solidFill>
                <a:effectLst/>
                <a:latin typeface="Calibri" panose="020F0502020204030204" pitchFamily="34" charset="0"/>
              </a:rPr>
              <a:t>Current agent identity — and the legacy wording</a:t>
            </a:r>
          </a:p>
          <a:p>
            <a:pPr algn="l">
              <a:buNone/>
            </a:pPr>
            <a:r>
              <a:rPr lang="en-US" sz="100">
                <a:effectLst/>
              </a:rPr>
              <a:t> </a:t>
            </a:r>
            <a:endParaRPr lang="en-US"/>
          </a:p>
        </p:txBody>
      </p:sp>
      <p:sp>
        <p:nvSpPr>
          <p:cNvPr id="459" name="Rectangle 458">
            <a:extLst>
              <a:ext uri="{FF2B5EF4-FFF2-40B4-BE49-F238E27FC236}">
                <a16:creationId xmlns:a16="http://schemas.microsoft.com/office/drawing/2014/main" id="{787BCA43-54F5-F567-46D2-0DBBB2EB5C7A}"/>
              </a:ext>
            </a:extLst>
          </p:cNvPr>
          <p:cNvSpPr/>
          <p:nvPr/>
        </p:nvSpPr>
        <p:spPr>
          <a:xfrm>
            <a:off x="457200" y="1225296"/>
            <a:ext cx="731520" cy="25400"/>
          </a:xfrm>
          <a:prstGeom prst="rect">
            <a:avLst/>
          </a:prstGeom>
          <a:solidFill>
            <a:srgbClr val="A32B4E"/>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3" name="Rectangle 462">
            <a:extLst>
              <a:ext uri="{FF2B5EF4-FFF2-40B4-BE49-F238E27FC236}">
                <a16:creationId xmlns:a16="http://schemas.microsoft.com/office/drawing/2014/main" id="{A8AC9792-B92D-4EC6-956C-64B3A3044F3F}"/>
              </a:ext>
            </a:extLst>
          </p:cNvPr>
          <p:cNvSpPr/>
          <p:nvPr/>
        </p:nvSpPr>
        <p:spPr>
          <a:xfrm>
            <a:off x="365760" y="1417320"/>
            <a:ext cx="8412480" cy="36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300">
                <a:solidFill>
                  <a:srgbClr val="52606D"/>
                </a:solidFill>
                <a:effectLst/>
                <a:latin typeface="Calibri" panose="020F0502020204030204" pitchFamily="34" charset="0"/>
              </a:rPr>
              <a:t>Newly created agents get a unique identity at creation; older pages still describe the shared-until-published model.</a:t>
            </a:r>
          </a:p>
          <a:p>
            <a:pPr algn="l">
              <a:buNone/>
            </a:pPr>
            <a:r>
              <a:rPr lang="en-US" sz="100">
                <a:effectLst/>
              </a:rPr>
              <a:t> </a:t>
            </a:r>
            <a:endParaRPr lang="en-US"/>
          </a:p>
        </p:txBody>
      </p:sp>
      <p:sp>
        <p:nvSpPr>
          <p:cNvPr id="468" name="Rectangle 467">
            <a:extLst>
              <a:ext uri="{FF2B5EF4-FFF2-40B4-BE49-F238E27FC236}">
                <a16:creationId xmlns:a16="http://schemas.microsoft.com/office/drawing/2014/main" id="{267EE0B9-1DA3-2D45-2E87-6117BDE33306}"/>
              </a:ext>
            </a:extLst>
          </p:cNvPr>
          <p:cNvSpPr/>
          <p:nvPr/>
        </p:nvSpPr>
        <p:spPr>
          <a:xfrm>
            <a:off x="457200" y="1965960"/>
            <a:ext cx="3977640" cy="2423160"/>
          </a:xfrm>
          <a:prstGeom prst="rect">
            <a:avLst/>
          </a:prstGeom>
          <a:solidFill>
            <a:srgbClr val="FFFFFF"/>
          </a:solidFill>
          <a:ln w="9525">
            <a:solidFill>
              <a:srgbClr val="EADCE1"/>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4" name="Rectangle 473">
            <a:extLst>
              <a:ext uri="{FF2B5EF4-FFF2-40B4-BE49-F238E27FC236}">
                <a16:creationId xmlns:a16="http://schemas.microsoft.com/office/drawing/2014/main" id="{59A38630-1691-3384-7589-B5EBB2233326}"/>
              </a:ext>
            </a:extLst>
          </p:cNvPr>
          <p:cNvSpPr/>
          <p:nvPr/>
        </p:nvSpPr>
        <p:spPr>
          <a:xfrm>
            <a:off x="594360" y="2057400"/>
            <a:ext cx="374904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200" b="1" spc="200">
                <a:solidFill>
                  <a:srgbClr val="A32B4E"/>
                </a:solidFill>
                <a:effectLst/>
                <a:latin typeface="Calibri" panose="020F0502020204030204" pitchFamily="34" charset="0"/>
              </a:rPr>
              <a:t>CURRENT MODEL</a:t>
            </a:r>
          </a:p>
          <a:p>
            <a:pPr algn="l">
              <a:buNone/>
            </a:pPr>
            <a:r>
              <a:rPr lang="en-US" sz="100">
                <a:effectLst/>
              </a:rPr>
              <a:t> </a:t>
            </a:r>
            <a:endParaRPr lang="en-US"/>
          </a:p>
        </p:txBody>
      </p:sp>
      <p:sp>
        <p:nvSpPr>
          <p:cNvPr id="481" name="Rectangle 480">
            <a:extLst>
              <a:ext uri="{FF2B5EF4-FFF2-40B4-BE49-F238E27FC236}">
                <a16:creationId xmlns:a16="http://schemas.microsoft.com/office/drawing/2014/main" id="{3141D1F9-22E1-2D71-7411-5B869ED516D3}"/>
              </a:ext>
            </a:extLst>
          </p:cNvPr>
          <p:cNvSpPr/>
          <p:nvPr/>
        </p:nvSpPr>
        <p:spPr>
          <a:xfrm>
            <a:off x="685800" y="2331720"/>
            <a:ext cx="3566160" cy="9525"/>
          </a:xfrm>
          <a:prstGeom prst="rect">
            <a:avLst/>
          </a:prstGeom>
          <a:solidFill>
            <a:srgbClr val="EADCE1"/>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9" name="Rectangle 488">
            <a:extLst>
              <a:ext uri="{FF2B5EF4-FFF2-40B4-BE49-F238E27FC236}">
                <a16:creationId xmlns:a16="http://schemas.microsoft.com/office/drawing/2014/main" id="{FCE2CBD2-E592-825A-FAD6-63ADC9182ACA}"/>
              </a:ext>
            </a:extLst>
          </p:cNvPr>
          <p:cNvSpPr/>
          <p:nvPr/>
        </p:nvSpPr>
        <p:spPr>
          <a:xfrm>
            <a:off x="594360" y="2423160"/>
            <a:ext cx="3749040" cy="5486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200">
                <a:solidFill>
                  <a:srgbClr val="1F2933"/>
                </a:solidFill>
                <a:effectLst/>
                <a:latin typeface="Calibri" panose="020F0502020204030204" pitchFamily="34" charset="0"/>
              </a:rPr>
              <a:t>A new agent receives a unique Entra Agent Blueprint and Agent Identity by default</a:t>
            </a:r>
          </a:p>
          <a:p>
            <a:pPr algn="l">
              <a:buNone/>
            </a:pPr>
            <a:r>
              <a:rPr lang="en-US" sz="100">
                <a:effectLst/>
              </a:rPr>
              <a:t> </a:t>
            </a:r>
            <a:endParaRPr lang="en-US"/>
          </a:p>
        </p:txBody>
      </p:sp>
      <p:sp>
        <p:nvSpPr>
          <p:cNvPr id="498" name="Rectangle 497">
            <a:extLst>
              <a:ext uri="{FF2B5EF4-FFF2-40B4-BE49-F238E27FC236}">
                <a16:creationId xmlns:a16="http://schemas.microsoft.com/office/drawing/2014/main" id="{9AA8D6E7-0933-2056-0235-67C7DE110FBF}"/>
              </a:ext>
            </a:extLst>
          </p:cNvPr>
          <p:cNvSpPr/>
          <p:nvPr/>
        </p:nvSpPr>
        <p:spPr>
          <a:xfrm>
            <a:off x="594360" y="3017520"/>
            <a:ext cx="3749040" cy="5486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200">
                <a:solidFill>
                  <a:srgbClr val="1F2933"/>
                </a:solidFill>
                <a:effectLst/>
                <a:latin typeface="Calibri" panose="020F0502020204030204" pitchFamily="34" charset="0"/>
              </a:rPr>
              <a:t>Stable endpoint and identity exist from creation; publishing no longer creates them</a:t>
            </a:r>
          </a:p>
          <a:p>
            <a:pPr algn="l">
              <a:buNone/>
            </a:pPr>
            <a:r>
              <a:rPr lang="en-US" sz="100">
                <a:effectLst/>
              </a:rPr>
              <a:t> </a:t>
            </a:r>
            <a:endParaRPr lang="en-US"/>
          </a:p>
        </p:txBody>
      </p:sp>
      <p:sp>
        <p:nvSpPr>
          <p:cNvPr id="508" name="Rectangle 507">
            <a:extLst>
              <a:ext uri="{FF2B5EF4-FFF2-40B4-BE49-F238E27FC236}">
                <a16:creationId xmlns:a16="http://schemas.microsoft.com/office/drawing/2014/main" id="{9BA464F3-87C2-3501-4EE8-DB61CAEAF91F}"/>
              </a:ext>
            </a:extLst>
          </p:cNvPr>
          <p:cNvSpPr/>
          <p:nvPr/>
        </p:nvSpPr>
        <p:spPr>
          <a:xfrm>
            <a:off x="594360" y="3611880"/>
            <a:ext cx="3749040" cy="630021"/>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200">
                <a:solidFill>
                  <a:srgbClr val="1F2933"/>
                </a:solidFill>
                <a:effectLst/>
                <a:latin typeface="Calibri" panose="020F0502020204030204" pitchFamily="34" charset="0"/>
              </a:rPr>
              <a:t>Assign downstream permissions to this actual agent identity</a:t>
            </a:r>
          </a:p>
          <a:p>
            <a:pPr algn="l">
              <a:buNone/>
            </a:pPr>
            <a:r>
              <a:rPr lang="en-US" sz="100">
                <a:effectLst/>
              </a:rPr>
              <a:t> </a:t>
            </a:r>
            <a:endParaRPr lang="en-US"/>
          </a:p>
        </p:txBody>
      </p:sp>
      <p:sp>
        <p:nvSpPr>
          <p:cNvPr id="519" name="Rectangle 518">
            <a:extLst>
              <a:ext uri="{FF2B5EF4-FFF2-40B4-BE49-F238E27FC236}">
                <a16:creationId xmlns:a16="http://schemas.microsoft.com/office/drawing/2014/main" id="{D14AB542-544A-25DB-3EC4-4C0522022B04}"/>
              </a:ext>
            </a:extLst>
          </p:cNvPr>
          <p:cNvSpPr/>
          <p:nvPr/>
        </p:nvSpPr>
        <p:spPr>
          <a:xfrm>
            <a:off x="4709160" y="1965960"/>
            <a:ext cx="3977640" cy="2423160"/>
          </a:xfrm>
          <a:prstGeom prst="rect">
            <a:avLst/>
          </a:prstGeom>
          <a:solidFill>
            <a:srgbClr val="FBF4F6"/>
          </a:solidFill>
          <a:ln w="9525">
            <a:solidFill>
              <a:srgbClr val="EADCE1"/>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1" name="Rectangle 530">
            <a:extLst>
              <a:ext uri="{FF2B5EF4-FFF2-40B4-BE49-F238E27FC236}">
                <a16:creationId xmlns:a16="http://schemas.microsoft.com/office/drawing/2014/main" id="{2ACCA69C-9807-99F1-0380-5A5747A46860}"/>
              </a:ext>
            </a:extLst>
          </p:cNvPr>
          <p:cNvSpPr/>
          <p:nvPr/>
        </p:nvSpPr>
        <p:spPr>
          <a:xfrm>
            <a:off x="4846320" y="2057400"/>
            <a:ext cx="374904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200" b="1" spc="200">
                <a:solidFill>
                  <a:srgbClr val="A32B4E"/>
                </a:solidFill>
                <a:effectLst/>
                <a:latin typeface="Calibri" panose="020F0502020204030204" pitchFamily="34" charset="0"/>
              </a:rPr>
              <a:t>LEGACY MODEL</a:t>
            </a:r>
          </a:p>
          <a:p>
            <a:pPr algn="l">
              <a:buNone/>
            </a:pPr>
            <a:r>
              <a:rPr lang="en-US" sz="100">
                <a:effectLst/>
              </a:rPr>
              <a:t> </a:t>
            </a:r>
            <a:endParaRPr lang="en-US"/>
          </a:p>
        </p:txBody>
      </p:sp>
      <p:sp>
        <p:nvSpPr>
          <p:cNvPr id="544" name="Rectangle 543">
            <a:extLst>
              <a:ext uri="{FF2B5EF4-FFF2-40B4-BE49-F238E27FC236}">
                <a16:creationId xmlns:a16="http://schemas.microsoft.com/office/drawing/2014/main" id="{BC1FB90C-B641-617F-A5F9-2190DF73D99B}"/>
              </a:ext>
            </a:extLst>
          </p:cNvPr>
          <p:cNvSpPr/>
          <p:nvPr/>
        </p:nvSpPr>
        <p:spPr>
          <a:xfrm>
            <a:off x="4937760" y="2331720"/>
            <a:ext cx="3566160" cy="9525"/>
          </a:xfrm>
          <a:prstGeom prst="rect">
            <a:avLst/>
          </a:prstGeom>
          <a:solidFill>
            <a:srgbClr val="EADCE1"/>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8" name="Rectangle 557">
            <a:extLst>
              <a:ext uri="{FF2B5EF4-FFF2-40B4-BE49-F238E27FC236}">
                <a16:creationId xmlns:a16="http://schemas.microsoft.com/office/drawing/2014/main" id="{D9C86138-9A13-779A-66B5-3EE07BD42182}"/>
              </a:ext>
            </a:extLst>
          </p:cNvPr>
          <p:cNvSpPr/>
          <p:nvPr/>
        </p:nvSpPr>
        <p:spPr>
          <a:xfrm>
            <a:off x="4846320" y="2423160"/>
            <a:ext cx="3749040" cy="594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200">
                <a:solidFill>
                  <a:srgbClr val="52606D"/>
                </a:solidFill>
                <a:effectLst/>
                <a:latin typeface="Calibri" panose="020F0502020204030204" pitchFamily="34" charset="0"/>
              </a:rPr>
              <a:t>A legacy agent has a null identity and uses the shared project identity</a:t>
            </a:r>
          </a:p>
          <a:p>
            <a:pPr algn="l">
              <a:buNone/>
            </a:pPr>
            <a:r>
              <a:rPr lang="en-US" sz="100">
                <a:effectLst/>
              </a:rPr>
              <a:t> </a:t>
            </a:r>
            <a:endParaRPr lang="en-US"/>
          </a:p>
        </p:txBody>
      </p:sp>
      <p:sp>
        <p:nvSpPr>
          <p:cNvPr id="573" name="Rectangle 572">
            <a:extLst>
              <a:ext uri="{FF2B5EF4-FFF2-40B4-BE49-F238E27FC236}">
                <a16:creationId xmlns:a16="http://schemas.microsoft.com/office/drawing/2014/main" id="{5F857C56-9E7A-42CC-F13A-6166CF1C92E7}"/>
              </a:ext>
            </a:extLst>
          </p:cNvPr>
          <p:cNvSpPr/>
          <p:nvPr/>
        </p:nvSpPr>
        <p:spPr>
          <a:xfrm>
            <a:off x="4846320" y="3017520"/>
            <a:ext cx="3749040" cy="594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200">
                <a:solidFill>
                  <a:srgbClr val="52606D"/>
                </a:solidFill>
                <a:effectLst/>
                <a:latin typeface="Calibri" panose="020F0502020204030204" pitchFamily="34" charset="0"/>
              </a:rPr>
              <a:t>“Shared until published” describes the legacy Agent Application model</a:t>
            </a:r>
          </a:p>
          <a:p>
            <a:pPr algn="l">
              <a:buNone/>
            </a:pPr>
            <a:r>
              <a:rPr lang="en-US" sz="100">
                <a:effectLst/>
              </a:rPr>
              <a:t> </a:t>
            </a:r>
            <a:endParaRPr lang="en-US"/>
          </a:p>
        </p:txBody>
      </p:sp>
      <p:sp>
        <p:nvSpPr>
          <p:cNvPr id="589" name="Rectangle 588">
            <a:extLst>
              <a:ext uri="{FF2B5EF4-FFF2-40B4-BE49-F238E27FC236}">
                <a16:creationId xmlns:a16="http://schemas.microsoft.com/office/drawing/2014/main" id="{F592D860-207B-B75E-BE7E-D9C3EF1E0130}"/>
              </a:ext>
            </a:extLst>
          </p:cNvPr>
          <p:cNvSpPr/>
          <p:nvPr/>
        </p:nvSpPr>
        <p:spPr>
          <a:xfrm>
            <a:off x="4846320" y="3611880"/>
            <a:ext cx="3749040" cy="5486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200">
                <a:solidFill>
                  <a:srgbClr val="52606D"/>
                </a:solidFill>
                <a:effectLst/>
                <a:latin typeface="Calibri" panose="020F0502020204030204" pitchFamily="34" charset="0"/>
              </a:rPr>
              <a:t>Re-create a legacy agent for a unique identity; role assignments do not transfer</a:t>
            </a:r>
          </a:p>
          <a:p>
            <a:pPr algn="l">
              <a:buNone/>
            </a:pPr>
            <a:r>
              <a:rPr lang="en-US" sz="100">
                <a:effectLst/>
              </a:rPr>
              <a:t> </a:t>
            </a:r>
            <a:endParaRPr lang="en-US"/>
          </a:p>
        </p:txBody>
      </p:sp>
      <p:sp>
        <p:nvSpPr>
          <p:cNvPr id="606" name="Rectangle 605">
            <a:extLst>
              <a:ext uri="{FF2B5EF4-FFF2-40B4-BE49-F238E27FC236}">
                <a16:creationId xmlns:a16="http://schemas.microsoft.com/office/drawing/2014/main" id="{5EC4EE2E-811E-E7C9-21D9-6865D7D0FB31}"/>
              </a:ext>
            </a:extLst>
          </p:cNvPr>
          <p:cNvSpPr/>
          <p:nvPr/>
        </p:nvSpPr>
        <p:spPr>
          <a:xfrm>
            <a:off x="365760" y="4480560"/>
            <a:ext cx="84124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200" i="1">
                <a:solidFill>
                  <a:srgbClr val="52606D"/>
                </a:solidFill>
                <a:effectLst/>
                <a:latin typeface="Calibri" panose="020F0502020204030204" pitchFamily="34" charset="0"/>
              </a:rPr>
              <a:t>A unique agent identity isolates the agent — not its end users.</a:t>
            </a:r>
          </a:p>
          <a:p>
            <a:pPr algn="l">
              <a:buNone/>
            </a:pPr>
            <a:r>
              <a:rPr lang="en-US" sz="100">
                <a:effectLst/>
              </a:rPr>
              <a:t> </a:t>
            </a:r>
            <a:endParaRPr lang="en-US"/>
          </a:p>
        </p:txBody>
      </p:sp>
      <p:sp>
        <p:nvSpPr>
          <p:cNvPr id="624" name="Rectangle 623">
            <a:extLst>
              <a:ext uri="{FF2B5EF4-FFF2-40B4-BE49-F238E27FC236}">
                <a16:creationId xmlns:a16="http://schemas.microsoft.com/office/drawing/2014/main" id="{751F2169-CC82-B092-10B9-8A8A004DEA62}"/>
              </a:ext>
            </a:extLst>
          </p:cNvPr>
          <p:cNvSpPr/>
          <p:nvPr/>
        </p:nvSpPr>
        <p:spPr>
          <a:xfrm>
            <a:off x="365760" y="4823460"/>
            <a:ext cx="5669280" cy="2286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200">
                <a:solidFill>
                  <a:srgbClr val="52606D"/>
                </a:solidFill>
                <a:effectLst/>
                <a:latin typeface="Calibri" panose="020F0502020204030204" pitchFamily="34" charset="0"/>
              </a:rPr>
              <a:t>Identity &amp; Security  ·  Microsoft Agent Framework</a:t>
            </a:r>
          </a:p>
          <a:p>
            <a:pPr algn="l">
              <a:buNone/>
            </a:pPr>
            <a:r>
              <a:rPr lang="en-US" sz="100">
                <a:effectLst/>
              </a:rPr>
              <a:t> </a:t>
            </a:r>
            <a:endParaRPr lang="en-US"/>
          </a:p>
        </p:txBody>
      </p:sp>
      <p:sp>
        <p:nvSpPr>
          <p:cNvPr id="643" name="Rectangle 642">
            <a:extLst>
              <a:ext uri="{FF2B5EF4-FFF2-40B4-BE49-F238E27FC236}">
                <a16:creationId xmlns:a16="http://schemas.microsoft.com/office/drawing/2014/main" id="{BAD55B69-25D5-2989-25F4-47C0B2B024BC}"/>
              </a:ext>
            </a:extLst>
          </p:cNvPr>
          <p:cNvSpPr/>
          <p:nvPr/>
        </p:nvSpPr>
        <p:spPr>
          <a:xfrm>
            <a:off x="7863840" y="4823460"/>
            <a:ext cx="914400" cy="2286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r">
              <a:buNone/>
            </a:pPr>
            <a:r>
              <a:rPr lang="en-US" sz="1200">
                <a:solidFill>
                  <a:srgbClr val="52606D"/>
                </a:solidFill>
                <a:effectLst/>
                <a:latin typeface="Calibri" panose="020F0502020204030204" pitchFamily="34" charset="0"/>
              </a:rPr>
              <a:t>4 / 9</a:t>
            </a:r>
          </a:p>
          <a:p>
            <a:pPr algn="r">
              <a:buNone/>
            </a:pPr>
            <a:r>
              <a:rPr lang="en-US" sz="100">
                <a:effectLst/>
              </a:rPr>
              <a:t> </a:t>
            </a:r>
            <a:endParaRPr lang="en-US"/>
          </a:p>
        </p:txBody>
      </p:sp>
    </p:spTree>
    <p:extLst>
      <p:ext uri="{BB962C8B-B14F-4D97-AF65-F5344CB8AC3E}">
        <p14:creationId xmlns:p14="http://schemas.microsoft.com/office/powerpoint/2010/main" val="235068551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4" name="Rectangle 643">
            <a:extLst>
              <a:ext uri="{FF2B5EF4-FFF2-40B4-BE49-F238E27FC236}">
                <a16:creationId xmlns:a16="http://schemas.microsoft.com/office/drawing/2014/main" id="{8FC39F66-AF5E-3DD2-31C0-3939F46F1187}"/>
              </a:ext>
            </a:extLst>
          </p:cNvPr>
          <p:cNvSpPr/>
          <p:nvPr/>
        </p:nvSpPr>
        <p:spPr>
          <a:xfrm>
            <a:off x="365760" y="292608"/>
            <a:ext cx="84124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200" b="1" spc="400">
                <a:solidFill>
                  <a:srgbClr val="A32B4E"/>
                </a:solidFill>
                <a:effectLst/>
                <a:latin typeface="Calibri" panose="020F0502020204030204" pitchFamily="34" charset="0"/>
              </a:rPr>
              <a:t>THREE CUMULATIVE LAYERS</a:t>
            </a:r>
          </a:p>
          <a:p>
            <a:pPr algn="l">
              <a:buNone/>
            </a:pPr>
            <a:r>
              <a:rPr lang="en-US" sz="100">
                <a:effectLst/>
              </a:rPr>
              <a:t> </a:t>
            </a:r>
            <a:endParaRPr lang="en-US"/>
          </a:p>
        </p:txBody>
      </p:sp>
      <p:sp>
        <p:nvSpPr>
          <p:cNvPr id="646" name="Rectangle 645">
            <a:extLst>
              <a:ext uri="{FF2B5EF4-FFF2-40B4-BE49-F238E27FC236}">
                <a16:creationId xmlns:a16="http://schemas.microsoft.com/office/drawing/2014/main" id="{FE691075-ECC3-1257-EF40-5453BE9332D4}"/>
              </a:ext>
            </a:extLst>
          </p:cNvPr>
          <p:cNvSpPr/>
          <p:nvPr/>
        </p:nvSpPr>
        <p:spPr>
          <a:xfrm>
            <a:off x="365760" y="566928"/>
            <a:ext cx="841248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2800" b="1">
                <a:solidFill>
                  <a:srgbClr val="1F2933"/>
                </a:solidFill>
                <a:effectLst/>
                <a:latin typeface="Calibri" panose="020F0502020204030204" pitchFamily="34" charset="0"/>
              </a:rPr>
              <a:t>Least privilege has three authorization layers</a:t>
            </a:r>
          </a:p>
          <a:p>
            <a:pPr algn="l">
              <a:buNone/>
            </a:pPr>
            <a:r>
              <a:rPr lang="en-US" sz="100">
                <a:effectLst/>
              </a:rPr>
              <a:t> </a:t>
            </a:r>
            <a:endParaRPr lang="en-US"/>
          </a:p>
        </p:txBody>
      </p:sp>
      <p:sp>
        <p:nvSpPr>
          <p:cNvPr id="649" name="Rectangle 648">
            <a:extLst>
              <a:ext uri="{FF2B5EF4-FFF2-40B4-BE49-F238E27FC236}">
                <a16:creationId xmlns:a16="http://schemas.microsoft.com/office/drawing/2014/main" id="{82855A08-68CC-CB2C-45F9-14119425B623}"/>
              </a:ext>
            </a:extLst>
          </p:cNvPr>
          <p:cNvSpPr/>
          <p:nvPr/>
        </p:nvSpPr>
        <p:spPr>
          <a:xfrm>
            <a:off x="457200" y="1225296"/>
            <a:ext cx="731520" cy="25400"/>
          </a:xfrm>
          <a:prstGeom prst="rect">
            <a:avLst/>
          </a:prstGeom>
          <a:solidFill>
            <a:srgbClr val="A32B4E"/>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53" name="Rectangle 652">
            <a:extLst>
              <a:ext uri="{FF2B5EF4-FFF2-40B4-BE49-F238E27FC236}">
                <a16:creationId xmlns:a16="http://schemas.microsoft.com/office/drawing/2014/main" id="{554E2035-ED67-8E9F-92A2-D54787F85795}"/>
              </a:ext>
            </a:extLst>
          </p:cNvPr>
          <p:cNvSpPr/>
          <p:nvPr/>
        </p:nvSpPr>
        <p:spPr>
          <a:xfrm>
            <a:off x="365760" y="1417320"/>
            <a:ext cx="8412480" cy="36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300">
                <a:solidFill>
                  <a:srgbClr val="52606D"/>
                </a:solidFill>
                <a:effectLst/>
                <a:latin typeface="Calibri" panose="020F0502020204030204" pitchFamily="34" charset="0"/>
              </a:rPr>
              <a:t>Role × resource scope × data-level permission — a request must clear all three.</a:t>
            </a:r>
          </a:p>
          <a:p>
            <a:pPr algn="l">
              <a:buNone/>
            </a:pPr>
            <a:r>
              <a:rPr lang="en-US" sz="100">
                <a:effectLst/>
              </a:rPr>
              <a:t> </a:t>
            </a:r>
            <a:endParaRPr lang="en-US"/>
          </a:p>
        </p:txBody>
      </p:sp>
      <p:sp>
        <p:nvSpPr>
          <p:cNvPr id="658" name="Rectangle 657">
            <a:extLst>
              <a:ext uri="{FF2B5EF4-FFF2-40B4-BE49-F238E27FC236}">
                <a16:creationId xmlns:a16="http://schemas.microsoft.com/office/drawing/2014/main" id="{A2BE22B5-3D28-69BE-B61C-B42C1AE83B5E}"/>
              </a:ext>
            </a:extLst>
          </p:cNvPr>
          <p:cNvSpPr/>
          <p:nvPr/>
        </p:nvSpPr>
        <p:spPr>
          <a:xfrm>
            <a:off x="457200" y="1874520"/>
            <a:ext cx="8229600" cy="365760"/>
          </a:xfrm>
          <a:prstGeom prst="rect">
            <a:avLst/>
          </a:prstGeom>
          <a:solidFill>
            <a:srgbClr val="A32B4E"/>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64" name="Rectangle 663">
            <a:extLst>
              <a:ext uri="{FF2B5EF4-FFF2-40B4-BE49-F238E27FC236}">
                <a16:creationId xmlns:a16="http://schemas.microsoft.com/office/drawing/2014/main" id="{8D4598D1-5032-47DF-D106-0A77D823ADE8}"/>
              </a:ext>
            </a:extLst>
          </p:cNvPr>
          <p:cNvSpPr/>
          <p:nvPr/>
        </p:nvSpPr>
        <p:spPr>
          <a:xfrm>
            <a:off x="502920" y="1874520"/>
            <a:ext cx="2377440" cy="36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200" b="1" spc="200">
                <a:solidFill>
                  <a:srgbClr val="FFFFFF"/>
                </a:solidFill>
                <a:effectLst/>
                <a:latin typeface="Calibri" panose="020F0502020204030204" pitchFamily="34" charset="0"/>
              </a:rPr>
              <a:t>LAYER</a:t>
            </a:r>
          </a:p>
          <a:p>
            <a:pPr algn="l">
              <a:buNone/>
            </a:pPr>
            <a:r>
              <a:rPr lang="en-US" sz="100">
                <a:effectLst/>
              </a:rPr>
              <a:t> </a:t>
            </a:r>
            <a:endParaRPr lang="en-US"/>
          </a:p>
        </p:txBody>
      </p:sp>
      <p:sp>
        <p:nvSpPr>
          <p:cNvPr id="671" name="Rectangle 670">
            <a:extLst>
              <a:ext uri="{FF2B5EF4-FFF2-40B4-BE49-F238E27FC236}">
                <a16:creationId xmlns:a16="http://schemas.microsoft.com/office/drawing/2014/main" id="{EF7E6B1F-E041-9DCD-E42E-EC935F1724A1}"/>
              </a:ext>
            </a:extLst>
          </p:cNvPr>
          <p:cNvSpPr/>
          <p:nvPr/>
        </p:nvSpPr>
        <p:spPr>
          <a:xfrm>
            <a:off x="2971800" y="1874520"/>
            <a:ext cx="2834640" cy="36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200" b="1" spc="200">
                <a:solidFill>
                  <a:srgbClr val="FFFFFF"/>
                </a:solidFill>
                <a:effectLst/>
                <a:latin typeface="Calibri" panose="020F0502020204030204" pitchFamily="34" charset="0"/>
              </a:rPr>
              <a:t>QUESTION</a:t>
            </a:r>
          </a:p>
          <a:p>
            <a:pPr algn="l">
              <a:buNone/>
            </a:pPr>
            <a:r>
              <a:rPr lang="en-US" sz="100">
                <a:effectLst/>
              </a:rPr>
              <a:t> </a:t>
            </a:r>
            <a:endParaRPr lang="en-US"/>
          </a:p>
        </p:txBody>
      </p:sp>
      <p:sp>
        <p:nvSpPr>
          <p:cNvPr id="679" name="Rectangle 678">
            <a:extLst>
              <a:ext uri="{FF2B5EF4-FFF2-40B4-BE49-F238E27FC236}">
                <a16:creationId xmlns:a16="http://schemas.microsoft.com/office/drawing/2014/main" id="{36C4081D-F918-8E2F-974F-EFF8A8C3BAD4}"/>
              </a:ext>
            </a:extLst>
          </p:cNvPr>
          <p:cNvSpPr/>
          <p:nvPr/>
        </p:nvSpPr>
        <p:spPr>
          <a:xfrm>
            <a:off x="5532120" y="1874520"/>
            <a:ext cx="3246120" cy="36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200" b="1" spc="200">
                <a:solidFill>
                  <a:srgbClr val="FFFFFF"/>
                </a:solidFill>
                <a:effectLst/>
                <a:latin typeface="Calibri" panose="020F0502020204030204" pitchFamily="34" charset="0"/>
              </a:rPr>
              <a:t>EXAMPLE</a:t>
            </a:r>
          </a:p>
          <a:p>
            <a:pPr algn="l">
              <a:buNone/>
            </a:pPr>
            <a:r>
              <a:rPr lang="en-US" sz="100">
                <a:effectLst/>
              </a:rPr>
              <a:t> </a:t>
            </a:r>
            <a:endParaRPr lang="en-US"/>
          </a:p>
        </p:txBody>
      </p:sp>
      <p:sp>
        <p:nvSpPr>
          <p:cNvPr id="688" name="Rectangle 687">
            <a:extLst>
              <a:ext uri="{FF2B5EF4-FFF2-40B4-BE49-F238E27FC236}">
                <a16:creationId xmlns:a16="http://schemas.microsoft.com/office/drawing/2014/main" id="{31E8E22F-4360-0EE9-1C60-2A16D8159D93}"/>
              </a:ext>
            </a:extLst>
          </p:cNvPr>
          <p:cNvSpPr/>
          <p:nvPr/>
        </p:nvSpPr>
        <p:spPr>
          <a:xfrm>
            <a:off x="502920" y="2240280"/>
            <a:ext cx="2377440" cy="5029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200" b="1">
                <a:solidFill>
                  <a:srgbClr val="1F2933"/>
                </a:solidFill>
                <a:effectLst/>
                <a:latin typeface="Calibri" panose="020F0502020204030204" pitchFamily="34" charset="0"/>
              </a:rPr>
              <a:t>Role</a:t>
            </a:r>
          </a:p>
          <a:p>
            <a:pPr algn="l">
              <a:buNone/>
            </a:pPr>
            <a:r>
              <a:rPr lang="en-US" sz="100">
                <a:effectLst/>
              </a:rPr>
              <a:t> </a:t>
            </a:r>
            <a:endParaRPr lang="en-US"/>
          </a:p>
        </p:txBody>
      </p:sp>
      <p:sp>
        <p:nvSpPr>
          <p:cNvPr id="698" name="Rectangle 697">
            <a:extLst>
              <a:ext uri="{FF2B5EF4-FFF2-40B4-BE49-F238E27FC236}">
                <a16:creationId xmlns:a16="http://schemas.microsoft.com/office/drawing/2014/main" id="{5191C097-6685-4787-3AAA-259236260893}"/>
              </a:ext>
            </a:extLst>
          </p:cNvPr>
          <p:cNvSpPr/>
          <p:nvPr/>
        </p:nvSpPr>
        <p:spPr>
          <a:xfrm>
            <a:off x="2971800" y="2240280"/>
            <a:ext cx="2697480" cy="5029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200">
                <a:solidFill>
                  <a:srgbClr val="52606D"/>
                </a:solidFill>
                <a:effectLst/>
                <a:latin typeface="Calibri" panose="020F0502020204030204" pitchFamily="34" charset="0"/>
              </a:rPr>
              <a:t>What actions may the principal perform?</a:t>
            </a:r>
          </a:p>
          <a:p>
            <a:pPr algn="l">
              <a:buNone/>
            </a:pPr>
            <a:r>
              <a:rPr lang="en-US" sz="100">
                <a:effectLst/>
              </a:rPr>
              <a:t> </a:t>
            </a:r>
            <a:endParaRPr lang="en-US"/>
          </a:p>
        </p:txBody>
      </p:sp>
      <p:sp>
        <p:nvSpPr>
          <p:cNvPr id="709" name="Rectangle 708">
            <a:extLst>
              <a:ext uri="{FF2B5EF4-FFF2-40B4-BE49-F238E27FC236}">
                <a16:creationId xmlns:a16="http://schemas.microsoft.com/office/drawing/2014/main" id="{59C6C414-3E2A-FF79-E04D-C00592EA8302}"/>
              </a:ext>
            </a:extLst>
          </p:cNvPr>
          <p:cNvSpPr/>
          <p:nvPr/>
        </p:nvSpPr>
        <p:spPr>
          <a:xfrm>
            <a:off x="5532120" y="2240280"/>
            <a:ext cx="3246120" cy="5029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200">
                <a:solidFill>
                  <a:srgbClr val="52606D"/>
                </a:solidFill>
                <a:effectLst/>
                <a:latin typeface="Calibri" panose="020F0502020204030204" pitchFamily="34" charset="0"/>
              </a:rPr>
              <a:t>Foundry Agent Consumer permits invocation</a:t>
            </a:r>
          </a:p>
          <a:p>
            <a:pPr algn="l">
              <a:buNone/>
            </a:pPr>
            <a:r>
              <a:rPr lang="en-US" sz="100">
                <a:effectLst/>
              </a:rPr>
              <a:t> </a:t>
            </a:r>
            <a:endParaRPr lang="en-US"/>
          </a:p>
        </p:txBody>
      </p:sp>
      <p:sp>
        <p:nvSpPr>
          <p:cNvPr id="721" name="Rectangle 720">
            <a:extLst>
              <a:ext uri="{FF2B5EF4-FFF2-40B4-BE49-F238E27FC236}">
                <a16:creationId xmlns:a16="http://schemas.microsoft.com/office/drawing/2014/main" id="{45E0966B-872D-9D6B-A648-AAB5F04E948D}"/>
              </a:ext>
            </a:extLst>
          </p:cNvPr>
          <p:cNvSpPr/>
          <p:nvPr/>
        </p:nvSpPr>
        <p:spPr>
          <a:xfrm>
            <a:off x="457200" y="2733675"/>
            <a:ext cx="8229600" cy="9525"/>
          </a:xfrm>
          <a:prstGeom prst="rect">
            <a:avLst/>
          </a:prstGeom>
          <a:solidFill>
            <a:srgbClr val="EADCE1"/>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34" name="Rectangle 733">
            <a:extLst>
              <a:ext uri="{FF2B5EF4-FFF2-40B4-BE49-F238E27FC236}">
                <a16:creationId xmlns:a16="http://schemas.microsoft.com/office/drawing/2014/main" id="{BA3B7E3E-B793-ED48-8C61-8CD600569194}"/>
              </a:ext>
            </a:extLst>
          </p:cNvPr>
          <p:cNvSpPr/>
          <p:nvPr/>
        </p:nvSpPr>
        <p:spPr>
          <a:xfrm>
            <a:off x="457200" y="2743200"/>
            <a:ext cx="8229600" cy="502920"/>
          </a:xfrm>
          <a:prstGeom prst="rect">
            <a:avLst/>
          </a:prstGeom>
          <a:solidFill>
            <a:srgbClr val="FBF4F6"/>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48" name="Rectangle 747">
            <a:extLst>
              <a:ext uri="{FF2B5EF4-FFF2-40B4-BE49-F238E27FC236}">
                <a16:creationId xmlns:a16="http://schemas.microsoft.com/office/drawing/2014/main" id="{6C7A6C27-BBDD-6266-E25B-1FE2BE8AD858}"/>
              </a:ext>
            </a:extLst>
          </p:cNvPr>
          <p:cNvSpPr/>
          <p:nvPr/>
        </p:nvSpPr>
        <p:spPr>
          <a:xfrm>
            <a:off x="502920" y="2743200"/>
            <a:ext cx="2377440" cy="5029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200" b="1">
                <a:solidFill>
                  <a:srgbClr val="1F2933"/>
                </a:solidFill>
                <a:effectLst/>
                <a:latin typeface="Calibri" panose="020F0502020204030204" pitchFamily="34" charset="0"/>
              </a:rPr>
              <a:t>Resource scope</a:t>
            </a:r>
          </a:p>
          <a:p>
            <a:pPr algn="l">
              <a:buNone/>
            </a:pPr>
            <a:r>
              <a:rPr lang="en-US" sz="100">
                <a:effectLst/>
              </a:rPr>
              <a:t> </a:t>
            </a:r>
            <a:endParaRPr lang="en-US"/>
          </a:p>
        </p:txBody>
      </p:sp>
      <p:sp>
        <p:nvSpPr>
          <p:cNvPr id="763" name="Rectangle 762">
            <a:extLst>
              <a:ext uri="{FF2B5EF4-FFF2-40B4-BE49-F238E27FC236}">
                <a16:creationId xmlns:a16="http://schemas.microsoft.com/office/drawing/2014/main" id="{A56BDDB1-433E-31E0-53E4-32B53AE730CE}"/>
              </a:ext>
            </a:extLst>
          </p:cNvPr>
          <p:cNvSpPr/>
          <p:nvPr/>
        </p:nvSpPr>
        <p:spPr>
          <a:xfrm>
            <a:off x="2971800" y="2743200"/>
            <a:ext cx="2697480" cy="5029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200">
                <a:solidFill>
                  <a:srgbClr val="52606D"/>
                </a:solidFill>
                <a:effectLst/>
                <a:latin typeface="Calibri" panose="020F0502020204030204" pitchFamily="34" charset="0"/>
              </a:rPr>
              <a:t>Where does the role assignment apply?</a:t>
            </a:r>
          </a:p>
          <a:p>
            <a:pPr algn="l">
              <a:buNone/>
            </a:pPr>
            <a:r>
              <a:rPr lang="en-US" sz="100">
                <a:effectLst/>
              </a:rPr>
              <a:t> </a:t>
            </a:r>
            <a:endParaRPr lang="en-US"/>
          </a:p>
        </p:txBody>
      </p:sp>
      <p:sp>
        <p:nvSpPr>
          <p:cNvPr id="779" name="Rectangle 778">
            <a:extLst>
              <a:ext uri="{FF2B5EF4-FFF2-40B4-BE49-F238E27FC236}">
                <a16:creationId xmlns:a16="http://schemas.microsoft.com/office/drawing/2014/main" id="{BFDDE5E3-E9F0-4835-6F95-43B850F7BA16}"/>
              </a:ext>
            </a:extLst>
          </p:cNvPr>
          <p:cNvSpPr/>
          <p:nvPr/>
        </p:nvSpPr>
        <p:spPr>
          <a:xfrm>
            <a:off x="5532120" y="2743200"/>
            <a:ext cx="3246120" cy="5029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200">
                <a:solidFill>
                  <a:srgbClr val="52606D"/>
                </a:solidFill>
                <a:effectLst/>
                <a:latin typeface="Calibri" panose="020F0502020204030204" pitchFamily="34" charset="0"/>
              </a:rPr>
              <a:t>One project or agent endpoint</a:t>
            </a:r>
          </a:p>
          <a:p>
            <a:pPr algn="l">
              <a:buNone/>
            </a:pPr>
            <a:r>
              <a:rPr lang="en-US" sz="100">
                <a:effectLst/>
              </a:rPr>
              <a:t> </a:t>
            </a:r>
            <a:endParaRPr lang="en-US"/>
          </a:p>
        </p:txBody>
      </p:sp>
      <p:sp>
        <p:nvSpPr>
          <p:cNvPr id="796" name="Rectangle 795">
            <a:extLst>
              <a:ext uri="{FF2B5EF4-FFF2-40B4-BE49-F238E27FC236}">
                <a16:creationId xmlns:a16="http://schemas.microsoft.com/office/drawing/2014/main" id="{1A52FC41-2ED1-9AD0-0C89-3A80419B4321}"/>
              </a:ext>
            </a:extLst>
          </p:cNvPr>
          <p:cNvSpPr/>
          <p:nvPr/>
        </p:nvSpPr>
        <p:spPr>
          <a:xfrm>
            <a:off x="457200" y="3236595"/>
            <a:ext cx="8229600" cy="9525"/>
          </a:xfrm>
          <a:prstGeom prst="rect">
            <a:avLst/>
          </a:prstGeom>
          <a:solidFill>
            <a:srgbClr val="EADCE1"/>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14" name="Rectangle 813">
            <a:extLst>
              <a:ext uri="{FF2B5EF4-FFF2-40B4-BE49-F238E27FC236}">
                <a16:creationId xmlns:a16="http://schemas.microsoft.com/office/drawing/2014/main" id="{95DFA9DD-FCB1-6734-930C-6E548AD2B13F}"/>
              </a:ext>
            </a:extLst>
          </p:cNvPr>
          <p:cNvSpPr/>
          <p:nvPr/>
        </p:nvSpPr>
        <p:spPr>
          <a:xfrm>
            <a:off x="502920" y="3246120"/>
            <a:ext cx="2377440" cy="5029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200" b="1">
                <a:solidFill>
                  <a:srgbClr val="1F2933"/>
                </a:solidFill>
                <a:effectLst/>
                <a:latin typeface="Calibri" panose="020F0502020204030204" pitchFamily="34" charset="0"/>
              </a:rPr>
              <a:t>Data-level permission</a:t>
            </a:r>
          </a:p>
          <a:p>
            <a:pPr algn="l">
              <a:buNone/>
            </a:pPr>
            <a:r>
              <a:rPr lang="en-US" sz="100">
                <a:effectLst/>
              </a:rPr>
              <a:t> </a:t>
            </a:r>
            <a:endParaRPr lang="en-US"/>
          </a:p>
        </p:txBody>
      </p:sp>
      <p:sp>
        <p:nvSpPr>
          <p:cNvPr id="833" name="Rectangle 832">
            <a:extLst>
              <a:ext uri="{FF2B5EF4-FFF2-40B4-BE49-F238E27FC236}">
                <a16:creationId xmlns:a16="http://schemas.microsoft.com/office/drawing/2014/main" id="{3E94FC47-011D-D5C2-C074-CD604FF5811C}"/>
              </a:ext>
            </a:extLst>
          </p:cNvPr>
          <p:cNvSpPr/>
          <p:nvPr/>
        </p:nvSpPr>
        <p:spPr>
          <a:xfrm>
            <a:off x="2971800" y="3246120"/>
            <a:ext cx="2697480" cy="5029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200">
                <a:solidFill>
                  <a:srgbClr val="52606D"/>
                </a:solidFill>
                <a:effectLst/>
                <a:latin typeface="Calibri" panose="020F0502020204030204" pitchFamily="34" charset="0"/>
              </a:rPr>
              <a:t>Which records may this user receive?</a:t>
            </a:r>
          </a:p>
          <a:p>
            <a:pPr algn="l">
              <a:buNone/>
            </a:pPr>
            <a:r>
              <a:rPr lang="en-US" sz="100">
                <a:effectLst/>
              </a:rPr>
              <a:t> </a:t>
            </a:r>
            <a:endParaRPr lang="en-US"/>
          </a:p>
        </p:txBody>
      </p:sp>
      <p:sp>
        <p:nvSpPr>
          <p:cNvPr id="853" name="Rectangle 852">
            <a:extLst>
              <a:ext uri="{FF2B5EF4-FFF2-40B4-BE49-F238E27FC236}">
                <a16:creationId xmlns:a16="http://schemas.microsoft.com/office/drawing/2014/main" id="{949DF2A8-9989-B747-9A98-3F30439A1A24}"/>
              </a:ext>
            </a:extLst>
          </p:cNvPr>
          <p:cNvSpPr/>
          <p:nvPr/>
        </p:nvSpPr>
        <p:spPr>
          <a:xfrm>
            <a:off x="5532120" y="3246120"/>
            <a:ext cx="3246120" cy="5029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200">
                <a:solidFill>
                  <a:srgbClr val="52606D"/>
                </a:solidFill>
                <a:effectLst/>
                <a:latin typeface="Calibri" panose="020F0502020204030204" pitchFamily="34" charset="0"/>
              </a:rPr>
              <a:t>Document ACL or query-time security filter</a:t>
            </a:r>
          </a:p>
          <a:p>
            <a:pPr algn="l">
              <a:buNone/>
            </a:pPr>
            <a:r>
              <a:rPr lang="en-US" sz="100">
                <a:effectLst/>
              </a:rPr>
              <a:t> </a:t>
            </a:r>
            <a:endParaRPr lang="en-US"/>
          </a:p>
        </p:txBody>
      </p:sp>
      <p:sp>
        <p:nvSpPr>
          <p:cNvPr id="874" name="Rectangle 873">
            <a:extLst>
              <a:ext uri="{FF2B5EF4-FFF2-40B4-BE49-F238E27FC236}">
                <a16:creationId xmlns:a16="http://schemas.microsoft.com/office/drawing/2014/main" id="{221D059F-DE71-5DFC-2613-2DA4E726A7D7}"/>
              </a:ext>
            </a:extLst>
          </p:cNvPr>
          <p:cNvSpPr/>
          <p:nvPr/>
        </p:nvSpPr>
        <p:spPr>
          <a:xfrm>
            <a:off x="457200" y="3739515"/>
            <a:ext cx="8229600" cy="9525"/>
          </a:xfrm>
          <a:prstGeom prst="rect">
            <a:avLst/>
          </a:prstGeom>
          <a:solidFill>
            <a:srgbClr val="EADCE1"/>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96" name="Rectangle 895">
            <a:extLst>
              <a:ext uri="{FF2B5EF4-FFF2-40B4-BE49-F238E27FC236}">
                <a16:creationId xmlns:a16="http://schemas.microsoft.com/office/drawing/2014/main" id="{DC794575-2490-B5F0-81DC-97EA33D73BD1}"/>
              </a:ext>
            </a:extLst>
          </p:cNvPr>
          <p:cNvSpPr/>
          <p:nvPr/>
        </p:nvSpPr>
        <p:spPr>
          <a:xfrm>
            <a:off x="457200" y="3749040"/>
            <a:ext cx="8229600" cy="502920"/>
          </a:xfrm>
          <a:prstGeom prst="rect">
            <a:avLst/>
          </a:prstGeom>
          <a:solidFill>
            <a:srgbClr val="FBF4F6"/>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19" name="Rectangle 918">
            <a:extLst>
              <a:ext uri="{FF2B5EF4-FFF2-40B4-BE49-F238E27FC236}">
                <a16:creationId xmlns:a16="http://schemas.microsoft.com/office/drawing/2014/main" id="{3FB090A8-E974-BDCF-3971-9565C7C8B01A}"/>
              </a:ext>
            </a:extLst>
          </p:cNvPr>
          <p:cNvSpPr/>
          <p:nvPr/>
        </p:nvSpPr>
        <p:spPr>
          <a:xfrm>
            <a:off x="502920" y="3749040"/>
            <a:ext cx="2377440" cy="5029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200" b="1">
                <a:solidFill>
                  <a:srgbClr val="A32B4E"/>
                </a:solidFill>
                <a:effectLst/>
                <a:latin typeface="Calibri" panose="020F0502020204030204" pitchFamily="34" charset="0"/>
              </a:rPr>
              <a:t>All three</a:t>
            </a:r>
          </a:p>
          <a:p>
            <a:pPr algn="l">
              <a:buNone/>
            </a:pPr>
            <a:r>
              <a:rPr lang="en-US" sz="100">
                <a:effectLst/>
              </a:rPr>
              <a:t> </a:t>
            </a:r>
            <a:endParaRPr lang="en-US"/>
          </a:p>
        </p:txBody>
      </p:sp>
      <p:sp>
        <p:nvSpPr>
          <p:cNvPr id="943" name="Rectangle 942">
            <a:extLst>
              <a:ext uri="{FF2B5EF4-FFF2-40B4-BE49-F238E27FC236}">
                <a16:creationId xmlns:a16="http://schemas.microsoft.com/office/drawing/2014/main" id="{FC11D6F3-0FCA-6A8B-5ADE-439E5358FCF1}"/>
              </a:ext>
            </a:extLst>
          </p:cNvPr>
          <p:cNvSpPr/>
          <p:nvPr/>
        </p:nvSpPr>
        <p:spPr>
          <a:xfrm>
            <a:off x="2971800" y="3749040"/>
            <a:ext cx="2697480" cy="5029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200">
                <a:solidFill>
                  <a:srgbClr val="1F2933"/>
                </a:solidFill>
                <a:effectLst/>
                <a:latin typeface="Calibri" panose="020F0502020204030204" pitchFamily="34" charset="0"/>
              </a:rPr>
              <a:t>Must pass together</a:t>
            </a:r>
          </a:p>
          <a:p>
            <a:pPr algn="l">
              <a:buNone/>
            </a:pPr>
            <a:r>
              <a:rPr lang="en-US" sz="100">
                <a:effectLst/>
              </a:rPr>
              <a:t> </a:t>
            </a:r>
            <a:endParaRPr lang="en-US"/>
          </a:p>
        </p:txBody>
      </p:sp>
      <p:sp>
        <p:nvSpPr>
          <p:cNvPr id="968" name="Rectangle 967">
            <a:extLst>
              <a:ext uri="{FF2B5EF4-FFF2-40B4-BE49-F238E27FC236}">
                <a16:creationId xmlns:a16="http://schemas.microsoft.com/office/drawing/2014/main" id="{F4DE3087-04CF-599A-1E20-6FF2243E4DDD}"/>
              </a:ext>
            </a:extLst>
          </p:cNvPr>
          <p:cNvSpPr/>
          <p:nvPr/>
        </p:nvSpPr>
        <p:spPr>
          <a:xfrm>
            <a:off x="5532120" y="3749040"/>
            <a:ext cx="3246120" cy="5029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200">
                <a:solidFill>
                  <a:srgbClr val="1F2933"/>
                </a:solidFill>
                <a:effectLst/>
                <a:latin typeface="Calibri" panose="020F0502020204030204" pitchFamily="34" charset="0"/>
              </a:rPr>
              <a:t>Action allowed + resource in scope + record permitted</a:t>
            </a:r>
          </a:p>
          <a:p>
            <a:pPr algn="l">
              <a:buNone/>
            </a:pPr>
            <a:r>
              <a:rPr lang="en-US" sz="100">
                <a:effectLst/>
              </a:rPr>
              <a:t> </a:t>
            </a:r>
            <a:endParaRPr lang="en-US"/>
          </a:p>
        </p:txBody>
      </p:sp>
      <p:sp>
        <p:nvSpPr>
          <p:cNvPr id="994" name="Rectangle 993">
            <a:extLst>
              <a:ext uri="{FF2B5EF4-FFF2-40B4-BE49-F238E27FC236}">
                <a16:creationId xmlns:a16="http://schemas.microsoft.com/office/drawing/2014/main" id="{E19F8FC0-55A1-38DF-DF25-891A52058501}"/>
              </a:ext>
            </a:extLst>
          </p:cNvPr>
          <p:cNvSpPr/>
          <p:nvPr/>
        </p:nvSpPr>
        <p:spPr>
          <a:xfrm>
            <a:off x="457200" y="4242435"/>
            <a:ext cx="8229600" cy="9525"/>
          </a:xfrm>
          <a:prstGeom prst="rect">
            <a:avLst/>
          </a:prstGeom>
          <a:solidFill>
            <a:srgbClr val="EADCE1"/>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21" name="Rectangle 1020">
            <a:extLst>
              <a:ext uri="{FF2B5EF4-FFF2-40B4-BE49-F238E27FC236}">
                <a16:creationId xmlns:a16="http://schemas.microsoft.com/office/drawing/2014/main" id="{2DEB7825-5494-CA5A-F242-627BB572187C}"/>
              </a:ext>
            </a:extLst>
          </p:cNvPr>
          <p:cNvSpPr/>
          <p:nvPr/>
        </p:nvSpPr>
        <p:spPr>
          <a:xfrm>
            <a:off x="365760" y="4480560"/>
            <a:ext cx="84124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200" i="1">
                <a:solidFill>
                  <a:srgbClr val="52606D"/>
                </a:solidFill>
                <a:effectLst/>
                <a:latin typeface="Calibri" panose="020F0502020204030204" pitchFamily="34" charset="0"/>
              </a:rPr>
              <a:t>A request can pass endpoint and index RBAC and still fail document authorization.</a:t>
            </a:r>
          </a:p>
          <a:p>
            <a:pPr algn="l">
              <a:buNone/>
            </a:pPr>
            <a:r>
              <a:rPr lang="en-US" sz="100">
                <a:effectLst/>
              </a:rPr>
              <a:t> </a:t>
            </a:r>
            <a:endParaRPr lang="en-US"/>
          </a:p>
        </p:txBody>
      </p:sp>
      <p:sp>
        <p:nvSpPr>
          <p:cNvPr id="1049" name="Rectangle 1048">
            <a:extLst>
              <a:ext uri="{FF2B5EF4-FFF2-40B4-BE49-F238E27FC236}">
                <a16:creationId xmlns:a16="http://schemas.microsoft.com/office/drawing/2014/main" id="{8C3BE1BE-B06C-B44A-8ABF-E8C3CE10C061}"/>
              </a:ext>
            </a:extLst>
          </p:cNvPr>
          <p:cNvSpPr/>
          <p:nvPr/>
        </p:nvSpPr>
        <p:spPr>
          <a:xfrm>
            <a:off x="365760" y="4823460"/>
            <a:ext cx="5669280" cy="2286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200">
                <a:solidFill>
                  <a:srgbClr val="52606D"/>
                </a:solidFill>
                <a:effectLst/>
                <a:latin typeface="Calibri" panose="020F0502020204030204" pitchFamily="34" charset="0"/>
              </a:rPr>
              <a:t>Identity &amp; Security  ·  Microsoft Agent Framework</a:t>
            </a:r>
          </a:p>
          <a:p>
            <a:pPr algn="l">
              <a:buNone/>
            </a:pPr>
            <a:r>
              <a:rPr lang="en-US" sz="100">
                <a:effectLst/>
              </a:rPr>
              <a:t> </a:t>
            </a:r>
            <a:endParaRPr lang="en-US"/>
          </a:p>
        </p:txBody>
      </p:sp>
      <p:sp>
        <p:nvSpPr>
          <p:cNvPr id="1078" name="Rectangle 1077">
            <a:extLst>
              <a:ext uri="{FF2B5EF4-FFF2-40B4-BE49-F238E27FC236}">
                <a16:creationId xmlns:a16="http://schemas.microsoft.com/office/drawing/2014/main" id="{DB3CE9B6-14D1-CCA2-7A84-28BE0312A137}"/>
              </a:ext>
            </a:extLst>
          </p:cNvPr>
          <p:cNvSpPr/>
          <p:nvPr/>
        </p:nvSpPr>
        <p:spPr>
          <a:xfrm>
            <a:off x="7863840" y="4823460"/>
            <a:ext cx="914400" cy="2286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r">
              <a:buNone/>
            </a:pPr>
            <a:r>
              <a:rPr lang="en-US" sz="1200">
                <a:solidFill>
                  <a:srgbClr val="52606D"/>
                </a:solidFill>
                <a:effectLst/>
                <a:latin typeface="Calibri" panose="020F0502020204030204" pitchFamily="34" charset="0"/>
              </a:rPr>
              <a:t>5 / 9</a:t>
            </a:r>
          </a:p>
          <a:p>
            <a:pPr algn="r">
              <a:buNone/>
            </a:pPr>
            <a:r>
              <a:rPr lang="en-US" sz="100">
                <a:effectLst/>
              </a:rPr>
              <a:t> </a:t>
            </a:r>
            <a:endParaRPr lang="en-US"/>
          </a:p>
        </p:txBody>
      </p:sp>
    </p:spTree>
    <p:extLst>
      <p:ext uri="{BB962C8B-B14F-4D97-AF65-F5344CB8AC3E}">
        <p14:creationId xmlns:p14="http://schemas.microsoft.com/office/powerpoint/2010/main" val="279651521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79" name="Rectangle 1078">
            <a:extLst>
              <a:ext uri="{FF2B5EF4-FFF2-40B4-BE49-F238E27FC236}">
                <a16:creationId xmlns:a16="http://schemas.microsoft.com/office/drawing/2014/main" id="{8A559BD2-0734-8DCD-6DD4-312DAEAAF9A6}"/>
              </a:ext>
            </a:extLst>
          </p:cNvPr>
          <p:cNvSpPr/>
          <p:nvPr/>
        </p:nvSpPr>
        <p:spPr>
          <a:xfrm>
            <a:off x="365760" y="292608"/>
            <a:ext cx="84124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200" b="1" spc="400">
                <a:solidFill>
                  <a:srgbClr val="A32B4E"/>
                </a:solidFill>
                <a:effectLst/>
                <a:latin typeface="Calibri" panose="020F0502020204030204" pitchFamily="34" charset="0"/>
              </a:rPr>
              <a:t>THREE INDEPENDENT DECISIONS</a:t>
            </a:r>
          </a:p>
          <a:p>
            <a:pPr algn="l">
              <a:buNone/>
            </a:pPr>
            <a:r>
              <a:rPr lang="en-US" sz="100">
                <a:effectLst/>
              </a:rPr>
              <a:t> </a:t>
            </a:r>
            <a:endParaRPr lang="en-US"/>
          </a:p>
        </p:txBody>
      </p:sp>
      <p:sp>
        <p:nvSpPr>
          <p:cNvPr id="1081" name="Rectangle 1080">
            <a:extLst>
              <a:ext uri="{FF2B5EF4-FFF2-40B4-BE49-F238E27FC236}">
                <a16:creationId xmlns:a16="http://schemas.microsoft.com/office/drawing/2014/main" id="{CBC23E8F-D170-9A63-CE9B-372F0C7A4001}"/>
              </a:ext>
            </a:extLst>
          </p:cNvPr>
          <p:cNvSpPr/>
          <p:nvPr/>
        </p:nvSpPr>
        <p:spPr>
          <a:xfrm>
            <a:off x="365760" y="566928"/>
            <a:ext cx="841248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2800" b="1">
                <a:solidFill>
                  <a:srgbClr val="1F2933"/>
                </a:solidFill>
                <a:effectLst/>
                <a:latin typeface="Calibri" panose="020F0502020204030204" pitchFamily="34" charset="0"/>
              </a:rPr>
              <a:t>Approval, consent, and authorization</a:t>
            </a:r>
          </a:p>
          <a:p>
            <a:pPr algn="l">
              <a:buNone/>
            </a:pPr>
            <a:r>
              <a:rPr lang="en-US" sz="100">
                <a:effectLst/>
              </a:rPr>
              <a:t> </a:t>
            </a:r>
            <a:endParaRPr lang="en-US"/>
          </a:p>
        </p:txBody>
      </p:sp>
      <p:sp>
        <p:nvSpPr>
          <p:cNvPr id="1084" name="Rectangle 1083">
            <a:extLst>
              <a:ext uri="{FF2B5EF4-FFF2-40B4-BE49-F238E27FC236}">
                <a16:creationId xmlns:a16="http://schemas.microsoft.com/office/drawing/2014/main" id="{DAE3EBF9-C6A5-8549-1B6F-3EF001FF5EA5}"/>
              </a:ext>
            </a:extLst>
          </p:cNvPr>
          <p:cNvSpPr/>
          <p:nvPr/>
        </p:nvSpPr>
        <p:spPr>
          <a:xfrm>
            <a:off x="457200" y="1225296"/>
            <a:ext cx="731520" cy="25400"/>
          </a:xfrm>
          <a:prstGeom prst="rect">
            <a:avLst/>
          </a:prstGeom>
          <a:solidFill>
            <a:srgbClr val="A32B4E"/>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88" name="Rectangle 1087">
            <a:extLst>
              <a:ext uri="{FF2B5EF4-FFF2-40B4-BE49-F238E27FC236}">
                <a16:creationId xmlns:a16="http://schemas.microsoft.com/office/drawing/2014/main" id="{D1E08105-9373-DDE1-F705-720D716A1000}"/>
              </a:ext>
            </a:extLst>
          </p:cNvPr>
          <p:cNvSpPr/>
          <p:nvPr/>
        </p:nvSpPr>
        <p:spPr>
          <a:xfrm>
            <a:off x="365760" y="1417320"/>
            <a:ext cx="8412480" cy="36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300">
                <a:solidFill>
                  <a:srgbClr val="52606D"/>
                </a:solidFill>
                <a:effectLst/>
                <a:latin typeface="Calibri" panose="020F0502020204030204" pitchFamily="34" charset="0"/>
              </a:rPr>
              <a:t>Each one answers a different question, and none of them grants what the next one checks.</a:t>
            </a:r>
          </a:p>
          <a:p>
            <a:pPr algn="l">
              <a:buNone/>
            </a:pPr>
            <a:r>
              <a:rPr lang="en-US" sz="100">
                <a:effectLst/>
              </a:rPr>
              <a:t> </a:t>
            </a:r>
            <a:endParaRPr lang="en-US"/>
          </a:p>
        </p:txBody>
      </p:sp>
      <p:sp>
        <p:nvSpPr>
          <p:cNvPr id="1093" name="Rectangle 1092">
            <a:extLst>
              <a:ext uri="{FF2B5EF4-FFF2-40B4-BE49-F238E27FC236}">
                <a16:creationId xmlns:a16="http://schemas.microsoft.com/office/drawing/2014/main" id="{62F7F377-CC5B-1A26-4BE1-CB3524A753B4}"/>
              </a:ext>
            </a:extLst>
          </p:cNvPr>
          <p:cNvSpPr/>
          <p:nvPr/>
        </p:nvSpPr>
        <p:spPr>
          <a:xfrm>
            <a:off x="457200" y="1965960"/>
            <a:ext cx="2651760" cy="1554480"/>
          </a:xfrm>
          <a:prstGeom prst="rect">
            <a:avLst/>
          </a:prstGeom>
          <a:solidFill>
            <a:srgbClr val="FFFFFF"/>
          </a:solidFill>
          <a:ln w="9525">
            <a:solidFill>
              <a:srgbClr val="EADCE1"/>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99" name="Oval 1098">
            <a:extLst>
              <a:ext uri="{FF2B5EF4-FFF2-40B4-BE49-F238E27FC236}">
                <a16:creationId xmlns:a16="http://schemas.microsoft.com/office/drawing/2014/main" id="{A6804CCB-19AF-9055-37BD-6B92EE0D5405}"/>
              </a:ext>
            </a:extLst>
          </p:cNvPr>
          <p:cNvSpPr/>
          <p:nvPr/>
        </p:nvSpPr>
        <p:spPr>
          <a:xfrm>
            <a:off x="640080" y="2057400"/>
            <a:ext cx="365760" cy="365760"/>
          </a:xfrm>
          <a:prstGeom prst="ellipse">
            <a:avLst/>
          </a:prstGeom>
          <a:solidFill>
            <a:srgbClr val="A32B4E"/>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buNone/>
            </a:pPr>
            <a:r>
              <a:rPr lang="en-US" sz="1200" b="1">
                <a:solidFill>
                  <a:srgbClr val="FFFFFF"/>
                </a:solidFill>
                <a:effectLst/>
                <a:latin typeface="Calibri" panose="020F0502020204030204" pitchFamily="34" charset="0"/>
              </a:rPr>
              <a:t>1</a:t>
            </a:r>
          </a:p>
          <a:p>
            <a:pPr algn="ctr">
              <a:buNone/>
            </a:pPr>
            <a:r>
              <a:rPr lang="en-US" sz="100">
                <a:effectLst/>
              </a:rPr>
              <a:t> </a:t>
            </a:r>
            <a:endParaRPr lang="en-US"/>
          </a:p>
        </p:txBody>
      </p:sp>
      <p:sp>
        <p:nvSpPr>
          <p:cNvPr id="1106" name="Rectangle 1105">
            <a:extLst>
              <a:ext uri="{FF2B5EF4-FFF2-40B4-BE49-F238E27FC236}">
                <a16:creationId xmlns:a16="http://schemas.microsoft.com/office/drawing/2014/main" id="{10B698A3-0DFD-B17C-3D03-F79707010BB2}"/>
              </a:ext>
            </a:extLst>
          </p:cNvPr>
          <p:cNvSpPr/>
          <p:nvPr/>
        </p:nvSpPr>
        <p:spPr>
          <a:xfrm>
            <a:off x="548640" y="2514600"/>
            <a:ext cx="246888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600" b="1">
                <a:solidFill>
                  <a:srgbClr val="1F2933"/>
                </a:solidFill>
                <a:effectLst/>
                <a:latin typeface="Calibri" panose="020F0502020204030204" pitchFamily="34" charset="0"/>
              </a:rPr>
              <a:t>Tool approval</a:t>
            </a:r>
          </a:p>
          <a:p>
            <a:pPr algn="l">
              <a:buNone/>
            </a:pPr>
            <a:r>
              <a:rPr lang="en-US" sz="100">
                <a:effectLst/>
              </a:rPr>
              <a:t> </a:t>
            </a:r>
            <a:endParaRPr lang="en-US"/>
          </a:p>
        </p:txBody>
      </p:sp>
      <p:sp>
        <p:nvSpPr>
          <p:cNvPr id="1114" name="Rectangle 1113">
            <a:extLst>
              <a:ext uri="{FF2B5EF4-FFF2-40B4-BE49-F238E27FC236}">
                <a16:creationId xmlns:a16="http://schemas.microsoft.com/office/drawing/2014/main" id="{A4DF123C-18BC-A70D-C520-E818E1B3915F}"/>
              </a:ext>
            </a:extLst>
          </p:cNvPr>
          <p:cNvSpPr/>
          <p:nvPr/>
        </p:nvSpPr>
        <p:spPr>
          <a:xfrm>
            <a:off x="548640" y="2834640"/>
            <a:ext cx="2468880" cy="5486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200">
                <a:solidFill>
                  <a:srgbClr val="52606D"/>
                </a:solidFill>
                <a:effectLst/>
                <a:latin typeface="Calibri" panose="020F0502020204030204" pitchFamily="34" charset="0"/>
              </a:rPr>
              <a:t>allow the proposed call; no resource permission is created</a:t>
            </a:r>
          </a:p>
          <a:p>
            <a:pPr algn="l">
              <a:buNone/>
            </a:pPr>
            <a:r>
              <a:rPr lang="en-US" sz="100">
                <a:effectLst/>
              </a:rPr>
              <a:t> </a:t>
            </a:r>
            <a:endParaRPr lang="en-US"/>
          </a:p>
        </p:txBody>
      </p:sp>
      <p:sp>
        <p:nvSpPr>
          <p:cNvPr id="1123" name="Rectangle 1122">
            <a:extLst>
              <a:ext uri="{FF2B5EF4-FFF2-40B4-BE49-F238E27FC236}">
                <a16:creationId xmlns:a16="http://schemas.microsoft.com/office/drawing/2014/main" id="{4B21B4FC-61C0-D5C0-3DC7-C8500460A66E}"/>
              </a:ext>
            </a:extLst>
          </p:cNvPr>
          <p:cNvSpPr/>
          <p:nvPr/>
        </p:nvSpPr>
        <p:spPr>
          <a:xfrm>
            <a:off x="3246120" y="1965960"/>
            <a:ext cx="2651760" cy="1554480"/>
          </a:xfrm>
          <a:prstGeom prst="rect">
            <a:avLst/>
          </a:prstGeom>
          <a:solidFill>
            <a:srgbClr val="FFFFFF"/>
          </a:solidFill>
          <a:ln w="9525">
            <a:solidFill>
              <a:srgbClr val="EADCE1"/>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33" name="Oval 1132">
            <a:extLst>
              <a:ext uri="{FF2B5EF4-FFF2-40B4-BE49-F238E27FC236}">
                <a16:creationId xmlns:a16="http://schemas.microsoft.com/office/drawing/2014/main" id="{D23C9288-B948-4EC2-7AC0-43D4EF17E7F6}"/>
              </a:ext>
            </a:extLst>
          </p:cNvPr>
          <p:cNvSpPr/>
          <p:nvPr/>
        </p:nvSpPr>
        <p:spPr>
          <a:xfrm>
            <a:off x="3429000" y="2057400"/>
            <a:ext cx="365760" cy="365760"/>
          </a:xfrm>
          <a:prstGeom prst="ellipse">
            <a:avLst/>
          </a:prstGeom>
          <a:solidFill>
            <a:srgbClr val="A32B4E"/>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buNone/>
            </a:pPr>
            <a:r>
              <a:rPr lang="en-US" sz="1200" b="1">
                <a:solidFill>
                  <a:srgbClr val="FFFFFF"/>
                </a:solidFill>
                <a:effectLst/>
                <a:latin typeface="Calibri" panose="020F0502020204030204" pitchFamily="34" charset="0"/>
              </a:rPr>
              <a:t>2</a:t>
            </a:r>
          </a:p>
          <a:p>
            <a:pPr algn="ctr">
              <a:buNone/>
            </a:pPr>
            <a:r>
              <a:rPr lang="en-US" sz="100">
                <a:effectLst/>
              </a:rPr>
              <a:t> </a:t>
            </a:r>
            <a:endParaRPr lang="en-US"/>
          </a:p>
        </p:txBody>
      </p:sp>
      <p:sp>
        <p:nvSpPr>
          <p:cNvPr id="1144" name="Rectangle 1143">
            <a:extLst>
              <a:ext uri="{FF2B5EF4-FFF2-40B4-BE49-F238E27FC236}">
                <a16:creationId xmlns:a16="http://schemas.microsoft.com/office/drawing/2014/main" id="{9BD00E6A-D227-5188-206E-7C5720927CF5}"/>
              </a:ext>
            </a:extLst>
          </p:cNvPr>
          <p:cNvSpPr/>
          <p:nvPr/>
        </p:nvSpPr>
        <p:spPr>
          <a:xfrm>
            <a:off x="3337560" y="2514600"/>
            <a:ext cx="246888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600" b="1">
                <a:solidFill>
                  <a:srgbClr val="1F2933"/>
                </a:solidFill>
                <a:effectLst/>
                <a:latin typeface="Calibri" panose="020F0502020204030204" pitchFamily="34" charset="0"/>
              </a:rPr>
              <a:t>OAuth consent</a:t>
            </a:r>
          </a:p>
          <a:p>
            <a:pPr algn="l">
              <a:buNone/>
            </a:pPr>
            <a:r>
              <a:rPr lang="en-US" sz="100">
                <a:effectLst/>
              </a:rPr>
              <a:t> </a:t>
            </a:r>
            <a:endParaRPr lang="en-US"/>
          </a:p>
        </p:txBody>
      </p:sp>
      <p:sp>
        <p:nvSpPr>
          <p:cNvPr id="1156" name="Rectangle 1155">
            <a:extLst>
              <a:ext uri="{FF2B5EF4-FFF2-40B4-BE49-F238E27FC236}">
                <a16:creationId xmlns:a16="http://schemas.microsoft.com/office/drawing/2014/main" id="{E67C1CD6-E092-78AD-2F65-DDBB1D867DAD}"/>
              </a:ext>
            </a:extLst>
          </p:cNvPr>
          <p:cNvSpPr/>
          <p:nvPr/>
        </p:nvSpPr>
        <p:spPr>
          <a:xfrm>
            <a:off x="3337560" y="2834640"/>
            <a:ext cx="2468880" cy="5486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200">
                <a:solidFill>
                  <a:srgbClr val="52606D"/>
                </a:solidFill>
                <a:effectLst/>
                <a:latin typeface="Calibri" panose="020F0502020204030204" pitchFamily="34" charset="0"/>
              </a:rPr>
              <a:t>grant requested delegated scopes to the application</a:t>
            </a:r>
          </a:p>
          <a:p>
            <a:pPr algn="l">
              <a:buNone/>
            </a:pPr>
            <a:r>
              <a:rPr lang="en-US" sz="100">
                <a:effectLst/>
              </a:rPr>
              <a:t> </a:t>
            </a:r>
            <a:endParaRPr lang="en-US"/>
          </a:p>
        </p:txBody>
      </p:sp>
      <p:sp>
        <p:nvSpPr>
          <p:cNvPr id="1169" name="Rectangle 1168">
            <a:extLst>
              <a:ext uri="{FF2B5EF4-FFF2-40B4-BE49-F238E27FC236}">
                <a16:creationId xmlns:a16="http://schemas.microsoft.com/office/drawing/2014/main" id="{DA6774D9-1DEB-35E5-3754-828A18CD1791}"/>
              </a:ext>
            </a:extLst>
          </p:cNvPr>
          <p:cNvSpPr/>
          <p:nvPr/>
        </p:nvSpPr>
        <p:spPr>
          <a:xfrm>
            <a:off x="6035040" y="1965960"/>
            <a:ext cx="2651760" cy="1554480"/>
          </a:xfrm>
          <a:prstGeom prst="rect">
            <a:avLst/>
          </a:prstGeom>
          <a:solidFill>
            <a:srgbClr val="FFFFFF"/>
          </a:solidFill>
          <a:ln w="9525">
            <a:solidFill>
              <a:srgbClr val="EADCE1"/>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83" name="Oval 1182">
            <a:extLst>
              <a:ext uri="{FF2B5EF4-FFF2-40B4-BE49-F238E27FC236}">
                <a16:creationId xmlns:a16="http://schemas.microsoft.com/office/drawing/2014/main" id="{DFE9556C-4DF2-F72F-1FE2-381C7B53F2BE}"/>
              </a:ext>
            </a:extLst>
          </p:cNvPr>
          <p:cNvSpPr/>
          <p:nvPr/>
        </p:nvSpPr>
        <p:spPr>
          <a:xfrm>
            <a:off x="6217920" y="2057400"/>
            <a:ext cx="365760" cy="365760"/>
          </a:xfrm>
          <a:prstGeom prst="ellipse">
            <a:avLst/>
          </a:prstGeom>
          <a:solidFill>
            <a:srgbClr val="A32B4E"/>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buNone/>
            </a:pPr>
            <a:r>
              <a:rPr lang="en-US" sz="1200" b="1">
                <a:solidFill>
                  <a:srgbClr val="FFFFFF"/>
                </a:solidFill>
                <a:effectLst/>
                <a:latin typeface="Calibri" panose="020F0502020204030204" pitchFamily="34" charset="0"/>
              </a:rPr>
              <a:t>3</a:t>
            </a:r>
          </a:p>
          <a:p>
            <a:pPr algn="ctr">
              <a:buNone/>
            </a:pPr>
            <a:r>
              <a:rPr lang="en-US" sz="100">
                <a:effectLst/>
              </a:rPr>
              <a:t> </a:t>
            </a:r>
            <a:endParaRPr lang="en-US"/>
          </a:p>
        </p:txBody>
      </p:sp>
      <p:sp>
        <p:nvSpPr>
          <p:cNvPr id="1198" name="Rectangle 1197">
            <a:extLst>
              <a:ext uri="{FF2B5EF4-FFF2-40B4-BE49-F238E27FC236}">
                <a16:creationId xmlns:a16="http://schemas.microsoft.com/office/drawing/2014/main" id="{1F53AD05-4817-2144-AFA7-0192B5820C52}"/>
              </a:ext>
            </a:extLst>
          </p:cNvPr>
          <p:cNvSpPr/>
          <p:nvPr/>
        </p:nvSpPr>
        <p:spPr>
          <a:xfrm>
            <a:off x="6126480" y="2514600"/>
            <a:ext cx="246888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600" b="1">
                <a:solidFill>
                  <a:srgbClr val="1F2933"/>
                </a:solidFill>
                <a:effectLst/>
                <a:latin typeface="Calibri" panose="020F0502020204030204" pitchFamily="34" charset="0"/>
              </a:rPr>
              <a:t>Authorization</a:t>
            </a:r>
          </a:p>
          <a:p>
            <a:pPr algn="l">
              <a:buNone/>
            </a:pPr>
            <a:r>
              <a:rPr lang="en-US" sz="100">
                <a:effectLst/>
              </a:rPr>
              <a:t> </a:t>
            </a:r>
            <a:endParaRPr lang="en-US"/>
          </a:p>
        </p:txBody>
      </p:sp>
      <p:sp>
        <p:nvSpPr>
          <p:cNvPr id="1214" name="Rectangle 1213">
            <a:extLst>
              <a:ext uri="{FF2B5EF4-FFF2-40B4-BE49-F238E27FC236}">
                <a16:creationId xmlns:a16="http://schemas.microsoft.com/office/drawing/2014/main" id="{05CB8A4D-DB89-9FD4-76A4-BB0A2651A6D2}"/>
              </a:ext>
            </a:extLst>
          </p:cNvPr>
          <p:cNvSpPr/>
          <p:nvPr/>
        </p:nvSpPr>
        <p:spPr>
          <a:xfrm>
            <a:off x="6126480" y="2834640"/>
            <a:ext cx="2468880" cy="5486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200">
                <a:solidFill>
                  <a:srgbClr val="52606D"/>
                </a:solidFill>
                <a:effectLst/>
                <a:latin typeface="Calibri" panose="020F0502020204030204" pitchFamily="34" charset="0"/>
              </a:rPr>
              <a:t>check principal, role/scope, and document permission</a:t>
            </a:r>
          </a:p>
          <a:p>
            <a:pPr algn="l">
              <a:buNone/>
            </a:pPr>
            <a:r>
              <a:rPr lang="en-US" sz="100">
                <a:effectLst/>
              </a:rPr>
              <a:t> </a:t>
            </a:r>
            <a:endParaRPr lang="en-US"/>
          </a:p>
        </p:txBody>
      </p:sp>
      <p:sp>
        <p:nvSpPr>
          <p:cNvPr id="1231" name="Rectangle 1230">
            <a:extLst>
              <a:ext uri="{FF2B5EF4-FFF2-40B4-BE49-F238E27FC236}">
                <a16:creationId xmlns:a16="http://schemas.microsoft.com/office/drawing/2014/main" id="{69985330-5F73-943D-395A-AE896FACDFFC}"/>
              </a:ext>
            </a:extLst>
          </p:cNvPr>
          <p:cNvSpPr/>
          <p:nvPr/>
        </p:nvSpPr>
        <p:spPr>
          <a:xfrm>
            <a:off x="457200" y="3657600"/>
            <a:ext cx="8229600" cy="731520"/>
          </a:xfrm>
          <a:prstGeom prst="rect">
            <a:avLst/>
          </a:prstGeom>
          <a:solidFill>
            <a:srgbClr val="FBF4F6"/>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49" name="Rectangle 1248">
            <a:extLst>
              <a:ext uri="{FF2B5EF4-FFF2-40B4-BE49-F238E27FC236}">
                <a16:creationId xmlns:a16="http://schemas.microsoft.com/office/drawing/2014/main" id="{D070DA43-BF77-3293-0549-59C4961CD787}"/>
              </a:ext>
            </a:extLst>
          </p:cNvPr>
          <p:cNvSpPr/>
          <p:nvPr/>
        </p:nvSpPr>
        <p:spPr>
          <a:xfrm>
            <a:off x="548640" y="3703320"/>
            <a:ext cx="77724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200" b="1" spc="200">
                <a:solidFill>
                  <a:srgbClr val="A32B4E"/>
                </a:solidFill>
                <a:effectLst/>
                <a:latin typeface="Calibri" panose="020F0502020204030204" pitchFamily="34" charset="0"/>
              </a:rPr>
              <a:t>TOKEN PRESENTATION</a:t>
            </a:r>
          </a:p>
          <a:p>
            <a:pPr algn="l">
              <a:buNone/>
            </a:pPr>
            <a:r>
              <a:rPr lang="en-US" sz="100">
                <a:effectLst/>
              </a:rPr>
              <a:t> </a:t>
            </a:r>
            <a:endParaRPr lang="en-US"/>
          </a:p>
        </p:txBody>
      </p:sp>
      <p:sp>
        <p:nvSpPr>
          <p:cNvPr id="1268" name="Rectangle 1267">
            <a:extLst>
              <a:ext uri="{FF2B5EF4-FFF2-40B4-BE49-F238E27FC236}">
                <a16:creationId xmlns:a16="http://schemas.microsoft.com/office/drawing/2014/main" id="{59A51925-C32B-84A0-5BB2-995BEF8F8580}"/>
              </a:ext>
            </a:extLst>
          </p:cNvPr>
          <p:cNvSpPr/>
          <p:nvPr/>
        </p:nvSpPr>
        <p:spPr>
          <a:xfrm>
            <a:off x="548640" y="3977640"/>
            <a:ext cx="7772400" cy="36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200">
                <a:solidFill>
                  <a:srgbClr val="1F2933"/>
                </a:solidFill>
                <a:effectLst/>
                <a:latin typeface="Calibri" panose="020F0502020204030204" pitchFamily="34" charset="0"/>
              </a:rPr>
              <a:t>The downstream service still authenticates and authorizes the token it receives, for its own audience.</a:t>
            </a:r>
          </a:p>
          <a:p>
            <a:pPr algn="l">
              <a:buNone/>
            </a:pPr>
            <a:r>
              <a:rPr lang="en-US" sz="100">
                <a:effectLst/>
              </a:rPr>
              <a:t> </a:t>
            </a:r>
            <a:endParaRPr lang="en-US"/>
          </a:p>
        </p:txBody>
      </p:sp>
      <p:sp>
        <p:nvSpPr>
          <p:cNvPr id="1288" name="Rectangle 1287">
            <a:extLst>
              <a:ext uri="{FF2B5EF4-FFF2-40B4-BE49-F238E27FC236}">
                <a16:creationId xmlns:a16="http://schemas.microsoft.com/office/drawing/2014/main" id="{35F0DE55-C224-202C-B5A5-CBB3DCDC615D}"/>
              </a:ext>
            </a:extLst>
          </p:cNvPr>
          <p:cNvSpPr/>
          <p:nvPr/>
        </p:nvSpPr>
        <p:spPr>
          <a:xfrm>
            <a:off x="365760" y="4480560"/>
            <a:ext cx="84124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200" i="1">
                <a:solidFill>
                  <a:srgbClr val="52606D"/>
                </a:solidFill>
                <a:effectLst/>
                <a:latin typeface="Calibri" panose="020F0502020204030204" pitchFamily="34" charset="0"/>
              </a:rPr>
              <a:t>An approved, consented call can still be correctly denied.</a:t>
            </a:r>
          </a:p>
          <a:p>
            <a:pPr algn="l">
              <a:buNone/>
            </a:pPr>
            <a:r>
              <a:rPr lang="en-US" sz="100">
                <a:effectLst/>
              </a:rPr>
              <a:t> </a:t>
            </a:r>
            <a:endParaRPr lang="en-US"/>
          </a:p>
        </p:txBody>
      </p:sp>
      <p:sp>
        <p:nvSpPr>
          <p:cNvPr id="1309" name="Rectangle 1308">
            <a:extLst>
              <a:ext uri="{FF2B5EF4-FFF2-40B4-BE49-F238E27FC236}">
                <a16:creationId xmlns:a16="http://schemas.microsoft.com/office/drawing/2014/main" id="{AE94C39B-059D-8FEB-E252-AE8332FC6EB4}"/>
              </a:ext>
            </a:extLst>
          </p:cNvPr>
          <p:cNvSpPr/>
          <p:nvPr/>
        </p:nvSpPr>
        <p:spPr>
          <a:xfrm>
            <a:off x="365760" y="4823460"/>
            <a:ext cx="5669280" cy="2286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200">
                <a:solidFill>
                  <a:srgbClr val="52606D"/>
                </a:solidFill>
                <a:effectLst/>
                <a:latin typeface="Calibri" panose="020F0502020204030204" pitchFamily="34" charset="0"/>
              </a:rPr>
              <a:t>Identity &amp; Security  ·  Microsoft Agent Framework</a:t>
            </a:r>
          </a:p>
          <a:p>
            <a:pPr algn="l">
              <a:buNone/>
            </a:pPr>
            <a:r>
              <a:rPr lang="en-US" sz="100">
                <a:effectLst/>
              </a:rPr>
              <a:t> </a:t>
            </a:r>
            <a:endParaRPr lang="en-US"/>
          </a:p>
        </p:txBody>
      </p:sp>
      <p:sp>
        <p:nvSpPr>
          <p:cNvPr id="1331" name="Rectangle 1330">
            <a:extLst>
              <a:ext uri="{FF2B5EF4-FFF2-40B4-BE49-F238E27FC236}">
                <a16:creationId xmlns:a16="http://schemas.microsoft.com/office/drawing/2014/main" id="{8141DDF1-6BB0-0FC0-3957-7EC5C3943E0E}"/>
              </a:ext>
            </a:extLst>
          </p:cNvPr>
          <p:cNvSpPr/>
          <p:nvPr/>
        </p:nvSpPr>
        <p:spPr>
          <a:xfrm>
            <a:off x="7863840" y="4823460"/>
            <a:ext cx="914400" cy="2286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r">
              <a:buNone/>
            </a:pPr>
            <a:r>
              <a:rPr lang="en-US" sz="1200">
                <a:solidFill>
                  <a:srgbClr val="52606D"/>
                </a:solidFill>
                <a:effectLst/>
                <a:latin typeface="Calibri" panose="020F0502020204030204" pitchFamily="34" charset="0"/>
              </a:rPr>
              <a:t>6 / 9</a:t>
            </a:r>
          </a:p>
          <a:p>
            <a:pPr algn="r">
              <a:buNone/>
            </a:pPr>
            <a:r>
              <a:rPr lang="en-US" sz="100">
                <a:effectLst/>
              </a:rPr>
              <a:t> </a:t>
            </a:r>
            <a:endParaRPr lang="en-US"/>
          </a:p>
        </p:txBody>
      </p:sp>
    </p:spTree>
    <p:extLst>
      <p:ext uri="{BB962C8B-B14F-4D97-AF65-F5344CB8AC3E}">
        <p14:creationId xmlns:p14="http://schemas.microsoft.com/office/powerpoint/2010/main" val="13883763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2" name="Rectangle 1331">
            <a:extLst>
              <a:ext uri="{FF2B5EF4-FFF2-40B4-BE49-F238E27FC236}">
                <a16:creationId xmlns:a16="http://schemas.microsoft.com/office/drawing/2014/main" id="{AC9779E7-C865-FD8A-9BFE-D2D59BB8B64A}"/>
              </a:ext>
            </a:extLst>
          </p:cNvPr>
          <p:cNvSpPr/>
          <p:nvPr/>
        </p:nvSpPr>
        <p:spPr>
          <a:xfrm>
            <a:off x="365760" y="292608"/>
            <a:ext cx="84124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200" b="1" spc="400">
                <a:solidFill>
                  <a:srgbClr val="A32B4E"/>
                </a:solidFill>
                <a:effectLst/>
                <a:latin typeface="Calibri" panose="020F0502020204030204" pitchFamily="34" charset="0"/>
              </a:rPr>
              <a:t>TWO MORE BOUNDARIES</a:t>
            </a:r>
          </a:p>
          <a:p>
            <a:pPr algn="l">
              <a:buNone/>
            </a:pPr>
            <a:r>
              <a:rPr lang="en-US" sz="100">
                <a:effectLst/>
              </a:rPr>
              <a:t> </a:t>
            </a:r>
            <a:endParaRPr lang="en-US"/>
          </a:p>
        </p:txBody>
      </p:sp>
      <p:sp>
        <p:nvSpPr>
          <p:cNvPr id="1334" name="Rectangle 1333">
            <a:extLst>
              <a:ext uri="{FF2B5EF4-FFF2-40B4-BE49-F238E27FC236}">
                <a16:creationId xmlns:a16="http://schemas.microsoft.com/office/drawing/2014/main" id="{B9B122F3-C4EE-C162-292A-623EC8DF6099}"/>
              </a:ext>
            </a:extLst>
          </p:cNvPr>
          <p:cNvSpPr/>
          <p:nvPr/>
        </p:nvSpPr>
        <p:spPr>
          <a:xfrm>
            <a:off x="365760" y="566928"/>
            <a:ext cx="841248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2800" b="1">
                <a:solidFill>
                  <a:srgbClr val="1F2933"/>
                </a:solidFill>
                <a:effectLst/>
                <a:latin typeface="Calibri" panose="020F0502020204030204" pitchFamily="34" charset="0"/>
              </a:rPr>
              <a:t>Session state and documents need their own checks</a:t>
            </a:r>
          </a:p>
          <a:p>
            <a:pPr algn="l">
              <a:buNone/>
            </a:pPr>
            <a:r>
              <a:rPr lang="en-US" sz="100">
                <a:effectLst/>
              </a:rPr>
              <a:t> </a:t>
            </a:r>
            <a:endParaRPr lang="en-US"/>
          </a:p>
        </p:txBody>
      </p:sp>
      <p:sp>
        <p:nvSpPr>
          <p:cNvPr id="1337" name="Rectangle 1336">
            <a:extLst>
              <a:ext uri="{FF2B5EF4-FFF2-40B4-BE49-F238E27FC236}">
                <a16:creationId xmlns:a16="http://schemas.microsoft.com/office/drawing/2014/main" id="{67F1CA36-6B4F-6D0D-C84F-BCFEDEEFB871}"/>
              </a:ext>
            </a:extLst>
          </p:cNvPr>
          <p:cNvSpPr/>
          <p:nvPr/>
        </p:nvSpPr>
        <p:spPr>
          <a:xfrm>
            <a:off x="457200" y="1225296"/>
            <a:ext cx="731520" cy="25400"/>
          </a:xfrm>
          <a:prstGeom prst="rect">
            <a:avLst/>
          </a:prstGeom>
          <a:solidFill>
            <a:srgbClr val="A32B4E"/>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41" name="Rectangle 1340">
            <a:extLst>
              <a:ext uri="{FF2B5EF4-FFF2-40B4-BE49-F238E27FC236}">
                <a16:creationId xmlns:a16="http://schemas.microsoft.com/office/drawing/2014/main" id="{224952A2-3764-C596-7F87-64FFE95D1C31}"/>
              </a:ext>
            </a:extLst>
          </p:cNvPr>
          <p:cNvSpPr/>
          <p:nvPr/>
        </p:nvSpPr>
        <p:spPr>
          <a:xfrm>
            <a:off x="365760" y="1417320"/>
            <a:ext cx="8412480" cy="36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300">
                <a:solidFill>
                  <a:srgbClr val="52606D"/>
                </a:solidFill>
                <a:effectLst/>
                <a:latin typeface="Calibri" panose="020F0502020204030204" pitchFamily="34" charset="0"/>
              </a:rPr>
              <a:t>An identifier locates something; it never proves you are allowed to have it.</a:t>
            </a:r>
          </a:p>
          <a:p>
            <a:pPr algn="l">
              <a:buNone/>
            </a:pPr>
            <a:r>
              <a:rPr lang="en-US" sz="100">
                <a:effectLst/>
              </a:rPr>
              <a:t> </a:t>
            </a:r>
            <a:endParaRPr lang="en-US"/>
          </a:p>
        </p:txBody>
      </p:sp>
      <p:sp>
        <p:nvSpPr>
          <p:cNvPr id="1346" name="Rectangle 1345">
            <a:extLst>
              <a:ext uri="{FF2B5EF4-FFF2-40B4-BE49-F238E27FC236}">
                <a16:creationId xmlns:a16="http://schemas.microsoft.com/office/drawing/2014/main" id="{358110A9-F9D9-F439-79DE-5B1CBAD71882}"/>
              </a:ext>
            </a:extLst>
          </p:cNvPr>
          <p:cNvSpPr/>
          <p:nvPr/>
        </p:nvSpPr>
        <p:spPr>
          <a:xfrm>
            <a:off x="457200" y="1965960"/>
            <a:ext cx="3977640" cy="2423160"/>
          </a:xfrm>
          <a:prstGeom prst="rect">
            <a:avLst/>
          </a:prstGeom>
          <a:solidFill>
            <a:srgbClr val="FFFFFF"/>
          </a:solidFill>
          <a:ln w="9525">
            <a:solidFill>
              <a:srgbClr val="EADCE1"/>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52" name="Rectangle 1351">
            <a:extLst>
              <a:ext uri="{FF2B5EF4-FFF2-40B4-BE49-F238E27FC236}">
                <a16:creationId xmlns:a16="http://schemas.microsoft.com/office/drawing/2014/main" id="{64C6A00A-24A8-7454-35AC-EE27EC4F6428}"/>
              </a:ext>
            </a:extLst>
          </p:cNvPr>
          <p:cNvSpPr/>
          <p:nvPr/>
        </p:nvSpPr>
        <p:spPr>
          <a:xfrm>
            <a:off x="1005840" y="2057400"/>
            <a:ext cx="292608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200" b="1" spc="200">
                <a:solidFill>
                  <a:srgbClr val="A32B4E"/>
                </a:solidFill>
                <a:effectLst/>
                <a:latin typeface="Calibri" panose="020F0502020204030204" pitchFamily="34" charset="0"/>
              </a:rPr>
              <a:t>01</a:t>
            </a:r>
          </a:p>
          <a:p>
            <a:pPr algn="l">
              <a:buNone/>
            </a:pPr>
            <a:r>
              <a:rPr lang="en-US" sz="100">
                <a:effectLst/>
              </a:rPr>
              <a:t> </a:t>
            </a:r>
            <a:endParaRPr lang="en-US"/>
          </a:p>
        </p:txBody>
      </p:sp>
      <p:sp>
        <p:nvSpPr>
          <p:cNvPr id="1359" name="Rectangle 1358">
            <a:extLst>
              <a:ext uri="{FF2B5EF4-FFF2-40B4-BE49-F238E27FC236}">
                <a16:creationId xmlns:a16="http://schemas.microsoft.com/office/drawing/2014/main" id="{EA8E42C2-66B0-0608-A279-623DD6A6E6B7}"/>
              </a:ext>
            </a:extLst>
          </p:cNvPr>
          <p:cNvSpPr/>
          <p:nvPr/>
        </p:nvSpPr>
        <p:spPr>
          <a:xfrm>
            <a:off x="594360" y="2423160"/>
            <a:ext cx="374904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800" b="1">
                <a:solidFill>
                  <a:srgbClr val="1F2933"/>
                </a:solidFill>
                <a:effectLst/>
                <a:latin typeface="Calibri" panose="020F0502020204030204" pitchFamily="34" charset="0"/>
              </a:rPr>
              <a:t>Session continuation</a:t>
            </a:r>
          </a:p>
          <a:p>
            <a:pPr algn="l">
              <a:buNone/>
            </a:pPr>
            <a:r>
              <a:rPr lang="en-US" sz="100">
                <a:effectLst/>
              </a:rPr>
              <a:t> </a:t>
            </a:r>
            <a:endParaRPr lang="en-US"/>
          </a:p>
        </p:txBody>
      </p:sp>
      <p:sp>
        <p:nvSpPr>
          <p:cNvPr id="1367" name="Rectangle 1366">
            <a:extLst>
              <a:ext uri="{FF2B5EF4-FFF2-40B4-BE49-F238E27FC236}">
                <a16:creationId xmlns:a16="http://schemas.microsoft.com/office/drawing/2014/main" id="{F8805200-6289-9C15-CC65-00BF997E7E34}"/>
              </a:ext>
            </a:extLst>
          </p:cNvPr>
          <p:cNvSpPr/>
          <p:nvPr/>
        </p:nvSpPr>
        <p:spPr>
          <a:xfrm>
            <a:off x="685800" y="2743200"/>
            <a:ext cx="3566160" cy="9525"/>
          </a:xfrm>
          <a:prstGeom prst="rect">
            <a:avLst/>
          </a:prstGeom>
          <a:solidFill>
            <a:srgbClr val="EADCE1"/>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76" name="Rectangle 1375">
            <a:extLst>
              <a:ext uri="{FF2B5EF4-FFF2-40B4-BE49-F238E27FC236}">
                <a16:creationId xmlns:a16="http://schemas.microsoft.com/office/drawing/2014/main" id="{887921AA-2D91-1747-3B3D-DCEBE48218FE}"/>
              </a:ext>
            </a:extLst>
          </p:cNvPr>
          <p:cNvSpPr/>
          <p:nvPr/>
        </p:nvSpPr>
        <p:spPr>
          <a:xfrm>
            <a:off x="594360" y="2834640"/>
            <a:ext cx="3749040" cy="4114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200">
                <a:solidFill>
                  <a:srgbClr val="1F2933"/>
                </a:solidFill>
                <a:effectLst/>
                <a:latin typeface="Calibri" panose="020F0502020204030204" pitchFamily="34" charset="0"/>
              </a:rPr>
              <a:t>An ID locates state; it does not prove ownership</a:t>
            </a:r>
          </a:p>
          <a:p>
            <a:pPr algn="l">
              <a:buNone/>
            </a:pPr>
            <a:r>
              <a:rPr lang="en-US" sz="100">
                <a:effectLst/>
              </a:rPr>
              <a:t> </a:t>
            </a:r>
            <a:endParaRPr lang="en-US"/>
          </a:p>
        </p:txBody>
      </p:sp>
      <p:sp>
        <p:nvSpPr>
          <p:cNvPr id="1386" name="Rectangle 1385">
            <a:extLst>
              <a:ext uri="{FF2B5EF4-FFF2-40B4-BE49-F238E27FC236}">
                <a16:creationId xmlns:a16="http://schemas.microsoft.com/office/drawing/2014/main" id="{82FD11A9-66D0-D4E6-88BD-64FE7A9E0D27}"/>
              </a:ext>
            </a:extLst>
          </p:cNvPr>
          <p:cNvSpPr/>
          <p:nvPr/>
        </p:nvSpPr>
        <p:spPr>
          <a:xfrm>
            <a:off x="594360" y="3337560"/>
            <a:ext cx="3749040" cy="5486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200">
                <a:solidFill>
                  <a:srgbClr val="1F2933"/>
                </a:solidFill>
                <a:effectLst/>
                <a:latin typeface="Calibri" panose="020F0502020204030204" pitchFamily="34" charset="0"/>
              </a:rPr>
              <a:t>Authenticate the caller, authorize the reference, then load tenant/user/workspace state</a:t>
            </a:r>
          </a:p>
          <a:p>
            <a:pPr algn="l">
              <a:buNone/>
            </a:pPr>
            <a:r>
              <a:rPr lang="en-US" sz="100">
                <a:effectLst/>
              </a:rPr>
              <a:t> </a:t>
            </a:r>
            <a:endParaRPr lang="en-US"/>
          </a:p>
        </p:txBody>
      </p:sp>
      <p:sp>
        <p:nvSpPr>
          <p:cNvPr id="1397" name="Rectangle 1396">
            <a:extLst>
              <a:ext uri="{FF2B5EF4-FFF2-40B4-BE49-F238E27FC236}">
                <a16:creationId xmlns:a16="http://schemas.microsoft.com/office/drawing/2014/main" id="{37199013-2A09-DC79-FCE6-5A8FECF583CC}"/>
              </a:ext>
            </a:extLst>
          </p:cNvPr>
          <p:cNvSpPr/>
          <p:nvPr/>
        </p:nvSpPr>
        <p:spPr>
          <a:xfrm>
            <a:off x="4709160" y="1965960"/>
            <a:ext cx="3977640" cy="2423160"/>
          </a:xfrm>
          <a:prstGeom prst="rect">
            <a:avLst/>
          </a:prstGeom>
          <a:solidFill>
            <a:srgbClr val="FFFFFF"/>
          </a:solidFill>
          <a:ln w="9525">
            <a:solidFill>
              <a:srgbClr val="EADCE1"/>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09" name="Rectangle 1408">
            <a:extLst>
              <a:ext uri="{FF2B5EF4-FFF2-40B4-BE49-F238E27FC236}">
                <a16:creationId xmlns:a16="http://schemas.microsoft.com/office/drawing/2014/main" id="{C5F078BF-AC36-BA52-E758-74D396BB0CC4}"/>
              </a:ext>
            </a:extLst>
          </p:cNvPr>
          <p:cNvSpPr/>
          <p:nvPr/>
        </p:nvSpPr>
        <p:spPr>
          <a:xfrm>
            <a:off x="5257800" y="2057400"/>
            <a:ext cx="292608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200" b="1" spc="200">
                <a:solidFill>
                  <a:srgbClr val="A32B4E"/>
                </a:solidFill>
                <a:effectLst/>
                <a:latin typeface="Calibri" panose="020F0502020204030204" pitchFamily="34" charset="0"/>
              </a:rPr>
              <a:t>02</a:t>
            </a:r>
          </a:p>
          <a:p>
            <a:pPr algn="l">
              <a:buNone/>
            </a:pPr>
            <a:r>
              <a:rPr lang="en-US" sz="100">
                <a:effectLst/>
              </a:rPr>
              <a:t> </a:t>
            </a:r>
            <a:endParaRPr lang="en-US"/>
          </a:p>
        </p:txBody>
      </p:sp>
      <p:sp>
        <p:nvSpPr>
          <p:cNvPr id="1422" name="Rectangle 1421">
            <a:extLst>
              <a:ext uri="{FF2B5EF4-FFF2-40B4-BE49-F238E27FC236}">
                <a16:creationId xmlns:a16="http://schemas.microsoft.com/office/drawing/2014/main" id="{BB218CBE-465B-F925-F85F-DA614CB7C643}"/>
              </a:ext>
            </a:extLst>
          </p:cNvPr>
          <p:cNvSpPr/>
          <p:nvPr/>
        </p:nvSpPr>
        <p:spPr>
          <a:xfrm>
            <a:off x="4846320" y="2423160"/>
            <a:ext cx="374904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800" b="1">
                <a:solidFill>
                  <a:srgbClr val="1F2933"/>
                </a:solidFill>
                <a:effectLst/>
                <a:latin typeface="Calibri" panose="020F0502020204030204" pitchFamily="34" charset="0"/>
              </a:rPr>
              <a:t>Document retrieval</a:t>
            </a:r>
          </a:p>
          <a:p>
            <a:pPr algn="l">
              <a:buNone/>
            </a:pPr>
            <a:r>
              <a:rPr lang="en-US" sz="100">
                <a:effectLst/>
              </a:rPr>
              <a:t> </a:t>
            </a:r>
            <a:endParaRPr lang="en-US"/>
          </a:p>
        </p:txBody>
      </p:sp>
      <p:sp>
        <p:nvSpPr>
          <p:cNvPr id="1436" name="Rectangle 1435">
            <a:extLst>
              <a:ext uri="{FF2B5EF4-FFF2-40B4-BE49-F238E27FC236}">
                <a16:creationId xmlns:a16="http://schemas.microsoft.com/office/drawing/2014/main" id="{26DBFDA6-61EC-D711-1BD4-9BFAE3495356}"/>
              </a:ext>
            </a:extLst>
          </p:cNvPr>
          <p:cNvSpPr/>
          <p:nvPr/>
        </p:nvSpPr>
        <p:spPr>
          <a:xfrm>
            <a:off x="4937760" y="2743200"/>
            <a:ext cx="3566160" cy="9525"/>
          </a:xfrm>
          <a:prstGeom prst="rect">
            <a:avLst/>
          </a:prstGeom>
          <a:solidFill>
            <a:srgbClr val="EADCE1"/>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51" name="Rectangle 1450">
            <a:extLst>
              <a:ext uri="{FF2B5EF4-FFF2-40B4-BE49-F238E27FC236}">
                <a16:creationId xmlns:a16="http://schemas.microsoft.com/office/drawing/2014/main" id="{E8D9B262-FC5A-D853-58C9-93227C0DDED8}"/>
              </a:ext>
            </a:extLst>
          </p:cNvPr>
          <p:cNvSpPr/>
          <p:nvPr/>
        </p:nvSpPr>
        <p:spPr>
          <a:xfrm>
            <a:off x="4846320" y="2834640"/>
            <a:ext cx="3749040" cy="5029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200">
                <a:solidFill>
                  <a:srgbClr val="1F2933"/>
                </a:solidFill>
                <a:effectLst/>
                <a:latin typeface="Calibri" panose="020F0502020204030204" pitchFamily="34" charset="0"/>
              </a:rPr>
              <a:t>Project or index access does not authorize every document</a:t>
            </a:r>
          </a:p>
          <a:p>
            <a:pPr algn="l">
              <a:buNone/>
            </a:pPr>
            <a:r>
              <a:rPr lang="en-US" sz="100">
                <a:effectLst/>
              </a:rPr>
              <a:t> </a:t>
            </a:r>
            <a:endParaRPr lang="en-US"/>
          </a:p>
        </p:txBody>
      </p:sp>
      <p:sp>
        <p:nvSpPr>
          <p:cNvPr id="1467" name="Rectangle 1466">
            <a:extLst>
              <a:ext uri="{FF2B5EF4-FFF2-40B4-BE49-F238E27FC236}">
                <a16:creationId xmlns:a16="http://schemas.microsoft.com/office/drawing/2014/main" id="{E82335FF-B431-6685-3D6E-771932A3790C}"/>
              </a:ext>
            </a:extLst>
          </p:cNvPr>
          <p:cNvSpPr/>
          <p:nvPr/>
        </p:nvSpPr>
        <p:spPr>
          <a:xfrm>
            <a:off x="4846320" y="3337560"/>
            <a:ext cx="3749040" cy="5029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200">
                <a:solidFill>
                  <a:srgbClr val="1F2933"/>
                </a:solidFill>
                <a:effectLst/>
                <a:latin typeface="Calibri" panose="020F0502020204030204" pitchFamily="34" charset="0"/>
              </a:rPr>
              <a:t>Carry user/group permissions into query-time filtering and projected chunks</a:t>
            </a:r>
          </a:p>
          <a:p>
            <a:pPr algn="l">
              <a:buNone/>
            </a:pPr>
            <a:r>
              <a:rPr lang="en-US" sz="100">
                <a:effectLst/>
              </a:rPr>
              <a:t> </a:t>
            </a:r>
            <a:endParaRPr lang="en-US"/>
          </a:p>
        </p:txBody>
      </p:sp>
      <p:sp>
        <p:nvSpPr>
          <p:cNvPr id="1484" name="Rectangle 1483">
            <a:extLst>
              <a:ext uri="{FF2B5EF4-FFF2-40B4-BE49-F238E27FC236}">
                <a16:creationId xmlns:a16="http://schemas.microsoft.com/office/drawing/2014/main" id="{01D5DCFC-DADF-7CAD-FBD7-81F61EEBAFEF}"/>
              </a:ext>
            </a:extLst>
          </p:cNvPr>
          <p:cNvSpPr/>
          <p:nvPr/>
        </p:nvSpPr>
        <p:spPr>
          <a:xfrm>
            <a:off x="4846320" y="3840480"/>
            <a:ext cx="3749040" cy="630021"/>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200">
                <a:solidFill>
                  <a:srgbClr val="1F2933"/>
                </a:solidFill>
                <a:effectLst/>
                <a:latin typeface="Calibri" panose="020F0502020204030204" pitchFamily="34" charset="0"/>
              </a:rPr>
              <a:t>Choose security filters or supported native ACL/RBAC enforcement (preview)</a:t>
            </a:r>
          </a:p>
          <a:p>
            <a:pPr algn="l">
              <a:buNone/>
            </a:pPr>
            <a:r>
              <a:rPr lang="en-US" sz="100">
                <a:effectLst/>
              </a:rPr>
              <a:t> </a:t>
            </a:r>
            <a:endParaRPr lang="en-US"/>
          </a:p>
        </p:txBody>
      </p:sp>
      <p:sp>
        <p:nvSpPr>
          <p:cNvPr id="1502" name="Rectangle 1501">
            <a:extLst>
              <a:ext uri="{FF2B5EF4-FFF2-40B4-BE49-F238E27FC236}">
                <a16:creationId xmlns:a16="http://schemas.microsoft.com/office/drawing/2014/main" id="{39A306DF-FBC6-967B-7485-A8D77AADE000}"/>
              </a:ext>
            </a:extLst>
          </p:cNvPr>
          <p:cNvSpPr/>
          <p:nvPr/>
        </p:nvSpPr>
        <p:spPr>
          <a:xfrm>
            <a:off x="365760" y="4480560"/>
            <a:ext cx="84124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200" i="1">
                <a:solidFill>
                  <a:srgbClr val="52606D"/>
                </a:solidFill>
                <a:effectLst/>
                <a:latin typeface="Calibri" panose="020F0502020204030204" pitchFamily="34" charset="0"/>
              </a:rPr>
              <a:t>Permission metadata must survive chunking and stay refreshed.</a:t>
            </a:r>
          </a:p>
          <a:p>
            <a:pPr algn="l">
              <a:buNone/>
            </a:pPr>
            <a:r>
              <a:rPr lang="en-US" sz="100">
                <a:effectLst/>
              </a:rPr>
              <a:t> </a:t>
            </a:r>
            <a:endParaRPr lang="en-US"/>
          </a:p>
        </p:txBody>
      </p:sp>
      <p:sp>
        <p:nvSpPr>
          <p:cNvPr id="1521" name="Rectangle 1520">
            <a:extLst>
              <a:ext uri="{FF2B5EF4-FFF2-40B4-BE49-F238E27FC236}">
                <a16:creationId xmlns:a16="http://schemas.microsoft.com/office/drawing/2014/main" id="{D58FC331-CCDF-BA8C-90DA-6FCC5B10D907}"/>
              </a:ext>
            </a:extLst>
          </p:cNvPr>
          <p:cNvSpPr/>
          <p:nvPr/>
        </p:nvSpPr>
        <p:spPr>
          <a:xfrm>
            <a:off x="365760" y="4823460"/>
            <a:ext cx="5669280" cy="2286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200">
                <a:solidFill>
                  <a:srgbClr val="52606D"/>
                </a:solidFill>
                <a:effectLst/>
                <a:latin typeface="Calibri" panose="020F0502020204030204" pitchFamily="34" charset="0"/>
              </a:rPr>
              <a:t>Identity &amp; Security  ·  Microsoft Agent Framework</a:t>
            </a:r>
          </a:p>
          <a:p>
            <a:pPr algn="l">
              <a:buNone/>
            </a:pPr>
            <a:r>
              <a:rPr lang="en-US" sz="100">
                <a:effectLst/>
              </a:rPr>
              <a:t> </a:t>
            </a:r>
            <a:endParaRPr lang="en-US"/>
          </a:p>
        </p:txBody>
      </p:sp>
      <p:sp>
        <p:nvSpPr>
          <p:cNvPr id="1541" name="Rectangle 1540">
            <a:extLst>
              <a:ext uri="{FF2B5EF4-FFF2-40B4-BE49-F238E27FC236}">
                <a16:creationId xmlns:a16="http://schemas.microsoft.com/office/drawing/2014/main" id="{C407EC9B-4811-B5E5-17F3-7AD117E0F018}"/>
              </a:ext>
            </a:extLst>
          </p:cNvPr>
          <p:cNvSpPr/>
          <p:nvPr/>
        </p:nvSpPr>
        <p:spPr>
          <a:xfrm>
            <a:off x="7863840" y="4823460"/>
            <a:ext cx="914400" cy="2286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r">
              <a:buNone/>
            </a:pPr>
            <a:r>
              <a:rPr lang="en-US" sz="1200">
                <a:solidFill>
                  <a:srgbClr val="52606D"/>
                </a:solidFill>
                <a:effectLst/>
                <a:latin typeface="Calibri" panose="020F0502020204030204" pitchFamily="34" charset="0"/>
              </a:rPr>
              <a:t>7 / 9</a:t>
            </a:r>
          </a:p>
          <a:p>
            <a:pPr algn="r">
              <a:buNone/>
            </a:pPr>
            <a:r>
              <a:rPr lang="en-US" sz="100">
                <a:effectLst/>
              </a:rPr>
              <a:t> </a:t>
            </a:r>
            <a:endParaRPr lang="en-US"/>
          </a:p>
        </p:txBody>
      </p:sp>
      <p:pic>
        <p:nvPicPr>
          <p:cNvPr id="1542" name="Picture 1541" descr="working/ic2/i4.png">
            <a:extLst>
              <a:ext uri="{FF2B5EF4-FFF2-40B4-BE49-F238E27FC236}">
                <a16:creationId xmlns:a16="http://schemas.microsoft.com/office/drawing/2014/main" id="{2F47C42D-F26D-1BAF-3D4E-9F7D7C1B7683}"/>
              </a:ext>
            </a:extLst>
          </p:cNvPr>
          <p:cNvPicPr>
            <a:picLocks noChangeAspect="1"/>
          </p:cNvPicPr>
          <p:nvPr/>
        </p:nvPicPr>
        <p:blipFill>
          <a:blip r:embed="rId3"/>
          <a:stretch>
            <a:fillRect/>
          </a:stretch>
        </p:blipFill>
        <p:spPr>
          <a:xfrm>
            <a:off x="685800" y="2057400"/>
            <a:ext cx="320040" cy="320040"/>
          </a:xfrm>
          <a:prstGeom prst="rect">
            <a:avLst/>
          </a:prstGeom>
        </p:spPr>
      </p:pic>
      <p:pic>
        <p:nvPicPr>
          <p:cNvPr id="1543" name="Picture 1542" descr="working/ic2/i3.png">
            <a:extLst>
              <a:ext uri="{FF2B5EF4-FFF2-40B4-BE49-F238E27FC236}">
                <a16:creationId xmlns:a16="http://schemas.microsoft.com/office/drawing/2014/main" id="{80F3D98C-B7C0-4885-83DF-1AABD3F01465}"/>
              </a:ext>
            </a:extLst>
          </p:cNvPr>
          <p:cNvPicPr>
            <a:picLocks noChangeAspect="1"/>
          </p:cNvPicPr>
          <p:nvPr/>
        </p:nvPicPr>
        <p:blipFill>
          <a:blip r:embed="rId4"/>
          <a:stretch>
            <a:fillRect/>
          </a:stretch>
        </p:blipFill>
        <p:spPr>
          <a:xfrm>
            <a:off x="4937760" y="2057400"/>
            <a:ext cx="320040" cy="320040"/>
          </a:xfrm>
          <a:prstGeom prst="rect">
            <a:avLst/>
          </a:prstGeom>
        </p:spPr>
      </p:pic>
    </p:spTree>
    <p:extLst>
      <p:ext uri="{BB962C8B-B14F-4D97-AF65-F5344CB8AC3E}">
        <p14:creationId xmlns:p14="http://schemas.microsoft.com/office/powerpoint/2010/main" val="2104749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44" name="Rectangle 1543">
            <a:extLst>
              <a:ext uri="{FF2B5EF4-FFF2-40B4-BE49-F238E27FC236}">
                <a16:creationId xmlns:a16="http://schemas.microsoft.com/office/drawing/2014/main" id="{313594AB-1975-392E-53B8-3E4A794B47ED}"/>
              </a:ext>
            </a:extLst>
          </p:cNvPr>
          <p:cNvSpPr/>
          <p:nvPr/>
        </p:nvSpPr>
        <p:spPr>
          <a:xfrm>
            <a:off x="365760" y="292608"/>
            <a:ext cx="84124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200" b="1" spc="400">
                <a:solidFill>
                  <a:srgbClr val="A32B4E"/>
                </a:solidFill>
                <a:effectLst/>
                <a:latin typeface="Calibri" panose="020F0502020204030204" pitchFamily="34" charset="0"/>
              </a:rPr>
              <a:t>LIVE DEMO  ·  ~7 MIN</a:t>
            </a:r>
          </a:p>
          <a:p>
            <a:pPr algn="l">
              <a:buNone/>
            </a:pPr>
            <a:r>
              <a:rPr lang="en-US" sz="100">
                <a:effectLst/>
              </a:rPr>
              <a:t> </a:t>
            </a:r>
            <a:endParaRPr lang="en-US"/>
          </a:p>
        </p:txBody>
      </p:sp>
      <p:sp>
        <p:nvSpPr>
          <p:cNvPr id="1546" name="Rectangle 1545">
            <a:extLst>
              <a:ext uri="{FF2B5EF4-FFF2-40B4-BE49-F238E27FC236}">
                <a16:creationId xmlns:a16="http://schemas.microsoft.com/office/drawing/2014/main" id="{2F634D43-122F-D984-045A-63DF01C90909}"/>
              </a:ext>
            </a:extLst>
          </p:cNvPr>
          <p:cNvSpPr/>
          <p:nvPr/>
        </p:nvSpPr>
        <p:spPr>
          <a:xfrm>
            <a:off x="365760" y="566928"/>
            <a:ext cx="841248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2800" b="1">
                <a:solidFill>
                  <a:srgbClr val="1F2933"/>
                </a:solidFill>
                <a:effectLst/>
                <a:latin typeface="Calibri" panose="020F0502020204030204" pitchFamily="34" charset="0"/>
              </a:rPr>
              <a:t>An approved action can still be denied</a:t>
            </a:r>
          </a:p>
          <a:p>
            <a:pPr algn="l">
              <a:buNone/>
            </a:pPr>
            <a:r>
              <a:rPr lang="en-US" sz="100">
                <a:effectLst/>
              </a:rPr>
              <a:t> </a:t>
            </a:r>
            <a:endParaRPr lang="en-US"/>
          </a:p>
        </p:txBody>
      </p:sp>
      <p:sp>
        <p:nvSpPr>
          <p:cNvPr id="1549" name="Rectangle 1548">
            <a:extLst>
              <a:ext uri="{FF2B5EF4-FFF2-40B4-BE49-F238E27FC236}">
                <a16:creationId xmlns:a16="http://schemas.microsoft.com/office/drawing/2014/main" id="{A2E8CA39-7794-AFA6-970F-9CEC248EFF3A}"/>
              </a:ext>
            </a:extLst>
          </p:cNvPr>
          <p:cNvSpPr/>
          <p:nvPr/>
        </p:nvSpPr>
        <p:spPr>
          <a:xfrm>
            <a:off x="457200" y="1225296"/>
            <a:ext cx="731520" cy="25400"/>
          </a:xfrm>
          <a:prstGeom prst="rect">
            <a:avLst/>
          </a:prstGeom>
          <a:solidFill>
            <a:srgbClr val="A32B4E"/>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53" name="Rectangle 1552">
            <a:extLst>
              <a:ext uri="{FF2B5EF4-FFF2-40B4-BE49-F238E27FC236}">
                <a16:creationId xmlns:a16="http://schemas.microsoft.com/office/drawing/2014/main" id="{716797DB-9A5C-429D-E9F4-D76AB490E052}"/>
              </a:ext>
            </a:extLst>
          </p:cNvPr>
          <p:cNvSpPr/>
          <p:nvPr/>
        </p:nvSpPr>
        <p:spPr>
          <a:xfrm>
            <a:off x="365760" y="1417320"/>
            <a:ext cx="8412480" cy="36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300">
                <a:solidFill>
                  <a:srgbClr val="52606D"/>
                </a:solidFill>
                <a:effectLst/>
                <a:latin typeface="Calibri" panose="020F0502020204030204" pitchFamily="34" charset="0"/>
              </a:rPr>
              <a:t>Trace Alice and Bob through the same reference documentation agent.</a:t>
            </a:r>
          </a:p>
          <a:p>
            <a:pPr algn="l">
              <a:buNone/>
            </a:pPr>
            <a:r>
              <a:rPr lang="en-US" sz="100">
                <a:effectLst/>
              </a:rPr>
              <a:t> </a:t>
            </a:r>
            <a:endParaRPr lang="en-US"/>
          </a:p>
        </p:txBody>
      </p:sp>
      <p:sp>
        <p:nvSpPr>
          <p:cNvPr id="1558" name="Rectangle 1557">
            <a:extLst>
              <a:ext uri="{FF2B5EF4-FFF2-40B4-BE49-F238E27FC236}">
                <a16:creationId xmlns:a16="http://schemas.microsoft.com/office/drawing/2014/main" id="{C332CE3E-D76E-44E3-3D8A-F5DBC1E3E93C}"/>
              </a:ext>
            </a:extLst>
          </p:cNvPr>
          <p:cNvSpPr/>
          <p:nvPr/>
        </p:nvSpPr>
        <p:spPr>
          <a:xfrm>
            <a:off x="457200" y="1965960"/>
            <a:ext cx="4663440" cy="2423160"/>
          </a:xfrm>
          <a:prstGeom prst="rect">
            <a:avLst/>
          </a:prstGeom>
          <a:solidFill>
            <a:srgbClr val="FFFFFF"/>
          </a:solidFill>
          <a:ln w="9525">
            <a:solidFill>
              <a:srgbClr val="EADCE1"/>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64" name="Rectangle 1563">
            <a:extLst>
              <a:ext uri="{FF2B5EF4-FFF2-40B4-BE49-F238E27FC236}">
                <a16:creationId xmlns:a16="http://schemas.microsoft.com/office/drawing/2014/main" id="{F91B6187-A51E-6219-A8F1-B634E9A5E605}"/>
              </a:ext>
            </a:extLst>
          </p:cNvPr>
          <p:cNvSpPr/>
          <p:nvPr/>
        </p:nvSpPr>
        <p:spPr>
          <a:xfrm>
            <a:off x="548640" y="2423160"/>
            <a:ext cx="41148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200" b="1" spc="200">
                <a:solidFill>
                  <a:srgbClr val="A32B4E"/>
                </a:solidFill>
                <a:effectLst/>
                <a:latin typeface="Calibri" panose="020F0502020204030204" pitchFamily="34" charset="0"/>
              </a:rPr>
              <a:t>THE SCENARIO</a:t>
            </a:r>
          </a:p>
          <a:p>
            <a:pPr algn="l">
              <a:buNone/>
            </a:pPr>
            <a:r>
              <a:rPr lang="en-US" sz="100">
                <a:effectLst/>
              </a:rPr>
              <a:t> </a:t>
            </a:r>
            <a:endParaRPr lang="en-US"/>
          </a:p>
        </p:txBody>
      </p:sp>
      <p:sp>
        <p:nvSpPr>
          <p:cNvPr id="1571" name="Rectangle 1570">
            <a:extLst>
              <a:ext uri="{FF2B5EF4-FFF2-40B4-BE49-F238E27FC236}">
                <a16:creationId xmlns:a16="http://schemas.microsoft.com/office/drawing/2014/main" id="{0F5E002D-70E4-F52A-D231-76E0F5EF463D}"/>
              </a:ext>
            </a:extLst>
          </p:cNvPr>
          <p:cNvSpPr/>
          <p:nvPr/>
        </p:nvSpPr>
        <p:spPr>
          <a:xfrm>
            <a:off x="640080" y="2743200"/>
            <a:ext cx="4297680" cy="9525"/>
          </a:xfrm>
          <a:prstGeom prst="rect">
            <a:avLst/>
          </a:prstGeom>
          <a:solidFill>
            <a:srgbClr val="EADCE1"/>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79" name="Rectangle 1578">
            <a:extLst>
              <a:ext uri="{FF2B5EF4-FFF2-40B4-BE49-F238E27FC236}">
                <a16:creationId xmlns:a16="http://schemas.microsoft.com/office/drawing/2014/main" id="{75F8F05C-6926-ED4E-C563-7AEFACE1853E}"/>
              </a:ext>
            </a:extLst>
          </p:cNvPr>
          <p:cNvSpPr/>
          <p:nvPr/>
        </p:nvSpPr>
        <p:spPr>
          <a:xfrm>
            <a:off x="548640" y="2834640"/>
            <a:ext cx="4480560" cy="5029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200">
                <a:solidFill>
                  <a:srgbClr val="1F2933"/>
                </a:solidFill>
                <a:effectLst/>
                <a:latin typeface="Calibri" panose="020F0502020204030204" pitchFamily="34" charset="0"/>
              </a:rPr>
              <a:t>Both can invoke the agent, approve the lookup, and hold a valid connection.</a:t>
            </a:r>
          </a:p>
          <a:p>
            <a:pPr algn="l">
              <a:buNone/>
            </a:pPr>
            <a:r>
              <a:rPr lang="en-US" sz="100">
                <a:effectLst/>
              </a:rPr>
              <a:t> </a:t>
            </a:r>
            <a:endParaRPr lang="en-US"/>
          </a:p>
        </p:txBody>
      </p:sp>
      <p:sp>
        <p:nvSpPr>
          <p:cNvPr id="1588" name="Rectangle 1587">
            <a:extLst>
              <a:ext uri="{FF2B5EF4-FFF2-40B4-BE49-F238E27FC236}">
                <a16:creationId xmlns:a16="http://schemas.microsoft.com/office/drawing/2014/main" id="{F5EDFAB6-4ABC-1DEB-F95F-CF83A6A29F60}"/>
              </a:ext>
            </a:extLst>
          </p:cNvPr>
          <p:cNvSpPr/>
          <p:nvPr/>
        </p:nvSpPr>
        <p:spPr>
          <a:xfrm>
            <a:off x="548640" y="3337560"/>
            <a:ext cx="4480560" cy="4114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200">
                <a:solidFill>
                  <a:srgbClr val="1F2933"/>
                </a:solidFill>
                <a:effectLst/>
                <a:latin typeface="Calibri" panose="020F0502020204030204" pitchFamily="34" charset="0"/>
              </a:rPr>
              <a:t>Only Alice is authorized for the restricted document.</a:t>
            </a:r>
          </a:p>
          <a:p>
            <a:pPr algn="l">
              <a:buNone/>
            </a:pPr>
            <a:r>
              <a:rPr lang="en-US" sz="100">
                <a:effectLst/>
              </a:rPr>
              <a:t> </a:t>
            </a:r>
            <a:endParaRPr lang="en-US"/>
          </a:p>
        </p:txBody>
      </p:sp>
      <p:sp>
        <p:nvSpPr>
          <p:cNvPr id="1598" name="Rectangle 1597">
            <a:extLst>
              <a:ext uri="{FF2B5EF4-FFF2-40B4-BE49-F238E27FC236}">
                <a16:creationId xmlns:a16="http://schemas.microsoft.com/office/drawing/2014/main" id="{7FAE193F-01FD-1B7B-FE03-11EAE469898C}"/>
              </a:ext>
            </a:extLst>
          </p:cNvPr>
          <p:cNvSpPr/>
          <p:nvPr/>
        </p:nvSpPr>
        <p:spPr>
          <a:xfrm>
            <a:off x="548640" y="3840480"/>
            <a:ext cx="4480560" cy="4114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200">
                <a:solidFill>
                  <a:srgbClr val="1F2933"/>
                </a:solidFill>
                <a:effectLst/>
                <a:latin typeface="Calibri" panose="020F0502020204030204" pitchFamily="34" charset="0"/>
              </a:rPr>
              <a:t>Bob cannot turn Alice's session ID into ownership.</a:t>
            </a:r>
          </a:p>
          <a:p>
            <a:pPr algn="l">
              <a:buNone/>
            </a:pPr>
            <a:r>
              <a:rPr lang="en-US" sz="100">
                <a:effectLst/>
              </a:rPr>
              <a:t> </a:t>
            </a:r>
            <a:endParaRPr lang="en-US"/>
          </a:p>
        </p:txBody>
      </p:sp>
      <p:sp>
        <p:nvSpPr>
          <p:cNvPr id="1609" name="Rectangle 1608">
            <a:extLst>
              <a:ext uri="{FF2B5EF4-FFF2-40B4-BE49-F238E27FC236}">
                <a16:creationId xmlns:a16="http://schemas.microsoft.com/office/drawing/2014/main" id="{4539CBA4-C166-E209-7622-C2617E8B7BA4}"/>
              </a:ext>
            </a:extLst>
          </p:cNvPr>
          <p:cNvSpPr/>
          <p:nvPr/>
        </p:nvSpPr>
        <p:spPr>
          <a:xfrm>
            <a:off x="5303520" y="1965960"/>
            <a:ext cx="3383280" cy="2423160"/>
          </a:xfrm>
          <a:prstGeom prst="rect">
            <a:avLst/>
          </a:prstGeom>
          <a:solidFill>
            <a:srgbClr val="FBF4F6"/>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21" name="Rectangle 1620">
            <a:extLst>
              <a:ext uri="{FF2B5EF4-FFF2-40B4-BE49-F238E27FC236}">
                <a16:creationId xmlns:a16="http://schemas.microsoft.com/office/drawing/2014/main" id="{6418CFDB-A779-851A-9151-1BC3313C075C}"/>
              </a:ext>
            </a:extLst>
          </p:cNvPr>
          <p:cNvSpPr/>
          <p:nvPr/>
        </p:nvSpPr>
        <p:spPr>
          <a:xfrm>
            <a:off x="5394960" y="2057400"/>
            <a:ext cx="32004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200" b="1" spc="200">
                <a:solidFill>
                  <a:srgbClr val="A32B4E"/>
                </a:solidFill>
                <a:effectLst/>
                <a:latin typeface="Calibri" panose="020F0502020204030204" pitchFamily="34" charset="0"/>
              </a:rPr>
              <a:t>WATCH FOR</a:t>
            </a:r>
          </a:p>
          <a:p>
            <a:pPr algn="l">
              <a:buNone/>
            </a:pPr>
            <a:r>
              <a:rPr lang="en-US" sz="100">
                <a:effectLst/>
              </a:rPr>
              <a:t> </a:t>
            </a:r>
            <a:endParaRPr lang="en-US"/>
          </a:p>
        </p:txBody>
      </p:sp>
      <p:sp>
        <p:nvSpPr>
          <p:cNvPr id="1634" name="Oval 1633">
            <a:extLst>
              <a:ext uri="{FF2B5EF4-FFF2-40B4-BE49-F238E27FC236}">
                <a16:creationId xmlns:a16="http://schemas.microsoft.com/office/drawing/2014/main" id="{55B1FE8D-7A6C-E085-BD23-1183DA94C710}"/>
              </a:ext>
            </a:extLst>
          </p:cNvPr>
          <p:cNvSpPr/>
          <p:nvPr/>
        </p:nvSpPr>
        <p:spPr>
          <a:xfrm>
            <a:off x="5486400" y="2560320"/>
            <a:ext cx="365760" cy="365760"/>
          </a:xfrm>
          <a:prstGeom prst="ellipse">
            <a:avLst/>
          </a:prstGeom>
          <a:solidFill>
            <a:srgbClr val="A32B4E"/>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buNone/>
            </a:pPr>
            <a:r>
              <a:rPr lang="en-US" sz="1000" b="1">
                <a:solidFill>
                  <a:srgbClr val="FFFFFF"/>
                </a:solidFill>
                <a:effectLst/>
                <a:latin typeface="Calibri" panose="020F0502020204030204" pitchFamily="34" charset="0"/>
              </a:rPr>
              <a:t>1</a:t>
            </a:r>
            <a:endParaRPr lang="en-US" sz="1200"/>
          </a:p>
        </p:txBody>
      </p:sp>
      <p:sp>
        <p:nvSpPr>
          <p:cNvPr id="1648" name="Rectangle 1647">
            <a:extLst>
              <a:ext uri="{FF2B5EF4-FFF2-40B4-BE49-F238E27FC236}">
                <a16:creationId xmlns:a16="http://schemas.microsoft.com/office/drawing/2014/main" id="{9137A5ED-3626-FBEA-F87B-EAA4944CFF2C}"/>
              </a:ext>
            </a:extLst>
          </p:cNvPr>
          <p:cNvSpPr/>
          <p:nvPr/>
        </p:nvSpPr>
        <p:spPr>
          <a:xfrm>
            <a:off x="5852160" y="2514600"/>
            <a:ext cx="2743200" cy="4572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200">
                <a:solidFill>
                  <a:srgbClr val="1F2933"/>
                </a:solidFill>
                <a:effectLst/>
                <a:latin typeface="Calibri" panose="020F0502020204030204" pitchFamily="34" charset="0"/>
              </a:rPr>
              <a:t>Principal on each hop</a:t>
            </a:r>
          </a:p>
          <a:p>
            <a:pPr algn="l">
              <a:buNone/>
            </a:pPr>
            <a:r>
              <a:rPr lang="en-US" sz="100">
                <a:effectLst/>
              </a:rPr>
              <a:t> </a:t>
            </a:r>
            <a:endParaRPr lang="en-US"/>
          </a:p>
        </p:txBody>
      </p:sp>
      <p:sp>
        <p:nvSpPr>
          <p:cNvPr id="1663" name="Oval 1662">
            <a:extLst>
              <a:ext uri="{FF2B5EF4-FFF2-40B4-BE49-F238E27FC236}">
                <a16:creationId xmlns:a16="http://schemas.microsoft.com/office/drawing/2014/main" id="{8C580D3F-9D42-507C-EAE7-CDFD5D93E723}"/>
              </a:ext>
            </a:extLst>
          </p:cNvPr>
          <p:cNvSpPr/>
          <p:nvPr/>
        </p:nvSpPr>
        <p:spPr>
          <a:xfrm>
            <a:off x="5486400" y="3154680"/>
            <a:ext cx="365760" cy="365760"/>
          </a:xfrm>
          <a:prstGeom prst="ellipse">
            <a:avLst/>
          </a:prstGeom>
          <a:solidFill>
            <a:srgbClr val="A32B4E"/>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buNone/>
            </a:pPr>
            <a:r>
              <a:rPr lang="en-US" sz="1000" b="1">
                <a:solidFill>
                  <a:srgbClr val="FFFFFF"/>
                </a:solidFill>
                <a:effectLst/>
                <a:latin typeface="Calibri" panose="020F0502020204030204" pitchFamily="34" charset="0"/>
              </a:rPr>
              <a:t>2</a:t>
            </a:r>
            <a:endParaRPr lang="en-US" sz="1200"/>
          </a:p>
        </p:txBody>
      </p:sp>
      <p:sp>
        <p:nvSpPr>
          <p:cNvPr id="1679" name="Rectangle 1678">
            <a:extLst>
              <a:ext uri="{FF2B5EF4-FFF2-40B4-BE49-F238E27FC236}">
                <a16:creationId xmlns:a16="http://schemas.microsoft.com/office/drawing/2014/main" id="{4A055327-8440-B022-1C33-8A074F894CB0}"/>
              </a:ext>
            </a:extLst>
          </p:cNvPr>
          <p:cNvSpPr/>
          <p:nvPr/>
        </p:nvSpPr>
        <p:spPr>
          <a:xfrm>
            <a:off x="5852160" y="3108960"/>
            <a:ext cx="2743200" cy="4572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200">
                <a:solidFill>
                  <a:srgbClr val="1F2933"/>
                </a:solidFill>
                <a:effectLst/>
                <a:latin typeface="Calibri" panose="020F0502020204030204" pitchFamily="34" charset="0"/>
              </a:rPr>
              <a:t>Correct denial at the data boundary</a:t>
            </a:r>
          </a:p>
          <a:p>
            <a:pPr algn="l">
              <a:buNone/>
            </a:pPr>
            <a:r>
              <a:rPr lang="en-US" sz="100">
                <a:effectLst/>
              </a:rPr>
              <a:t> </a:t>
            </a:r>
            <a:endParaRPr lang="en-US"/>
          </a:p>
        </p:txBody>
      </p:sp>
      <p:sp>
        <p:nvSpPr>
          <p:cNvPr id="1696" name="Oval 1695">
            <a:extLst>
              <a:ext uri="{FF2B5EF4-FFF2-40B4-BE49-F238E27FC236}">
                <a16:creationId xmlns:a16="http://schemas.microsoft.com/office/drawing/2014/main" id="{80F2C6B6-A43E-DD5B-F85B-1D79F9E90B28}"/>
              </a:ext>
            </a:extLst>
          </p:cNvPr>
          <p:cNvSpPr/>
          <p:nvPr/>
        </p:nvSpPr>
        <p:spPr>
          <a:xfrm>
            <a:off x="5486400" y="3749040"/>
            <a:ext cx="365760" cy="365760"/>
          </a:xfrm>
          <a:prstGeom prst="ellipse">
            <a:avLst/>
          </a:prstGeom>
          <a:solidFill>
            <a:srgbClr val="A32B4E"/>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buNone/>
            </a:pPr>
            <a:r>
              <a:rPr lang="en-US" sz="1000" b="1">
                <a:solidFill>
                  <a:srgbClr val="FFFFFF"/>
                </a:solidFill>
                <a:effectLst/>
                <a:latin typeface="Calibri" panose="020F0502020204030204" pitchFamily="34" charset="0"/>
              </a:rPr>
              <a:t>3</a:t>
            </a:r>
            <a:endParaRPr lang="en-US" sz="1200"/>
          </a:p>
        </p:txBody>
      </p:sp>
      <p:sp>
        <p:nvSpPr>
          <p:cNvPr id="1714" name="Rectangle 1713">
            <a:extLst>
              <a:ext uri="{FF2B5EF4-FFF2-40B4-BE49-F238E27FC236}">
                <a16:creationId xmlns:a16="http://schemas.microsoft.com/office/drawing/2014/main" id="{965A764D-F0FF-CDC9-88A4-B2638E22113B}"/>
              </a:ext>
            </a:extLst>
          </p:cNvPr>
          <p:cNvSpPr/>
          <p:nvPr/>
        </p:nvSpPr>
        <p:spPr>
          <a:xfrm>
            <a:off x="5852160" y="3703320"/>
            <a:ext cx="2743200" cy="4572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200">
                <a:solidFill>
                  <a:srgbClr val="1F2933"/>
                </a:solidFill>
                <a:effectLst/>
                <a:latin typeface="Calibri" panose="020F0502020204030204" pitchFamily="34" charset="0"/>
              </a:rPr>
              <a:t>Session ID ≠ ownership</a:t>
            </a:r>
          </a:p>
          <a:p>
            <a:pPr algn="l">
              <a:buNone/>
            </a:pPr>
            <a:r>
              <a:rPr lang="en-US" sz="100">
                <a:effectLst/>
              </a:rPr>
              <a:t> </a:t>
            </a:r>
            <a:endParaRPr lang="en-US"/>
          </a:p>
        </p:txBody>
      </p:sp>
      <p:sp>
        <p:nvSpPr>
          <p:cNvPr id="1733" name="Rectangle 1732">
            <a:extLst>
              <a:ext uri="{FF2B5EF4-FFF2-40B4-BE49-F238E27FC236}">
                <a16:creationId xmlns:a16="http://schemas.microsoft.com/office/drawing/2014/main" id="{3F8A4616-0BC5-84E0-878B-F94FC5550571}"/>
              </a:ext>
            </a:extLst>
          </p:cNvPr>
          <p:cNvSpPr/>
          <p:nvPr/>
        </p:nvSpPr>
        <p:spPr>
          <a:xfrm>
            <a:off x="365760" y="4480560"/>
            <a:ext cx="84124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200" i="1">
                <a:solidFill>
                  <a:srgbClr val="52606D"/>
                </a:solidFill>
                <a:effectLst/>
                <a:latin typeface="Calibri" panose="020F0502020204030204" pitchFamily="34" charset="0"/>
              </a:rPr>
              <a:t>RUNBOOK  demos/day5/module-2-demo-1-identity-boundary.md</a:t>
            </a:r>
          </a:p>
          <a:p>
            <a:pPr algn="l">
              <a:buNone/>
            </a:pPr>
            <a:r>
              <a:rPr lang="en-US" sz="100">
                <a:effectLst/>
              </a:rPr>
              <a:t> </a:t>
            </a:r>
            <a:endParaRPr lang="en-US"/>
          </a:p>
        </p:txBody>
      </p:sp>
      <p:sp>
        <p:nvSpPr>
          <p:cNvPr id="1753" name="Rectangle 1752">
            <a:extLst>
              <a:ext uri="{FF2B5EF4-FFF2-40B4-BE49-F238E27FC236}">
                <a16:creationId xmlns:a16="http://schemas.microsoft.com/office/drawing/2014/main" id="{FFCBA212-A946-0A25-191C-5EC98EFC5543}"/>
              </a:ext>
            </a:extLst>
          </p:cNvPr>
          <p:cNvSpPr/>
          <p:nvPr/>
        </p:nvSpPr>
        <p:spPr>
          <a:xfrm>
            <a:off x="365760" y="4823460"/>
            <a:ext cx="5669280" cy="2286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200">
                <a:solidFill>
                  <a:srgbClr val="52606D"/>
                </a:solidFill>
                <a:effectLst/>
                <a:latin typeface="Calibri" panose="020F0502020204030204" pitchFamily="34" charset="0"/>
              </a:rPr>
              <a:t>Identity &amp; Security  ·  Microsoft Agent Framework</a:t>
            </a:r>
          </a:p>
          <a:p>
            <a:pPr algn="l">
              <a:buNone/>
            </a:pPr>
            <a:r>
              <a:rPr lang="en-US" sz="100">
                <a:effectLst/>
              </a:rPr>
              <a:t> </a:t>
            </a:r>
            <a:endParaRPr lang="en-US"/>
          </a:p>
        </p:txBody>
      </p:sp>
      <p:sp>
        <p:nvSpPr>
          <p:cNvPr id="1774" name="Rectangle 1773">
            <a:extLst>
              <a:ext uri="{FF2B5EF4-FFF2-40B4-BE49-F238E27FC236}">
                <a16:creationId xmlns:a16="http://schemas.microsoft.com/office/drawing/2014/main" id="{CF58029A-BF2B-66D7-C3D7-EB42602DCC50}"/>
              </a:ext>
            </a:extLst>
          </p:cNvPr>
          <p:cNvSpPr/>
          <p:nvPr/>
        </p:nvSpPr>
        <p:spPr>
          <a:xfrm>
            <a:off x="7863840" y="4823460"/>
            <a:ext cx="914400" cy="2286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r">
              <a:buNone/>
            </a:pPr>
            <a:r>
              <a:rPr lang="en-US" sz="1200">
                <a:solidFill>
                  <a:srgbClr val="52606D"/>
                </a:solidFill>
                <a:effectLst/>
                <a:latin typeface="Calibri" panose="020F0502020204030204" pitchFamily="34" charset="0"/>
              </a:rPr>
              <a:t>8 / 9</a:t>
            </a:r>
          </a:p>
          <a:p>
            <a:pPr algn="r">
              <a:buNone/>
            </a:pPr>
            <a:r>
              <a:rPr lang="en-US" sz="100">
                <a:effectLst/>
              </a:rPr>
              <a:t> </a:t>
            </a:r>
            <a:endParaRPr lang="en-US"/>
          </a:p>
        </p:txBody>
      </p:sp>
      <p:pic>
        <p:nvPicPr>
          <p:cNvPr id="1775" name="Picture 1774" descr="working/ic2/i17.png">
            <a:extLst>
              <a:ext uri="{FF2B5EF4-FFF2-40B4-BE49-F238E27FC236}">
                <a16:creationId xmlns:a16="http://schemas.microsoft.com/office/drawing/2014/main" id="{C3769649-FB1B-F69D-D2FD-7AB8C5260D4C}"/>
              </a:ext>
            </a:extLst>
          </p:cNvPr>
          <p:cNvPicPr>
            <a:picLocks noChangeAspect="1"/>
          </p:cNvPicPr>
          <p:nvPr/>
        </p:nvPicPr>
        <p:blipFill>
          <a:blip r:embed="rId3"/>
          <a:stretch>
            <a:fillRect/>
          </a:stretch>
        </p:blipFill>
        <p:spPr>
          <a:xfrm>
            <a:off x="640080" y="2057400"/>
            <a:ext cx="320040" cy="320040"/>
          </a:xfrm>
          <a:prstGeom prst="rect">
            <a:avLst/>
          </a:prstGeom>
        </p:spPr>
      </p:pic>
    </p:spTree>
    <p:extLst>
      <p:ext uri="{BB962C8B-B14F-4D97-AF65-F5344CB8AC3E}">
        <p14:creationId xmlns:p14="http://schemas.microsoft.com/office/powerpoint/2010/main" val="4925589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76" name="Rectangle 1775">
            <a:extLst>
              <a:ext uri="{FF2B5EF4-FFF2-40B4-BE49-F238E27FC236}">
                <a16:creationId xmlns:a16="http://schemas.microsoft.com/office/drawing/2014/main" id="{CC29707D-7218-DED5-CD92-CF4612080C02}"/>
              </a:ext>
            </a:extLst>
          </p:cNvPr>
          <p:cNvSpPr/>
          <p:nvPr/>
        </p:nvSpPr>
        <p:spPr>
          <a:xfrm>
            <a:off x="365760" y="292608"/>
            <a:ext cx="84124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200" b="1" spc="400">
                <a:solidFill>
                  <a:srgbClr val="A32B4E"/>
                </a:solidFill>
                <a:effectLst/>
                <a:latin typeface="Calibri" panose="020F0502020204030204" pitchFamily="34" charset="0"/>
              </a:rPr>
              <a:t>WHAT TO CARRY FORWARD</a:t>
            </a:r>
          </a:p>
          <a:p>
            <a:pPr algn="l">
              <a:buNone/>
            </a:pPr>
            <a:r>
              <a:rPr lang="en-US" sz="100">
                <a:effectLst/>
              </a:rPr>
              <a:t> </a:t>
            </a:r>
            <a:endParaRPr lang="en-US"/>
          </a:p>
        </p:txBody>
      </p:sp>
      <p:sp>
        <p:nvSpPr>
          <p:cNvPr id="1778" name="Rectangle 1777">
            <a:extLst>
              <a:ext uri="{FF2B5EF4-FFF2-40B4-BE49-F238E27FC236}">
                <a16:creationId xmlns:a16="http://schemas.microsoft.com/office/drawing/2014/main" id="{38EF1416-F622-7D67-E408-8D6969D6ABEE}"/>
              </a:ext>
            </a:extLst>
          </p:cNvPr>
          <p:cNvSpPr/>
          <p:nvPr/>
        </p:nvSpPr>
        <p:spPr>
          <a:xfrm>
            <a:off x="365760" y="566928"/>
            <a:ext cx="841248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2800" b="1">
                <a:solidFill>
                  <a:srgbClr val="1F2933"/>
                </a:solidFill>
                <a:effectLst/>
                <a:latin typeface="Calibri" panose="020F0502020204030204" pitchFamily="34" charset="0"/>
              </a:rPr>
              <a:t>Takeaways</a:t>
            </a:r>
          </a:p>
          <a:p>
            <a:pPr algn="l">
              <a:buNone/>
            </a:pPr>
            <a:r>
              <a:rPr lang="en-US" sz="100">
                <a:effectLst/>
              </a:rPr>
              <a:t> </a:t>
            </a:r>
            <a:endParaRPr lang="en-US"/>
          </a:p>
        </p:txBody>
      </p:sp>
      <p:sp>
        <p:nvSpPr>
          <p:cNvPr id="1781" name="Rectangle 1780">
            <a:extLst>
              <a:ext uri="{FF2B5EF4-FFF2-40B4-BE49-F238E27FC236}">
                <a16:creationId xmlns:a16="http://schemas.microsoft.com/office/drawing/2014/main" id="{24558BC8-F448-93FE-A9C0-FF64AF45EF88}"/>
              </a:ext>
            </a:extLst>
          </p:cNvPr>
          <p:cNvSpPr/>
          <p:nvPr/>
        </p:nvSpPr>
        <p:spPr>
          <a:xfrm>
            <a:off x="457200" y="1225296"/>
            <a:ext cx="731520" cy="25400"/>
          </a:xfrm>
          <a:prstGeom prst="rect">
            <a:avLst/>
          </a:prstGeom>
          <a:solidFill>
            <a:srgbClr val="A32B4E"/>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85" name="Oval 1784">
            <a:extLst>
              <a:ext uri="{FF2B5EF4-FFF2-40B4-BE49-F238E27FC236}">
                <a16:creationId xmlns:a16="http://schemas.microsoft.com/office/drawing/2014/main" id="{0E013A3D-70B4-9D57-830F-832C1C77A8FE}"/>
              </a:ext>
            </a:extLst>
          </p:cNvPr>
          <p:cNvSpPr/>
          <p:nvPr/>
        </p:nvSpPr>
        <p:spPr>
          <a:xfrm>
            <a:off x="457200" y="1737360"/>
            <a:ext cx="365760" cy="365760"/>
          </a:xfrm>
          <a:prstGeom prst="ellipse">
            <a:avLst/>
          </a:prstGeom>
          <a:solidFill>
            <a:srgbClr val="A32B4E"/>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buNone/>
            </a:pPr>
            <a:r>
              <a:rPr lang="en-US" sz="1200" b="1">
                <a:solidFill>
                  <a:srgbClr val="FFFFFF"/>
                </a:solidFill>
                <a:effectLst/>
                <a:latin typeface="Calibri" panose="020F0502020204030204" pitchFamily="34" charset="0"/>
              </a:rPr>
              <a:t>1</a:t>
            </a:r>
          </a:p>
          <a:p>
            <a:pPr algn="ctr">
              <a:buNone/>
            </a:pPr>
            <a:r>
              <a:rPr lang="en-US" sz="100">
                <a:effectLst/>
              </a:rPr>
              <a:t> </a:t>
            </a:r>
            <a:endParaRPr lang="en-US"/>
          </a:p>
        </p:txBody>
      </p:sp>
      <p:sp>
        <p:nvSpPr>
          <p:cNvPr id="1790" name="Rectangle 1789">
            <a:extLst>
              <a:ext uri="{FF2B5EF4-FFF2-40B4-BE49-F238E27FC236}">
                <a16:creationId xmlns:a16="http://schemas.microsoft.com/office/drawing/2014/main" id="{3DFE6542-1CC2-C04E-04E7-E0D832638C2A}"/>
              </a:ext>
            </a:extLst>
          </p:cNvPr>
          <p:cNvSpPr/>
          <p:nvPr/>
        </p:nvSpPr>
        <p:spPr>
          <a:xfrm>
            <a:off x="868680" y="1737360"/>
            <a:ext cx="7909560" cy="4572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200">
                <a:solidFill>
                  <a:srgbClr val="1F2933"/>
                </a:solidFill>
                <a:effectLst/>
                <a:latin typeface="Calibri" panose="020F0502020204030204" pitchFamily="34" charset="0"/>
              </a:rPr>
              <a:t>Follow the actual principal at every connection; authenticate and authorize again at each resource.</a:t>
            </a:r>
          </a:p>
          <a:p>
            <a:pPr algn="l">
              <a:buNone/>
            </a:pPr>
            <a:r>
              <a:rPr lang="en-US" sz="100">
                <a:effectLst/>
              </a:rPr>
              <a:t> </a:t>
            </a:r>
            <a:endParaRPr lang="en-US"/>
          </a:p>
        </p:txBody>
      </p:sp>
      <p:sp>
        <p:nvSpPr>
          <p:cNvPr id="1796" name="Rectangle 1795">
            <a:extLst>
              <a:ext uri="{FF2B5EF4-FFF2-40B4-BE49-F238E27FC236}">
                <a16:creationId xmlns:a16="http://schemas.microsoft.com/office/drawing/2014/main" id="{7DB3E775-C98F-1B2B-CA61-B297778B9D98}"/>
              </a:ext>
            </a:extLst>
          </p:cNvPr>
          <p:cNvSpPr/>
          <p:nvPr/>
        </p:nvSpPr>
        <p:spPr>
          <a:xfrm>
            <a:off x="457200" y="2286000"/>
            <a:ext cx="8229600" cy="9525"/>
          </a:xfrm>
          <a:prstGeom prst="rect">
            <a:avLst/>
          </a:prstGeom>
          <a:solidFill>
            <a:srgbClr val="EADCE1"/>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03" name="Oval 1802">
            <a:extLst>
              <a:ext uri="{FF2B5EF4-FFF2-40B4-BE49-F238E27FC236}">
                <a16:creationId xmlns:a16="http://schemas.microsoft.com/office/drawing/2014/main" id="{E4296409-84A5-85FE-2FEB-864E93572FCB}"/>
              </a:ext>
            </a:extLst>
          </p:cNvPr>
          <p:cNvSpPr/>
          <p:nvPr/>
        </p:nvSpPr>
        <p:spPr>
          <a:xfrm>
            <a:off x="457200" y="2423160"/>
            <a:ext cx="365760" cy="365760"/>
          </a:xfrm>
          <a:prstGeom prst="ellipse">
            <a:avLst/>
          </a:prstGeom>
          <a:solidFill>
            <a:srgbClr val="A32B4E"/>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buNone/>
            </a:pPr>
            <a:r>
              <a:rPr lang="en-US" sz="1200" b="1">
                <a:solidFill>
                  <a:srgbClr val="FFFFFF"/>
                </a:solidFill>
                <a:effectLst/>
                <a:latin typeface="Calibri" panose="020F0502020204030204" pitchFamily="34" charset="0"/>
              </a:rPr>
              <a:t>2</a:t>
            </a:r>
          </a:p>
          <a:p>
            <a:pPr algn="ctr">
              <a:buNone/>
            </a:pPr>
            <a:r>
              <a:rPr lang="en-US" sz="100">
                <a:effectLst/>
              </a:rPr>
              <a:t> </a:t>
            </a:r>
            <a:endParaRPr lang="en-US"/>
          </a:p>
        </p:txBody>
      </p:sp>
      <p:sp>
        <p:nvSpPr>
          <p:cNvPr id="1811" name="Rectangle 1810">
            <a:extLst>
              <a:ext uri="{FF2B5EF4-FFF2-40B4-BE49-F238E27FC236}">
                <a16:creationId xmlns:a16="http://schemas.microsoft.com/office/drawing/2014/main" id="{AA1B6944-1CE4-1162-816F-716492BFBC58}"/>
              </a:ext>
            </a:extLst>
          </p:cNvPr>
          <p:cNvSpPr/>
          <p:nvPr/>
        </p:nvSpPr>
        <p:spPr>
          <a:xfrm>
            <a:off x="868680" y="2423160"/>
            <a:ext cx="7909560" cy="4572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200">
                <a:solidFill>
                  <a:srgbClr val="1F2933"/>
                </a:solidFill>
                <a:effectLst/>
                <a:latin typeface="Calibri" panose="020F0502020204030204" pitchFamily="34" charset="0"/>
              </a:rPr>
              <a:t>Least privilege combines role, resource scope, and data-level permissions — invocation-only callers usually need Foundry Agent Consumer, not a developer role.</a:t>
            </a:r>
          </a:p>
          <a:p>
            <a:pPr algn="l">
              <a:buNone/>
            </a:pPr>
            <a:r>
              <a:rPr lang="en-US" sz="100">
                <a:effectLst/>
              </a:rPr>
              <a:t> </a:t>
            </a:r>
            <a:endParaRPr lang="en-US"/>
          </a:p>
        </p:txBody>
      </p:sp>
      <p:sp>
        <p:nvSpPr>
          <p:cNvPr id="1820" name="Rectangle 1819">
            <a:extLst>
              <a:ext uri="{FF2B5EF4-FFF2-40B4-BE49-F238E27FC236}">
                <a16:creationId xmlns:a16="http://schemas.microsoft.com/office/drawing/2014/main" id="{3DE14A60-38C9-20C9-0A4E-191F29B6FDF8}"/>
              </a:ext>
            </a:extLst>
          </p:cNvPr>
          <p:cNvSpPr/>
          <p:nvPr/>
        </p:nvSpPr>
        <p:spPr>
          <a:xfrm>
            <a:off x="457200" y="2971800"/>
            <a:ext cx="8229600" cy="9525"/>
          </a:xfrm>
          <a:prstGeom prst="rect">
            <a:avLst/>
          </a:prstGeom>
          <a:solidFill>
            <a:srgbClr val="EADCE1"/>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30" name="Oval 1829">
            <a:extLst>
              <a:ext uri="{FF2B5EF4-FFF2-40B4-BE49-F238E27FC236}">
                <a16:creationId xmlns:a16="http://schemas.microsoft.com/office/drawing/2014/main" id="{B80AB4AD-2BC8-C593-DEF0-D218ACE07087}"/>
              </a:ext>
            </a:extLst>
          </p:cNvPr>
          <p:cNvSpPr/>
          <p:nvPr/>
        </p:nvSpPr>
        <p:spPr>
          <a:xfrm>
            <a:off x="457200" y="3108960"/>
            <a:ext cx="365760" cy="365760"/>
          </a:xfrm>
          <a:prstGeom prst="ellipse">
            <a:avLst/>
          </a:prstGeom>
          <a:solidFill>
            <a:srgbClr val="A32B4E"/>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buNone/>
            </a:pPr>
            <a:r>
              <a:rPr lang="en-US" sz="1200" b="1">
                <a:solidFill>
                  <a:srgbClr val="FFFFFF"/>
                </a:solidFill>
                <a:effectLst/>
                <a:latin typeface="Calibri" panose="020F0502020204030204" pitchFamily="34" charset="0"/>
              </a:rPr>
              <a:t>3</a:t>
            </a:r>
          </a:p>
          <a:p>
            <a:pPr algn="ctr">
              <a:buNone/>
            </a:pPr>
            <a:r>
              <a:rPr lang="en-US" sz="100">
                <a:effectLst/>
              </a:rPr>
              <a:t> </a:t>
            </a:r>
            <a:endParaRPr lang="en-US"/>
          </a:p>
        </p:txBody>
      </p:sp>
      <p:sp>
        <p:nvSpPr>
          <p:cNvPr id="1841" name="Rectangle 1840">
            <a:extLst>
              <a:ext uri="{FF2B5EF4-FFF2-40B4-BE49-F238E27FC236}">
                <a16:creationId xmlns:a16="http://schemas.microsoft.com/office/drawing/2014/main" id="{83D12EE2-B4D5-58D7-B683-46290A5BCA7E}"/>
              </a:ext>
            </a:extLst>
          </p:cNvPr>
          <p:cNvSpPr/>
          <p:nvPr/>
        </p:nvSpPr>
        <p:spPr>
          <a:xfrm>
            <a:off x="868680" y="3108960"/>
            <a:ext cx="7909560" cy="4572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200">
                <a:solidFill>
                  <a:srgbClr val="1F2933"/>
                </a:solidFill>
                <a:effectLst/>
                <a:latin typeface="Calibri" panose="020F0502020204030204" pitchFamily="34" charset="0"/>
              </a:rPr>
              <a:t>Tool approval, OAuth consent, and downstream authorization are independent decisions.</a:t>
            </a:r>
          </a:p>
          <a:p>
            <a:pPr algn="l">
              <a:buNone/>
            </a:pPr>
            <a:r>
              <a:rPr lang="en-US" sz="100">
                <a:effectLst/>
              </a:rPr>
              <a:t> </a:t>
            </a:r>
            <a:endParaRPr lang="en-US"/>
          </a:p>
        </p:txBody>
      </p:sp>
      <p:sp>
        <p:nvSpPr>
          <p:cNvPr id="1853" name="Rectangle 1852">
            <a:extLst>
              <a:ext uri="{FF2B5EF4-FFF2-40B4-BE49-F238E27FC236}">
                <a16:creationId xmlns:a16="http://schemas.microsoft.com/office/drawing/2014/main" id="{05A5A46E-7438-7A53-39A0-B988D3D46D99}"/>
              </a:ext>
            </a:extLst>
          </p:cNvPr>
          <p:cNvSpPr/>
          <p:nvPr/>
        </p:nvSpPr>
        <p:spPr>
          <a:xfrm>
            <a:off x="457200" y="3657600"/>
            <a:ext cx="8229600" cy="9525"/>
          </a:xfrm>
          <a:prstGeom prst="rect">
            <a:avLst/>
          </a:prstGeom>
          <a:solidFill>
            <a:srgbClr val="EADCE1"/>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66" name="Oval 1865">
            <a:extLst>
              <a:ext uri="{FF2B5EF4-FFF2-40B4-BE49-F238E27FC236}">
                <a16:creationId xmlns:a16="http://schemas.microsoft.com/office/drawing/2014/main" id="{316C5149-4769-DA6F-38AA-AEEB540880DF}"/>
              </a:ext>
            </a:extLst>
          </p:cNvPr>
          <p:cNvSpPr/>
          <p:nvPr/>
        </p:nvSpPr>
        <p:spPr>
          <a:xfrm>
            <a:off x="457200" y="3794760"/>
            <a:ext cx="365760" cy="365760"/>
          </a:xfrm>
          <a:prstGeom prst="ellipse">
            <a:avLst/>
          </a:prstGeom>
          <a:solidFill>
            <a:srgbClr val="A32B4E"/>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buNone/>
            </a:pPr>
            <a:r>
              <a:rPr lang="en-US" sz="1200" b="1">
                <a:solidFill>
                  <a:srgbClr val="FFFFFF"/>
                </a:solidFill>
                <a:effectLst/>
                <a:latin typeface="Calibri" panose="020F0502020204030204" pitchFamily="34" charset="0"/>
              </a:rPr>
              <a:t>4</a:t>
            </a:r>
          </a:p>
          <a:p>
            <a:pPr algn="ctr">
              <a:buNone/>
            </a:pPr>
            <a:r>
              <a:rPr lang="en-US" sz="100">
                <a:effectLst/>
              </a:rPr>
              <a:t> </a:t>
            </a:r>
            <a:endParaRPr lang="en-US"/>
          </a:p>
        </p:txBody>
      </p:sp>
      <p:sp>
        <p:nvSpPr>
          <p:cNvPr id="1880" name="Rectangle 1879">
            <a:extLst>
              <a:ext uri="{FF2B5EF4-FFF2-40B4-BE49-F238E27FC236}">
                <a16:creationId xmlns:a16="http://schemas.microsoft.com/office/drawing/2014/main" id="{6DFD9351-0B18-84BC-076E-C0155F004291}"/>
              </a:ext>
            </a:extLst>
          </p:cNvPr>
          <p:cNvSpPr/>
          <p:nvPr/>
        </p:nvSpPr>
        <p:spPr>
          <a:xfrm>
            <a:off x="868680" y="3794760"/>
            <a:ext cx="7909560" cy="4572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200">
                <a:solidFill>
                  <a:srgbClr val="1F2933"/>
                </a:solidFill>
                <a:effectLst/>
                <a:latin typeface="Calibri" panose="020F0502020204030204" pitchFamily="34" charset="0"/>
              </a:rPr>
              <a:t>A unique agent identity does not isolate end users; session IDs and index access do not prove ownership or document permission.</a:t>
            </a:r>
          </a:p>
          <a:p>
            <a:pPr algn="l">
              <a:buNone/>
            </a:pPr>
            <a:r>
              <a:rPr lang="en-US" sz="100">
                <a:effectLst/>
              </a:rPr>
              <a:t> </a:t>
            </a:r>
            <a:endParaRPr lang="en-US"/>
          </a:p>
        </p:txBody>
      </p:sp>
      <p:sp>
        <p:nvSpPr>
          <p:cNvPr id="1895" name="Rectangle 1894">
            <a:extLst>
              <a:ext uri="{FF2B5EF4-FFF2-40B4-BE49-F238E27FC236}">
                <a16:creationId xmlns:a16="http://schemas.microsoft.com/office/drawing/2014/main" id="{0A1A6686-2C69-A8FF-8E5E-1A1860693C48}"/>
              </a:ext>
            </a:extLst>
          </p:cNvPr>
          <p:cNvSpPr/>
          <p:nvPr/>
        </p:nvSpPr>
        <p:spPr>
          <a:xfrm>
            <a:off x="365760" y="4480560"/>
            <a:ext cx="84124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200" i="1">
                <a:solidFill>
                  <a:srgbClr val="52606D"/>
                </a:solidFill>
                <a:effectLst/>
                <a:latin typeface="Calibri" panose="020F0502020204030204" pitchFamily="34" charset="0"/>
              </a:rPr>
              <a:t>Checkpoint: consent and approval succeeded, retrieval was denied — what do we inspect?</a:t>
            </a:r>
          </a:p>
          <a:p>
            <a:pPr algn="l">
              <a:buNone/>
            </a:pPr>
            <a:r>
              <a:rPr lang="en-US" sz="100">
                <a:effectLst/>
              </a:rPr>
              <a:t> </a:t>
            </a:r>
            <a:endParaRPr lang="en-US"/>
          </a:p>
        </p:txBody>
      </p:sp>
      <p:sp>
        <p:nvSpPr>
          <p:cNvPr id="1911" name="Rectangle 1910">
            <a:extLst>
              <a:ext uri="{FF2B5EF4-FFF2-40B4-BE49-F238E27FC236}">
                <a16:creationId xmlns:a16="http://schemas.microsoft.com/office/drawing/2014/main" id="{98F2E325-E88A-B0FD-2CA8-B254490BEEDB}"/>
              </a:ext>
            </a:extLst>
          </p:cNvPr>
          <p:cNvSpPr/>
          <p:nvPr/>
        </p:nvSpPr>
        <p:spPr>
          <a:xfrm>
            <a:off x="365760" y="4823460"/>
            <a:ext cx="5669280" cy="2286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200">
                <a:solidFill>
                  <a:srgbClr val="52606D"/>
                </a:solidFill>
                <a:effectLst/>
                <a:latin typeface="Calibri" panose="020F0502020204030204" pitchFamily="34" charset="0"/>
              </a:rPr>
              <a:t>Identity &amp; Security  ·  Microsoft Agent Framework</a:t>
            </a:r>
          </a:p>
          <a:p>
            <a:pPr algn="l">
              <a:buNone/>
            </a:pPr>
            <a:r>
              <a:rPr lang="en-US" sz="100">
                <a:effectLst/>
              </a:rPr>
              <a:t> </a:t>
            </a:r>
            <a:endParaRPr lang="en-US"/>
          </a:p>
        </p:txBody>
      </p:sp>
      <p:sp>
        <p:nvSpPr>
          <p:cNvPr id="1928" name="Rectangle 1927">
            <a:extLst>
              <a:ext uri="{FF2B5EF4-FFF2-40B4-BE49-F238E27FC236}">
                <a16:creationId xmlns:a16="http://schemas.microsoft.com/office/drawing/2014/main" id="{8B79011D-5E73-A0C3-9FFC-730D221CFCBE}"/>
              </a:ext>
            </a:extLst>
          </p:cNvPr>
          <p:cNvSpPr/>
          <p:nvPr/>
        </p:nvSpPr>
        <p:spPr>
          <a:xfrm>
            <a:off x="7863840" y="4823460"/>
            <a:ext cx="914400" cy="2286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r">
              <a:buNone/>
            </a:pPr>
            <a:r>
              <a:rPr lang="en-US" sz="1200">
                <a:solidFill>
                  <a:srgbClr val="52606D"/>
                </a:solidFill>
                <a:effectLst/>
                <a:latin typeface="Calibri" panose="020F0502020204030204" pitchFamily="34" charset="0"/>
              </a:rPr>
              <a:t>9 / 9</a:t>
            </a:r>
          </a:p>
          <a:p>
            <a:pPr algn="r">
              <a:buNone/>
            </a:pPr>
            <a:r>
              <a:rPr lang="en-US" sz="100">
                <a:effectLst/>
              </a:rPr>
              <a:t> </a:t>
            </a:r>
            <a:endParaRPr lang="en-US"/>
          </a:p>
        </p:txBody>
      </p:sp>
    </p:spTree>
    <p:extLst>
      <p:ext uri="{BB962C8B-B14F-4D97-AF65-F5344CB8AC3E}">
        <p14:creationId xmlns:p14="http://schemas.microsoft.com/office/powerpoint/2010/main" val="422677204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9fbde396-1a24-4c79-8edf-9254a0f35055}" enabled="1" method="Standard" siteId="{72f988bf-86f1-41af-91ab-2d7cd011db47}" removed="0"/>
</clbl:labelList>
</file>

<file path=docProps/app.xml><?xml version="1.0" encoding="utf-8"?>
<Properties xmlns="http://schemas.openxmlformats.org/officeDocument/2006/extended-properties" xmlns:vt="http://schemas.openxmlformats.org/officeDocument/2006/docPropsVTypes">
  <TotalTime>0</TotalTime>
  <Words>2155</Words>
  <Application>Microsoft Macintosh PowerPoint</Application>
  <PresentationFormat>On-screen Show (16:9)</PresentationFormat>
  <Paragraphs>283</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Building AI Apps and Agents Workshop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Identity and Security</dc:title>
  <dc:subject>Day 5 — Production Readiness and Capstone</dc:subject>
  <dc:creator>Building AI Apps and Agents Workshop</dc:creator>
  <cp:lastModifiedBy>Jim Welch</cp:lastModifiedBy>
  <cp:revision>22</cp:revision>
  <dcterms:created xsi:type="dcterms:W3CDTF">2026-09-18T20:55:30Z</dcterms:created>
  <dcterms:modified xsi:type="dcterms:W3CDTF">2026-09-21T19:27:12Z</dcterms:modified>
</cp:coreProperties>
</file>