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turns evaluation into an operating loop rather than a one-time score. Use the presenter-prepared ten-case evidence; attendees do not need to have completed Day 4 or produced a harness result. Emphasize that monitoring, tracing, and evaluation answer related but different questions.
• GROUNDING SOURCE: https://learn.microsoft.com/azure/foundry/concepts/observability
• GROUNDING SOURCE: https://learn.microsoft.com/agent-framework/agents/evaluation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Define every noun before discussing dashboards. A dataset is a reusable collection; each test case contains an input and relevant context; ground truth is a reviewed expected answer or action where required. An evaluator produces a score or label, and a threshold turns that result into an application decision—none of those objects is automatically interchangeable with another.
• GROUNDING SOURCE: https://learn.microsoft.com/azure/foundry/observability/how-to/evaluation-datasets
• GROUNDING SOURCE: https://learn.microsoft.com/azure/foundry/concepts/built-in-evaluators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Deterministic checks are fast and repeatable for facts, schemas, exact tool paths, and policy rules. Judge-based checks can assess nuanced quality but introduce model, prompt, scale, threshold, cost, and variance considerations. Do not average unlike raw scales: preserve each evaluator's score, threshold, version, and pass rule before aggregating pass rates.
• GROUNDING SOURCE: https://learn.microsoft.com/agent-framework/agents/evaluation
• GROUNDING SOURCE: https://learn.microsoft.com/azure/foundry/concepts/built-in-evaluators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System versus process identifies what aspect is judged; turn versus conversation identifies how much interaction is scored. They are independent axes, so a conversation-level system evaluator and a turn-level process evaluator can both be useful when supported. Successful tool execution does not prove that the final answer completed the task, and a good final answer does not prove the path was safe or efficient.
• GROUNDING SOURCE: https://learn.microsoft.com/azure/foundry/concepts/evaluation-evaluators/agent-evaluators
• GROUNDING SOURCE: https://learn.microsoft.com/azure/foundry/concepts/built-in-evaluators
• GROUNDING SOURCE: https://learn.microsoft.com/azure/foundry/observability/how-to/cloud-evaluation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Offline evaluation reruns a stable set around a proposed change. Continuous evaluation samples eligible production interactions, while scheduled evaluation reruns selected data over time; sampling can miss traffic and is not an inline safety gate. Call a change relative to a baseline a regression; call a distribution or behavior change observed over time drift, then segment the evidence before attributing a cause.
• GROUNDING SOURCE: https://learn.microsoft.com/azure/foundry/concepts/observability
• GROUNDING SOURCE: https://learn.microsoft.com/azure/foundry/observability/how-to/evaluation-datasets
• GROUNDING SOURCE: https://learn.microsoft.com/agent-framework/agents/evaluation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acceptance table is workshop gate logic built on documented outputs, not a Microsoft-provided universal CI policy. Only a completed required result that satisfies its own evaluator-specific threshold can contribute a pass. Preflight evaluator/data mapping, turn-or-conversation level, target, and tool compatibility; missing, errored, or unsupported evidence blocks acceptance rather than disappearing from the denominator.
• GROUNDING SOURCE: https://learn.microsoft.com/azure/foundry/observability/how-to/cloud-evaluation
• GROUNDING SOURCE: https://learn.microsoft.com/azure/foundry/concepts/built-in-evaluators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Run the self-contained local workshop gate over the runbook's presenter-prepared synthetic snapshot; there is no cloud wait and no Day 4 dependency. First show a candidate whose tools succeed but one required answer fact regresses, then show missing/error/unsupported evidence blocking a second candidate. State plainly that the wrapper is workshop logic interpreting evaluation outputs, not a built-in certification gate.
• GROUNDING SOURCE: https://learn.microsoft.com/agent-framework/agents/evaluation
• GROUNDING SOURCE: https://learn.microsoft.com/azure/foundry/observability/how-to/cloud-evaluation
• GROUNDING SOURCE: https://learn.microsoft.com/azure/foundry/observability/how-to/evaluation-datasets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who owns triage, who can change the prompt/model/tool, and who accepts residual risk. Retain dataset version, target version, evaluator configuration, raw results, normalized decision, and failing cases; then change one thing and rerun. The capstone's ten cases are a workshop minimum for starting this discipline—not Microsoft certification, statistical sufficiency, or production-readiness proof.
• GROUNDING SOURCE: https://learn.microsoft.com/azure/foundry/concepts/observability
• GROUNDING SOURCE: https://learn.microsoft.com/azure/foundry/observability/how-to/evaluation-datasets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in Production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curated tests, sampled traffic, scheduled checks, and accountable gates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contract: six nouns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collection of representative cases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input, context, and expected behavior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expected answer or action when required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applied to compatible data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on that evaluator's documented scale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925312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34" name="Shape 32"/>
          <p:cNvSpPr/>
          <p:nvPr/>
        </p:nvSpPr>
        <p:spPr>
          <a:xfrm>
            <a:off x="6144768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54496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254496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75120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291072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rule that maps evidence to a decision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https://learn.microsoft.com/azure/foundry/observability/how-to/evaluation-datasets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and judge checks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fields, required facts, schemas, and expected actions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and inexpensive; only test what was encoded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clearly when required data is absent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Judge-based checks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Nuanced relevance, completeness, adherence, or satisfaction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Model-assisted; record judge, prompt/rubric, scale, and threshold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evaluators can use binary, 1–5, 0–1, or custom scales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https://learn.microsoft.com/agent-framework/agents/evaluation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evaluation axes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682496"/>
                <a:gridCol w="1239734"/>
                <a:gridCol w="1593944"/>
                <a:gridCol w="3896307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choice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choice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answered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judged?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outcome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steps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it finish well, and did it act well?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is scored?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conversation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response, or the multi-turn interaction?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loops; two kinds of change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loop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64005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candidate with a stable dataset and baseline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loop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64005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an eligible subset of production interactions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loop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64005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a dataset over time to expose change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20237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 behavior relative to an accepted baseline or change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20237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data, or behavior changes over time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https://learn.microsoft.com/azure/foundry/concepts/observability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evidence fails closed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89135"/>
                <a:gridCol w="1954415"/>
                <a:gridCol w="3568931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gate 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+ meets its own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to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evidence exists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+ below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requirement 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decision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did not complete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Unsupported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Evaluator/data/tool combination is invalid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https://learn.microsoft.com/azure/foundry/observability/how-to/cloud-evaluation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regression blocks acceptance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a ten-case synthetic baseline and candidate, then run a local acceptance rule. A required-fact regression blocks the first candidate even though its process checks pass; missing, errored, and unsupported required results block the second.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demos/day5/module-6-demo-1-regression-gate.md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https://learn.microsoft.com/agent-framework/agents/evaluation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with compatible evidence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evaluator requirements to the data shape, evaluation level, target, and tool types before running.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offline regression, sampled production evaluation, and scheduled drift checks as complementary loops.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raw scores and evaluator-specific thresholds; aggregate decisions only after normalization.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missing, errored, and unsupported required evidence as blockers—not passes.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capstone cases are a workshop minimum, not certification or proof of production readiness.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https://learn.microsoft.com/azure/foundry/concepts/observability  ·  +2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in Production</dc:title>
  <dc:subject>Day 5 — Production Readiness + Capstone Kickoff</dc:subject>
  <dc:creator>Building AI Apps and Agents Workshop</dc:creator>
  <cp:lastModifiedBy>Building AI Apps and Agents Workshop</cp:lastModifiedBy>
  <cp:revision>1</cp:revision>
  <dcterms:created xsi:type="dcterms:W3CDTF">2026-09-18T14:30:52Z</dcterms:created>
  <dcterms:modified xsi:type="dcterms:W3CDTF">2026-09-18T14:30:52Z</dcterms:modified>
</cp:coreProperties>
</file>