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 3 minutes. Clearly label this as workshop policy: teams will create a useful, reviewed capstone over the next 2–3 weeks, not compete in a hackathon. No completed lab, attendee-owned environment, or Day 5 deployment deliverable is assumed. The evidence pack and templates provide a complete starting point.
• GROUNDING SOURCE: docs/day5-plan.md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 4 minutes. An MAF agent combines model-backed behavior with instructions and tools, so the model can choose a next action. An MAF workflow defines an explicit, inspectable path across agents or ordinary code. Explicit flow does not make model output deterministic, and more agents do not make a design better. Checkpoint: a single MAF agent with a read-only tool can qualify; multi-agent is not mandatory.
• GROUNDING SOURCE: https://learn.microsoft.com/agent-framework/concepts/agents/
• GROUNDING SOURCE: https://learn.microsoft.com/agent-framework/concepts/workflows/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 4 minutes. Separate product concepts from the workshop choice. A Foundry-deployed model supplies inference; it does not give the model private or current enterprise facts. RAG retrieves relevant content and adds it to model input as grounding data. In Foundry IQ, a knowledge base defines retrieval behavior and references one or more knowledge sources, which connect to indexed or remote content. Workshop policy accepts either Foundry IQ or a custom RAG pipeline. Retrieved content can still be incomplete, stale, unsafe, or unauthorized.
• GROUNDING SOURCE: https://learn.microsoft.com/azure/foundry/concepts/retrieval-augmented-generation
• GROUNDING SOURCE: https://learn.microsoft.com/azure/foundry/agents/concepts/what-is-foundry-iq
• GROUNDING SOURCE: docs/day5-plan.md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 6 minutes. This matrix is workshop policy informed by documented product evidence; it is not a Microsoft production-readiness standard. A deliverable is what the team built or documented. Evidence is a retained observation that lets a reviewer test a claim. Ten cases are a teaching minimum, not statistical assurance. The capstone requires a captured Foundry evaluator result before and after a change, plus OTel trace evidence visible in Foundry tracing or Application Insights. A README or checked box cannot substitute for those observations.
• GROUNDING SOURCE: https://learn.microsoft.com/azure/foundry/observability/how-to/evaluation-datasets
• GROUNDING SOURCE: https://learn.microsoft.com/azure/foundry/concepts/evaluation-evaluators/agent-evaluators
• GROUNDING SOURCE: https://learn.microsoft.com/azure/foundry/observability/concepts/trace-agent-concept
• GROUNDING SOURCE: docs/day5-plan.md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 5 minutes. Resolve everyone into a 2–3-person team with no solo path, then coach to one user problem, one small action or knowledge boundary, 3–5 measurable success criteria, and one meaningful failure case. Week 1 ends with a working spike and initial evaluator baseline. Week 2 changes one thing, strengthens controls, and records the final comparison. Week 2–3 is rehearsal and the shared demo: about 10 minutes to present/demonstrate plus 5 minutes for Q&amp;A and coaching, on a date still TBD. There is no Day 5 deployment deliverable; deployment is not a hidden checkpoint.
• GROUNDING SOURCE: https://learn.microsoft.com/agent-framework/journey/workflows
• GROUNDING SOURCE: docs/day5-plan.md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 3 minutes. Present these as direct official starting pages, not a complete bibliography. Agents/workflows help choose the control shape; RAG/Foundry IQ ground the knowledge design; evaluation datasets and tracing establish reusable evidence. The repository's docs/resources.md remains the curated index and will be expanded independently. Close by having each already-formed team name its candidate, provisional evidence owners, and known gaps, then open the charter template for Module 8.
• GROUNDING SOURCE: https://learn.microsoft.com/agent-framework/concepts/agents/
• GROUNDING SOURCE: https://learn.microsoft.com/agent-framework/concepts/workflows/
• GROUNDING SOURCE: https://learn.microsoft.com/azure/foundry/concepts/retrieval-augmented-generation
• GROUNDING SOURCE: https://learn.microsoft.com/azure/foundry/agents/concepts/what-is-foundry-iq
• GROUNDING SOURCE: https://learn.microsoft.com/azure/foundry/observability/how-to/evaluation-datasets
• GROUNDING SOURCE: https://learn.microsoft.com/azure/foundry/concepts/evaluation-evaluators/agent-evaluators
• GROUNDING SOURCE: https://learn.microsoft.com/azure/foundry/observability/concepts/trace-agent-concept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Briefing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useful scope, build the smallest credible solution, and collect evidence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docs/day5-plan.md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 workflow: choose who controls the path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model behavior, instructions, tools, and run context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choose whether and how to use an available tool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when one bounded agent can satisfy the user need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agents or ordinary code through explicit execution paths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defines ordering, branches, gates, and handoffs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it only when the process itself needs that control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https://learn.microsoft.com/agent-framework/concepts/agents/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is retrieved evidence—not a model location</a:t>
            </a:r>
            <a:endParaRPr lang="en-US" sz="2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88516"/>
                <a:gridCol w="652396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it precisely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Foundry-deployed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Supplies inference; its location does not ground the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/ grounding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Retrieves evidence and adds it to the model 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knowledge base defines retrieval behavior and references knowledge sources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Foundry IQ or custom RAG; test the retrieved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https://learn.microsoft.com/azure/foundry/concepts/retrieval-augmented-generation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deliverable—and bring separate evidence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409768"/>
                <a:gridCol w="4002712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workshop element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MAF agent + Foundry-deployed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runs and performs inference?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boundary + Foundry IQ or custom 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acts, and what evidence grounds the response?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diagram + README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designed, decided, and left out?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≥10 cases + captured initial/final evaluator results + OTel trace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behavior changed, and what execution was observed?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30-day plan + shared demo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owns the next step, and can others review the evidence?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https://learn.microsoft.com/azure/foundry/observability/how-to/evaluation-datasets  ·  +3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small; pass the approved checkpoints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265809"/>
          </a:xfrm>
          <a:prstGeom prst="roundRect">
            <a:avLst>
              <a:gd name="adj" fmla="val 4334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team + charter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939290"/>
            <a:ext cx="2340864" cy="451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 team of 2–3 (no solo); name one user, task, non-goals, owners, and dependencies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739329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265809"/>
          </a:xfrm>
          <a:prstGeom prst="roundRect">
            <a:avLst>
              <a:gd name="adj" fmla="val 4334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design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01165"/>
            <a:ext cx="2340864" cy="689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simplest agent/workflow shape and one failure case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739329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265809"/>
          </a:xfrm>
          <a:prstGeom prst="roundRect">
            <a:avLst>
              <a:gd name="adj" fmla="val 4334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baseline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01165"/>
            <a:ext cx="2340864" cy="689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working spike, ≥10 planned cases, and the initial evaluator result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2737993"/>
            <a:ext cx="2633472" cy="1265809"/>
          </a:xfrm>
          <a:prstGeom prst="roundRect">
            <a:avLst>
              <a:gd name="adj" fmla="val 4334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2856865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2907157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2856865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candidate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223006"/>
            <a:ext cx="2340864" cy="689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thing; rerun the same cases and retain controls, traces, and final result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261170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2737993"/>
            <a:ext cx="2633472" cy="1265809"/>
          </a:xfrm>
          <a:prstGeom prst="roundRect">
            <a:avLst>
              <a:gd name="adj" fmla="val 4334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2856865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2907157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2856865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2–3 · share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223006"/>
            <a:ext cx="2340864" cy="689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README and architecture; rehearse ~10m demo + 5m Q&amp;A; exact date TBD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lab/environment requirement. No multi-agent requirement. No Day 5 deployment deliverable.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resources: where to go next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control shape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MAF agent concepts · MAF workflow concepts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grounding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RAG and indexes · Foundry IQ knowledge bases and sources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repeatable evidence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Evaluation datasets · Agent evaluators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operations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Agent tracing, spans, attributes, and exporters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curated index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docs/resources.md remains the workshop's maintained resource list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name the candidate and evidence owners, record known gaps, and open the charter.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https://learn.microsoft.com/agent-framework/concepts/agents/  ·  +6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Briefing</dc:title>
  <dc:subject>Day 5 — Production Readiness + Capstone Kickoff</dc:subject>
  <dc:creator>Building AI Apps and Agents Workshop</dc:creator>
  <cp:lastModifiedBy>Building AI Apps and Agents Workshop</cp:lastModifiedBy>
  <cp:revision>1</cp:revision>
  <dcterms:created xsi:type="dcterms:W3CDTF">2026-09-18T14:51:05Z</dcterms:created>
  <dcterms:modified xsi:type="dcterms:W3CDTF">2026-09-18T14:51:05Z</dcterms:modified>
</cp:coreProperties>
</file>