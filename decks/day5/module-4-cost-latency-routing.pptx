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467" r:id="rId2"/>
    <p:sldId id="668" r:id="rId3"/>
    <p:sldId id="869" r:id="rId4"/>
    <p:sldId id="1070" r:id="rId5"/>
    <p:sldId id="1271" r:id="rId6"/>
    <p:sldId id="1472" r:id="rId7"/>
    <p:sldId id="1673" r:id="rId8"/>
    <p:sldId id="1874" r:id="rId9"/>
    <p:sldId id="2075" r:id="rId10"/>
    <p:sldId id="2276" r:id="rId11"/>
    <p:sldId id="2477" r:id="rId12"/>
  </p:sldIdLst>
  <p:sldSz cx="9144000" cy="5143500" type="screen16x9"/>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BAE2576-36ED-4AB0-A850-562EC6086965}" v="1" dt="2026-09-20T19:07:09.434"/>
    <p1510:client id="{7EAAE084-91B3-4B78-A1F9-9CBA742E9DEF}" v="21" dt="2026-09-20T19:00:36.84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19"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clId="Web-{7EAAE084-91B3-4B78-A1F9-9CBA742E9DEF}"/>
    <pc:docChg chg="mod addSld delSld modSld setSldSz">
      <pc:chgData name="" userId="" providerId="" clId="Web-{7EAAE084-91B3-4B78-A1F9-9CBA742E9DEF}" dt="2026-09-20T19:00:36.846" v="42" actId="34807"/>
      <pc:docMkLst>
        <pc:docMk/>
      </pc:docMkLst>
      <pc:sldChg chg="modSp del">
        <pc:chgData name="" userId="" providerId="" clId="Web-{7EAAE084-91B3-4B78-A1F9-9CBA742E9DEF}" dt="2026-09-20T18:59:38.062" v="40" actId="34807"/>
        <pc:sldMkLst>
          <pc:docMk/>
          <pc:sldMk cId="0" sldId="256"/>
        </pc:sldMkLst>
        <pc:spChg chg="mod">
          <ac:chgData name="" userId="" providerId="" clId="Web-{7EAAE084-91B3-4B78-A1F9-9CBA742E9DEF}" dt="2026-09-20T18:55:46.676" v="0" actId="34807"/>
          <ac:spMkLst>
            <pc:docMk/>
            <pc:sldMk cId="0" sldId="256"/>
            <ac:spMk id="2" creationId="{00000000-0000-0000-0000-000000000000}"/>
          </ac:spMkLst>
        </pc:spChg>
        <pc:spChg chg="mod">
          <ac:chgData name="" userId="" providerId="" clId="Web-{7EAAE084-91B3-4B78-A1F9-9CBA742E9DEF}" dt="2026-09-20T18:55:46.676" v="0" actId="34807"/>
          <ac:spMkLst>
            <pc:docMk/>
            <pc:sldMk cId="0" sldId="256"/>
            <ac:spMk id="3" creationId="{00000000-0000-0000-0000-000000000000}"/>
          </ac:spMkLst>
        </pc:spChg>
        <pc:spChg chg="mod">
          <ac:chgData name="" userId="" providerId="" clId="Web-{7EAAE084-91B3-4B78-A1F9-9CBA742E9DEF}" dt="2026-09-20T18:55:46.676" v="0" actId="34807"/>
          <ac:spMkLst>
            <pc:docMk/>
            <pc:sldMk cId="0" sldId="256"/>
            <ac:spMk id="8" creationId="{00000000-0000-0000-0000-000000000000}"/>
          </ac:spMkLst>
        </pc:spChg>
        <pc:spChg chg="mod">
          <ac:chgData name="" userId="" providerId="" clId="Web-{7EAAE084-91B3-4B78-A1F9-9CBA742E9DEF}" dt="2026-09-20T18:55:46.676" v="0" actId="34807"/>
          <ac:spMkLst>
            <pc:docMk/>
            <pc:sldMk cId="0" sldId="256"/>
            <ac:spMk id="10" creationId="{00000000-0000-0000-0000-000000000000}"/>
          </ac:spMkLst>
        </pc:spChg>
        <pc:spChg chg="mod">
          <ac:chgData name="" userId="" providerId="" clId="Web-{7EAAE084-91B3-4B78-A1F9-9CBA742E9DEF}" dt="2026-09-20T18:55:46.676" v="0" actId="34807"/>
          <ac:spMkLst>
            <pc:docMk/>
            <pc:sldMk cId="0" sldId="256"/>
            <ac:spMk id="11" creationId="{00000000-0000-0000-0000-000000000000}"/>
          </ac:spMkLst>
        </pc:spChg>
        <pc:spChg chg="mod">
          <ac:chgData name="" userId="" providerId="" clId="Web-{7EAAE084-91B3-4B78-A1F9-9CBA742E9DEF}" dt="2026-09-20T18:55:46.676" v="0" actId="34807"/>
          <ac:spMkLst>
            <pc:docMk/>
            <pc:sldMk cId="0" sldId="256"/>
            <ac:spMk id="12" creationId="{00000000-0000-0000-0000-000000000000}"/>
          </ac:spMkLst>
        </pc:spChg>
        <pc:spChg chg="mod">
          <ac:chgData name="" userId="" providerId="" clId="Web-{7EAAE084-91B3-4B78-A1F9-9CBA742E9DEF}" dt="2026-09-20T18:55:46.676" v="0" actId="34807"/>
          <ac:spMkLst>
            <pc:docMk/>
            <pc:sldMk cId="0" sldId="256"/>
            <ac:spMk id="13" creationId="{00000000-0000-0000-0000-000000000000}"/>
          </ac:spMkLst>
        </pc:spChg>
        <pc:spChg chg="mod">
          <ac:chgData name="" userId="" providerId="" clId="Web-{7EAAE084-91B3-4B78-A1F9-9CBA742E9DEF}" dt="2026-09-20T18:55:46.676" v="0" actId="34807"/>
          <ac:spMkLst>
            <pc:docMk/>
            <pc:sldMk cId="0" sldId="256"/>
            <ac:spMk id="14" creationId="{00000000-0000-0000-0000-000000000000}"/>
          </ac:spMkLst>
        </pc:spChg>
        <pc:spChg chg="mod">
          <ac:chgData name="" userId="" providerId="" clId="Web-{7EAAE084-91B3-4B78-A1F9-9CBA742E9DEF}" dt="2026-09-20T18:55:46.676" v="0" actId="34807"/>
          <ac:spMkLst>
            <pc:docMk/>
            <pc:sldMk cId="0" sldId="256"/>
            <ac:spMk id="18" creationId="{00000000-0000-0000-0000-000000000000}"/>
          </ac:spMkLst>
        </pc:spChg>
        <pc:spChg chg="mod">
          <ac:chgData name="" userId="" providerId="" clId="Web-{7EAAE084-91B3-4B78-A1F9-9CBA742E9DEF}" dt="2026-09-20T18:55:46.676" v="0" actId="34807"/>
          <ac:spMkLst>
            <pc:docMk/>
            <pc:sldMk cId="0" sldId="256"/>
            <ac:spMk id="19" creationId="{00000000-0000-0000-0000-000000000000}"/>
          </ac:spMkLst>
        </pc:spChg>
      </pc:sldChg>
      <pc:sldChg chg="modSp del">
        <pc:chgData name="" userId="" providerId="" clId="Web-{7EAAE084-91B3-4B78-A1F9-9CBA742E9DEF}" dt="2026-09-20T18:59:38.062" v="40" actId="34807"/>
        <pc:sldMkLst>
          <pc:docMk/>
          <pc:sldMk cId="0" sldId="257"/>
        </pc:sldMkLst>
        <pc:spChg chg="mod">
          <ac:chgData name="" userId="" providerId="" clId="Web-{7EAAE084-91B3-4B78-A1F9-9CBA742E9DEF}" dt="2026-09-20T18:55:46.676" v="0" actId="34807"/>
          <ac:spMkLst>
            <pc:docMk/>
            <pc:sldMk cId="0" sldId="257"/>
            <ac:spMk id="7" creationId="{00000000-0000-0000-0000-000000000000}"/>
          </ac:spMkLst>
        </pc:spChg>
        <pc:spChg chg="mod">
          <ac:chgData name="" userId="" providerId="" clId="Web-{7EAAE084-91B3-4B78-A1F9-9CBA742E9DEF}" dt="2026-09-20T18:55:46.676" v="0" actId="34807"/>
          <ac:spMkLst>
            <pc:docMk/>
            <pc:sldMk cId="0" sldId="257"/>
            <ac:spMk id="14" creationId="{00000000-0000-0000-0000-000000000000}"/>
          </ac:spMkLst>
        </pc:spChg>
        <pc:spChg chg="mod">
          <ac:chgData name="" userId="" providerId="" clId="Web-{7EAAE084-91B3-4B78-A1F9-9CBA742E9DEF}" dt="2026-09-20T18:55:46.676" v="0" actId="34807"/>
          <ac:spMkLst>
            <pc:docMk/>
            <pc:sldMk cId="0" sldId="257"/>
            <ac:spMk id="18" creationId="{00000000-0000-0000-0000-000000000000}"/>
          </ac:spMkLst>
        </pc:spChg>
        <pc:spChg chg="mod">
          <ac:chgData name="" userId="" providerId="" clId="Web-{7EAAE084-91B3-4B78-A1F9-9CBA742E9DEF}" dt="2026-09-20T18:55:46.676" v="0" actId="34807"/>
          <ac:spMkLst>
            <pc:docMk/>
            <pc:sldMk cId="0" sldId="257"/>
            <ac:spMk id="24" creationId="{00000000-0000-0000-0000-000000000000}"/>
          </ac:spMkLst>
        </pc:spChg>
        <pc:spChg chg="mod">
          <ac:chgData name="" userId="" providerId="" clId="Web-{7EAAE084-91B3-4B78-A1F9-9CBA742E9DEF}" dt="2026-09-20T18:55:46.676" v="0" actId="34807"/>
          <ac:spMkLst>
            <pc:docMk/>
            <pc:sldMk cId="0" sldId="257"/>
            <ac:spMk id="32" creationId="{00000000-0000-0000-0000-000000000000}"/>
          </ac:spMkLst>
        </pc:spChg>
        <pc:spChg chg="mod">
          <ac:chgData name="" userId="" providerId="" clId="Web-{7EAAE084-91B3-4B78-A1F9-9CBA742E9DEF}" dt="2026-09-20T18:55:46.676" v="0" actId="34807"/>
          <ac:spMkLst>
            <pc:docMk/>
            <pc:sldMk cId="0" sldId="257"/>
            <ac:spMk id="37" creationId="{00000000-0000-0000-0000-000000000000}"/>
          </ac:spMkLst>
        </pc:spChg>
        <pc:spChg chg="mod">
          <ac:chgData name="" userId="" providerId="" clId="Web-{7EAAE084-91B3-4B78-A1F9-9CBA742E9DEF}" dt="2026-09-20T18:55:46.676" v="0" actId="34807"/>
          <ac:spMkLst>
            <pc:docMk/>
            <pc:sldMk cId="0" sldId="257"/>
            <ac:spMk id="39" creationId="{00000000-0000-0000-0000-000000000000}"/>
          </ac:spMkLst>
        </pc:spChg>
        <pc:spChg chg="mod">
          <ac:chgData name="" userId="" providerId="" clId="Web-{7EAAE084-91B3-4B78-A1F9-9CBA742E9DEF}" dt="2026-09-20T18:55:46.676" v="0" actId="34807"/>
          <ac:spMkLst>
            <pc:docMk/>
            <pc:sldMk cId="0" sldId="257"/>
            <ac:spMk id="49" creationId="{00000000-0000-0000-0000-000000000000}"/>
          </ac:spMkLst>
        </pc:spChg>
        <pc:spChg chg="mod">
          <ac:chgData name="" userId="" providerId="" clId="Web-{7EAAE084-91B3-4B78-A1F9-9CBA742E9DEF}" dt="2026-09-20T18:55:46.676" v="0" actId="34807"/>
          <ac:spMkLst>
            <pc:docMk/>
            <pc:sldMk cId="0" sldId="257"/>
            <ac:spMk id="51" creationId="{00000000-0000-0000-0000-000000000000}"/>
          </ac:spMkLst>
        </pc:spChg>
        <pc:spChg chg="mod">
          <ac:chgData name="" userId="" providerId="" clId="Web-{7EAAE084-91B3-4B78-A1F9-9CBA742E9DEF}" dt="2026-09-20T18:55:46.676" v="0" actId="34807"/>
          <ac:spMkLst>
            <pc:docMk/>
            <pc:sldMk cId="0" sldId="257"/>
            <ac:spMk id="53" creationId="{00000000-0000-0000-0000-000000000000}"/>
          </ac:spMkLst>
        </pc:spChg>
      </pc:sldChg>
      <pc:sldChg chg="modSp del">
        <pc:chgData name="" userId="" providerId="" clId="Web-{7EAAE084-91B3-4B78-A1F9-9CBA742E9DEF}" dt="2026-09-20T18:59:38.062" v="40" actId="34807"/>
        <pc:sldMkLst>
          <pc:docMk/>
          <pc:sldMk cId="0" sldId="258"/>
        </pc:sldMkLst>
        <pc:spChg chg="mod">
          <ac:chgData name="" userId="" providerId="" clId="Web-{7EAAE084-91B3-4B78-A1F9-9CBA742E9DEF}" dt="2026-09-20T18:55:46.676" v="0" actId="34807"/>
          <ac:spMkLst>
            <pc:docMk/>
            <pc:sldMk cId="0" sldId="258"/>
            <ac:spMk id="2" creationId="{00000000-0000-0000-0000-000000000000}"/>
          </ac:spMkLst>
        </pc:spChg>
        <pc:spChg chg="mod">
          <ac:chgData name="" userId="" providerId="" clId="Web-{7EAAE084-91B3-4B78-A1F9-9CBA742E9DEF}" dt="2026-09-20T18:55:46.676" v="0" actId="34807"/>
          <ac:spMkLst>
            <pc:docMk/>
            <pc:sldMk cId="0" sldId="258"/>
            <ac:spMk id="15" creationId="{00000000-0000-0000-0000-000000000000}"/>
          </ac:spMkLst>
        </pc:spChg>
        <pc:spChg chg="mod">
          <ac:chgData name="" userId="" providerId="" clId="Web-{7EAAE084-91B3-4B78-A1F9-9CBA742E9DEF}" dt="2026-09-20T18:55:46.676" v="0" actId="34807"/>
          <ac:spMkLst>
            <pc:docMk/>
            <pc:sldMk cId="0" sldId="258"/>
            <ac:spMk id="20" creationId="{00000000-0000-0000-0000-000000000000}"/>
          </ac:spMkLst>
        </pc:spChg>
        <pc:spChg chg="mod">
          <ac:chgData name="" userId="" providerId="" clId="Web-{7EAAE084-91B3-4B78-A1F9-9CBA742E9DEF}" dt="2026-09-20T18:55:46.676" v="0" actId="34807"/>
          <ac:spMkLst>
            <pc:docMk/>
            <pc:sldMk cId="0" sldId="258"/>
            <ac:spMk id="21" creationId="{00000000-0000-0000-0000-000000000000}"/>
          </ac:spMkLst>
        </pc:spChg>
        <pc:spChg chg="mod">
          <ac:chgData name="" userId="" providerId="" clId="Web-{7EAAE084-91B3-4B78-A1F9-9CBA742E9DEF}" dt="2026-09-20T18:55:46.676" v="0" actId="34807"/>
          <ac:spMkLst>
            <pc:docMk/>
            <pc:sldMk cId="0" sldId="258"/>
            <ac:spMk id="25" creationId="{00000000-0000-0000-0000-000000000000}"/>
          </ac:spMkLst>
        </pc:spChg>
        <pc:spChg chg="mod">
          <ac:chgData name="" userId="" providerId="" clId="Web-{7EAAE084-91B3-4B78-A1F9-9CBA742E9DEF}" dt="2026-09-20T18:55:46.676" v="0" actId="34807"/>
          <ac:spMkLst>
            <pc:docMk/>
            <pc:sldMk cId="0" sldId="258"/>
            <ac:spMk id="26" creationId="{00000000-0000-0000-0000-000000000000}"/>
          </ac:spMkLst>
        </pc:spChg>
        <pc:spChg chg="mod">
          <ac:chgData name="" userId="" providerId="" clId="Web-{7EAAE084-91B3-4B78-A1F9-9CBA742E9DEF}" dt="2026-09-20T18:55:46.676" v="0" actId="34807"/>
          <ac:spMkLst>
            <pc:docMk/>
            <pc:sldMk cId="0" sldId="258"/>
            <ac:spMk id="28" creationId="{00000000-0000-0000-0000-000000000000}"/>
          </ac:spMkLst>
        </pc:spChg>
        <pc:spChg chg="mod">
          <ac:chgData name="" userId="" providerId="" clId="Web-{7EAAE084-91B3-4B78-A1F9-9CBA742E9DEF}" dt="2026-09-20T18:55:46.676" v="0" actId="34807"/>
          <ac:spMkLst>
            <pc:docMk/>
            <pc:sldMk cId="0" sldId="258"/>
            <ac:spMk id="30" creationId="{00000000-0000-0000-0000-000000000000}"/>
          </ac:spMkLst>
        </pc:spChg>
        <pc:spChg chg="mod">
          <ac:chgData name="" userId="" providerId="" clId="Web-{7EAAE084-91B3-4B78-A1F9-9CBA742E9DEF}" dt="2026-09-20T18:55:46.676" v="0" actId="34807"/>
          <ac:spMkLst>
            <pc:docMk/>
            <pc:sldMk cId="0" sldId="258"/>
            <ac:spMk id="33" creationId="{00000000-0000-0000-0000-000000000000}"/>
          </ac:spMkLst>
        </pc:spChg>
        <pc:spChg chg="mod">
          <ac:chgData name="" userId="" providerId="" clId="Web-{7EAAE084-91B3-4B78-A1F9-9CBA742E9DEF}" dt="2026-09-20T18:55:46.676" v="0" actId="34807"/>
          <ac:spMkLst>
            <pc:docMk/>
            <pc:sldMk cId="0" sldId="258"/>
            <ac:spMk id="36" creationId="{00000000-0000-0000-0000-000000000000}"/>
          </ac:spMkLst>
        </pc:spChg>
      </pc:sldChg>
      <pc:sldChg chg="modSp del">
        <pc:chgData name="" userId="" providerId="" clId="Web-{7EAAE084-91B3-4B78-A1F9-9CBA742E9DEF}" dt="2026-09-20T18:59:38.062" v="40" actId="34807"/>
        <pc:sldMkLst>
          <pc:docMk/>
          <pc:sldMk cId="0" sldId="259"/>
        </pc:sldMkLst>
        <pc:spChg chg="mod">
          <ac:chgData name="" userId="" providerId="" clId="Web-{7EAAE084-91B3-4B78-A1F9-9CBA742E9DEF}" dt="2026-09-20T18:55:46.676" v="0" actId="34807"/>
          <ac:spMkLst>
            <pc:docMk/>
            <pc:sldMk cId="0" sldId="259"/>
            <ac:spMk id="4" creationId="{00000000-0000-0000-0000-000000000000}"/>
          </ac:spMkLst>
        </pc:spChg>
        <pc:spChg chg="mod">
          <ac:chgData name="" userId="" providerId="" clId="Web-{7EAAE084-91B3-4B78-A1F9-9CBA742E9DEF}" dt="2026-09-20T18:55:46.676" v="0" actId="34807"/>
          <ac:spMkLst>
            <pc:docMk/>
            <pc:sldMk cId="0" sldId="259"/>
            <ac:spMk id="6" creationId="{00000000-0000-0000-0000-000000000000}"/>
          </ac:spMkLst>
        </pc:spChg>
        <pc:spChg chg="mod">
          <ac:chgData name="" userId="" providerId="" clId="Web-{7EAAE084-91B3-4B78-A1F9-9CBA742E9DEF}" dt="2026-09-20T18:55:46.676" v="0" actId="34807"/>
          <ac:spMkLst>
            <pc:docMk/>
            <pc:sldMk cId="0" sldId="259"/>
            <ac:spMk id="9" creationId="{00000000-0000-0000-0000-000000000000}"/>
          </ac:spMkLst>
        </pc:spChg>
        <pc:spChg chg="mod">
          <ac:chgData name="" userId="" providerId="" clId="Web-{7EAAE084-91B3-4B78-A1F9-9CBA742E9DEF}" dt="2026-09-20T18:55:46.676" v="0" actId="34807"/>
          <ac:spMkLst>
            <pc:docMk/>
            <pc:sldMk cId="0" sldId="259"/>
            <ac:spMk id="10" creationId="{00000000-0000-0000-0000-000000000000}"/>
          </ac:spMkLst>
        </pc:spChg>
        <pc:spChg chg="mod">
          <ac:chgData name="" userId="" providerId="" clId="Web-{7EAAE084-91B3-4B78-A1F9-9CBA742E9DEF}" dt="2026-09-20T18:55:46.676" v="0" actId="34807"/>
          <ac:spMkLst>
            <pc:docMk/>
            <pc:sldMk cId="0" sldId="259"/>
            <ac:spMk id="13" creationId="{00000000-0000-0000-0000-000000000000}"/>
          </ac:spMkLst>
        </pc:spChg>
        <pc:spChg chg="mod">
          <ac:chgData name="" userId="" providerId="" clId="Web-{7EAAE084-91B3-4B78-A1F9-9CBA742E9DEF}" dt="2026-09-20T18:55:46.676" v="0" actId="34807"/>
          <ac:spMkLst>
            <pc:docMk/>
            <pc:sldMk cId="0" sldId="259"/>
            <ac:spMk id="14" creationId="{00000000-0000-0000-0000-000000000000}"/>
          </ac:spMkLst>
        </pc:spChg>
        <pc:spChg chg="mod">
          <ac:chgData name="" userId="" providerId="" clId="Web-{7EAAE084-91B3-4B78-A1F9-9CBA742E9DEF}" dt="2026-09-20T18:55:46.676" v="0" actId="34807"/>
          <ac:spMkLst>
            <pc:docMk/>
            <pc:sldMk cId="0" sldId="259"/>
            <ac:spMk id="16" creationId="{00000000-0000-0000-0000-000000000000}"/>
          </ac:spMkLst>
        </pc:spChg>
        <pc:spChg chg="mod">
          <ac:chgData name="" userId="" providerId="" clId="Web-{7EAAE084-91B3-4B78-A1F9-9CBA742E9DEF}" dt="2026-09-20T18:55:46.676" v="0" actId="34807"/>
          <ac:spMkLst>
            <pc:docMk/>
            <pc:sldMk cId="0" sldId="259"/>
            <ac:spMk id="17" creationId="{00000000-0000-0000-0000-000000000000}"/>
          </ac:spMkLst>
        </pc:spChg>
        <pc:spChg chg="mod">
          <ac:chgData name="" userId="" providerId="" clId="Web-{7EAAE084-91B3-4B78-A1F9-9CBA742E9DEF}" dt="2026-09-20T18:55:46.676" v="0" actId="34807"/>
          <ac:spMkLst>
            <pc:docMk/>
            <pc:sldMk cId="0" sldId="259"/>
            <ac:spMk id="22" creationId="{00000000-0000-0000-0000-000000000000}"/>
          </ac:spMkLst>
        </pc:spChg>
        <pc:spChg chg="mod">
          <ac:chgData name="" userId="" providerId="" clId="Web-{7EAAE084-91B3-4B78-A1F9-9CBA742E9DEF}" dt="2026-09-20T18:55:46.676" v="0" actId="34807"/>
          <ac:spMkLst>
            <pc:docMk/>
            <pc:sldMk cId="0" sldId="259"/>
            <ac:spMk id="29" creationId="{00000000-0000-0000-0000-000000000000}"/>
          </ac:spMkLst>
        </pc:spChg>
      </pc:sldChg>
      <pc:sldChg chg="modSp del">
        <pc:chgData name="" userId="" providerId="" clId="Web-{7EAAE084-91B3-4B78-A1F9-9CBA742E9DEF}" dt="2026-09-20T18:59:38.062" v="40" actId="34807"/>
        <pc:sldMkLst>
          <pc:docMk/>
          <pc:sldMk cId="0" sldId="260"/>
        </pc:sldMkLst>
        <pc:spChg chg="mod">
          <ac:chgData name="" userId="" providerId="" clId="Web-{7EAAE084-91B3-4B78-A1F9-9CBA742E9DEF}" dt="2026-09-20T18:55:46.676" v="0" actId="34807"/>
          <ac:spMkLst>
            <pc:docMk/>
            <pc:sldMk cId="0" sldId="260"/>
            <ac:spMk id="4" creationId="{00000000-0000-0000-0000-000000000000}"/>
          </ac:spMkLst>
        </pc:spChg>
        <pc:spChg chg="mod">
          <ac:chgData name="" userId="" providerId="" clId="Web-{7EAAE084-91B3-4B78-A1F9-9CBA742E9DEF}" dt="2026-09-20T18:55:46.676" v="0" actId="34807"/>
          <ac:spMkLst>
            <pc:docMk/>
            <pc:sldMk cId="0" sldId="260"/>
            <ac:spMk id="5" creationId="{00000000-0000-0000-0000-000000000000}"/>
          </ac:spMkLst>
        </pc:spChg>
        <pc:spChg chg="mod">
          <ac:chgData name="" userId="" providerId="" clId="Web-{7EAAE084-91B3-4B78-A1F9-9CBA742E9DEF}" dt="2026-09-20T18:55:46.676" v="0" actId="34807"/>
          <ac:spMkLst>
            <pc:docMk/>
            <pc:sldMk cId="0" sldId="260"/>
            <ac:spMk id="7" creationId="{00000000-0000-0000-0000-000000000000}"/>
          </ac:spMkLst>
        </pc:spChg>
        <pc:spChg chg="mod">
          <ac:chgData name="" userId="" providerId="" clId="Web-{7EAAE084-91B3-4B78-A1F9-9CBA742E9DEF}" dt="2026-09-20T18:55:46.676" v="0" actId="34807"/>
          <ac:spMkLst>
            <pc:docMk/>
            <pc:sldMk cId="0" sldId="260"/>
            <ac:spMk id="11" creationId="{00000000-0000-0000-0000-000000000000}"/>
          </ac:spMkLst>
        </pc:spChg>
        <pc:spChg chg="mod">
          <ac:chgData name="" userId="" providerId="" clId="Web-{7EAAE084-91B3-4B78-A1F9-9CBA742E9DEF}" dt="2026-09-20T18:55:46.676" v="0" actId="34807"/>
          <ac:spMkLst>
            <pc:docMk/>
            <pc:sldMk cId="0" sldId="260"/>
            <ac:spMk id="15" creationId="{00000000-0000-0000-0000-000000000000}"/>
          </ac:spMkLst>
        </pc:spChg>
        <pc:spChg chg="mod">
          <ac:chgData name="" userId="" providerId="" clId="Web-{7EAAE084-91B3-4B78-A1F9-9CBA742E9DEF}" dt="2026-09-20T18:55:46.676" v="0" actId="34807"/>
          <ac:spMkLst>
            <pc:docMk/>
            <pc:sldMk cId="0" sldId="260"/>
            <ac:spMk id="20" creationId="{00000000-0000-0000-0000-000000000000}"/>
          </ac:spMkLst>
        </pc:spChg>
        <pc:spChg chg="mod">
          <ac:chgData name="" userId="" providerId="" clId="Web-{7EAAE084-91B3-4B78-A1F9-9CBA742E9DEF}" dt="2026-09-20T18:55:46.676" v="0" actId="34807"/>
          <ac:spMkLst>
            <pc:docMk/>
            <pc:sldMk cId="0" sldId="260"/>
            <ac:spMk id="22" creationId="{00000000-0000-0000-0000-000000000000}"/>
          </ac:spMkLst>
        </pc:spChg>
        <pc:spChg chg="mod">
          <ac:chgData name="" userId="" providerId="" clId="Web-{7EAAE084-91B3-4B78-A1F9-9CBA742E9DEF}" dt="2026-09-20T18:55:46.676" v="0" actId="34807"/>
          <ac:spMkLst>
            <pc:docMk/>
            <pc:sldMk cId="0" sldId="260"/>
            <ac:spMk id="26" creationId="{00000000-0000-0000-0000-000000000000}"/>
          </ac:spMkLst>
        </pc:spChg>
        <pc:spChg chg="mod">
          <ac:chgData name="" userId="" providerId="" clId="Web-{7EAAE084-91B3-4B78-A1F9-9CBA742E9DEF}" dt="2026-09-20T18:55:46.676" v="0" actId="34807"/>
          <ac:spMkLst>
            <pc:docMk/>
            <pc:sldMk cId="0" sldId="260"/>
            <ac:spMk id="31" creationId="{00000000-0000-0000-0000-000000000000}"/>
          </ac:spMkLst>
        </pc:spChg>
        <pc:spChg chg="mod">
          <ac:chgData name="" userId="" providerId="" clId="Web-{7EAAE084-91B3-4B78-A1F9-9CBA742E9DEF}" dt="2026-09-20T18:55:46.676" v="0" actId="34807"/>
          <ac:spMkLst>
            <pc:docMk/>
            <pc:sldMk cId="0" sldId="260"/>
            <ac:spMk id="32" creationId="{00000000-0000-0000-0000-000000000000}"/>
          </ac:spMkLst>
        </pc:spChg>
      </pc:sldChg>
      <pc:sldChg chg="modSp del">
        <pc:chgData name="" userId="" providerId="" clId="Web-{7EAAE084-91B3-4B78-A1F9-9CBA742E9DEF}" dt="2026-09-20T18:59:38.062" v="40" actId="34807"/>
        <pc:sldMkLst>
          <pc:docMk/>
          <pc:sldMk cId="0" sldId="261"/>
        </pc:sldMkLst>
        <pc:spChg chg="mod">
          <ac:chgData name="" userId="" providerId="" clId="Web-{7EAAE084-91B3-4B78-A1F9-9CBA742E9DEF}" dt="2026-09-20T18:55:46.676" v="0" actId="34807"/>
          <ac:spMkLst>
            <pc:docMk/>
            <pc:sldMk cId="0" sldId="261"/>
            <ac:spMk id="4" creationId="{00000000-0000-0000-0000-000000000000}"/>
          </ac:spMkLst>
        </pc:spChg>
        <pc:spChg chg="mod">
          <ac:chgData name="" userId="" providerId="" clId="Web-{7EAAE084-91B3-4B78-A1F9-9CBA742E9DEF}" dt="2026-09-20T18:55:46.676" v="0" actId="34807"/>
          <ac:spMkLst>
            <pc:docMk/>
            <pc:sldMk cId="0" sldId="261"/>
            <ac:spMk id="7" creationId="{00000000-0000-0000-0000-000000000000}"/>
          </ac:spMkLst>
        </pc:spChg>
        <pc:spChg chg="mod">
          <ac:chgData name="" userId="" providerId="" clId="Web-{7EAAE084-91B3-4B78-A1F9-9CBA742E9DEF}" dt="2026-09-20T18:55:46.676" v="0" actId="34807"/>
          <ac:spMkLst>
            <pc:docMk/>
            <pc:sldMk cId="0" sldId="261"/>
            <ac:spMk id="10" creationId="{00000000-0000-0000-0000-000000000000}"/>
          </ac:spMkLst>
        </pc:spChg>
        <pc:spChg chg="mod">
          <ac:chgData name="" userId="" providerId="" clId="Web-{7EAAE084-91B3-4B78-A1F9-9CBA742E9DEF}" dt="2026-09-20T18:55:46.676" v="0" actId="34807"/>
          <ac:spMkLst>
            <pc:docMk/>
            <pc:sldMk cId="0" sldId="261"/>
            <ac:spMk id="16" creationId="{00000000-0000-0000-0000-000000000000}"/>
          </ac:spMkLst>
        </pc:spChg>
        <pc:spChg chg="mod">
          <ac:chgData name="" userId="" providerId="" clId="Web-{7EAAE084-91B3-4B78-A1F9-9CBA742E9DEF}" dt="2026-09-20T18:55:46.676" v="0" actId="34807"/>
          <ac:spMkLst>
            <pc:docMk/>
            <pc:sldMk cId="0" sldId="261"/>
            <ac:spMk id="17" creationId="{00000000-0000-0000-0000-000000000000}"/>
          </ac:spMkLst>
        </pc:spChg>
        <pc:spChg chg="mod">
          <ac:chgData name="" userId="" providerId="" clId="Web-{7EAAE084-91B3-4B78-A1F9-9CBA742E9DEF}" dt="2026-09-20T18:55:46.676" v="0" actId="34807"/>
          <ac:spMkLst>
            <pc:docMk/>
            <pc:sldMk cId="0" sldId="261"/>
            <ac:spMk id="19" creationId="{00000000-0000-0000-0000-000000000000}"/>
          </ac:spMkLst>
        </pc:spChg>
        <pc:spChg chg="mod">
          <ac:chgData name="" userId="" providerId="" clId="Web-{7EAAE084-91B3-4B78-A1F9-9CBA742E9DEF}" dt="2026-09-20T18:55:46.676" v="0" actId="34807"/>
          <ac:spMkLst>
            <pc:docMk/>
            <pc:sldMk cId="0" sldId="261"/>
            <ac:spMk id="22" creationId="{00000000-0000-0000-0000-000000000000}"/>
          </ac:spMkLst>
        </pc:spChg>
        <pc:spChg chg="mod">
          <ac:chgData name="" userId="" providerId="" clId="Web-{7EAAE084-91B3-4B78-A1F9-9CBA742E9DEF}" dt="2026-09-20T18:55:46.676" v="0" actId="34807"/>
          <ac:spMkLst>
            <pc:docMk/>
            <pc:sldMk cId="0" sldId="261"/>
            <ac:spMk id="32" creationId="{00000000-0000-0000-0000-000000000000}"/>
          </ac:spMkLst>
        </pc:spChg>
        <pc:spChg chg="mod">
          <ac:chgData name="" userId="" providerId="" clId="Web-{7EAAE084-91B3-4B78-A1F9-9CBA742E9DEF}" dt="2026-09-20T18:55:46.676" v="0" actId="34807"/>
          <ac:spMkLst>
            <pc:docMk/>
            <pc:sldMk cId="0" sldId="261"/>
            <ac:spMk id="33" creationId="{00000000-0000-0000-0000-000000000000}"/>
          </ac:spMkLst>
        </pc:spChg>
        <pc:spChg chg="mod">
          <ac:chgData name="" userId="" providerId="" clId="Web-{7EAAE084-91B3-4B78-A1F9-9CBA742E9DEF}" dt="2026-09-20T18:55:46.676" v="0" actId="34807"/>
          <ac:spMkLst>
            <pc:docMk/>
            <pc:sldMk cId="0" sldId="261"/>
            <ac:spMk id="35" creationId="{00000000-0000-0000-0000-000000000000}"/>
          </ac:spMkLst>
        </pc:spChg>
      </pc:sldChg>
      <pc:sldChg chg="modSp del">
        <pc:chgData name="" userId="" providerId="" clId="Web-{7EAAE084-91B3-4B78-A1F9-9CBA742E9DEF}" dt="2026-09-20T18:59:38.062" v="40" actId="34807"/>
        <pc:sldMkLst>
          <pc:docMk/>
          <pc:sldMk cId="0" sldId="262"/>
        </pc:sldMkLst>
        <pc:spChg chg="mod">
          <ac:chgData name="" userId="" providerId="" clId="Web-{7EAAE084-91B3-4B78-A1F9-9CBA742E9DEF}" dt="2026-09-20T18:55:46.676" v="0" actId="34807"/>
          <ac:spMkLst>
            <pc:docMk/>
            <pc:sldMk cId="0" sldId="262"/>
            <ac:spMk id="3" creationId="{00000000-0000-0000-0000-000000000000}"/>
          </ac:spMkLst>
        </pc:spChg>
        <pc:spChg chg="mod">
          <ac:chgData name="" userId="" providerId="" clId="Web-{7EAAE084-91B3-4B78-A1F9-9CBA742E9DEF}" dt="2026-09-20T18:55:46.676" v="0" actId="34807"/>
          <ac:spMkLst>
            <pc:docMk/>
            <pc:sldMk cId="0" sldId="262"/>
            <ac:spMk id="6" creationId="{00000000-0000-0000-0000-000000000000}"/>
          </ac:spMkLst>
        </pc:spChg>
        <pc:spChg chg="mod">
          <ac:chgData name="" userId="" providerId="" clId="Web-{7EAAE084-91B3-4B78-A1F9-9CBA742E9DEF}" dt="2026-09-20T18:55:46.676" v="0" actId="34807"/>
          <ac:spMkLst>
            <pc:docMk/>
            <pc:sldMk cId="0" sldId="262"/>
            <ac:spMk id="8" creationId="{00000000-0000-0000-0000-000000000000}"/>
          </ac:spMkLst>
        </pc:spChg>
        <pc:spChg chg="mod">
          <ac:chgData name="" userId="" providerId="" clId="Web-{7EAAE084-91B3-4B78-A1F9-9CBA742E9DEF}" dt="2026-09-20T18:55:46.676" v="0" actId="34807"/>
          <ac:spMkLst>
            <pc:docMk/>
            <pc:sldMk cId="0" sldId="262"/>
            <ac:spMk id="12" creationId="{00000000-0000-0000-0000-000000000000}"/>
          </ac:spMkLst>
        </pc:spChg>
        <pc:spChg chg="mod">
          <ac:chgData name="" userId="" providerId="" clId="Web-{7EAAE084-91B3-4B78-A1F9-9CBA742E9DEF}" dt="2026-09-20T18:55:46.676" v="0" actId="34807"/>
          <ac:spMkLst>
            <pc:docMk/>
            <pc:sldMk cId="0" sldId="262"/>
            <ac:spMk id="13" creationId="{00000000-0000-0000-0000-000000000000}"/>
          </ac:spMkLst>
        </pc:spChg>
        <pc:spChg chg="mod">
          <ac:chgData name="" userId="" providerId="" clId="Web-{7EAAE084-91B3-4B78-A1F9-9CBA742E9DEF}" dt="2026-09-20T18:55:46.676" v="0" actId="34807"/>
          <ac:spMkLst>
            <pc:docMk/>
            <pc:sldMk cId="0" sldId="262"/>
            <ac:spMk id="15" creationId="{00000000-0000-0000-0000-000000000000}"/>
          </ac:spMkLst>
        </pc:spChg>
        <pc:spChg chg="mod">
          <ac:chgData name="" userId="" providerId="" clId="Web-{7EAAE084-91B3-4B78-A1F9-9CBA742E9DEF}" dt="2026-09-20T18:55:46.676" v="0" actId="34807"/>
          <ac:spMkLst>
            <pc:docMk/>
            <pc:sldMk cId="0" sldId="262"/>
            <ac:spMk id="17" creationId="{00000000-0000-0000-0000-000000000000}"/>
          </ac:spMkLst>
        </pc:spChg>
        <pc:spChg chg="mod">
          <ac:chgData name="" userId="" providerId="" clId="Web-{7EAAE084-91B3-4B78-A1F9-9CBA742E9DEF}" dt="2026-09-20T18:55:46.676" v="0" actId="34807"/>
          <ac:spMkLst>
            <pc:docMk/>
            <pc:sldMk cId="0" sldId="262"/>
            <ac:spMk id="19" creationId="{00000000-0000-0000-0000-000000000000}"/>
          </ac:spMkLst>
        </pc:spChg>
        <pc:spChg chg="mod">
          <ac:chgData name="" userId="" providerId="" clId="Web-{7EAAE084-91B3-4B78-A1F9-9CBA742E9DEF}" dt="2026-09-20T18:55:46.676" v="0" actId="34807"/>
          <ac:spMkLst>
            <pc:docMk/>
            <pc:sldMk cId="0" sldId="262"/>
            <ac:spMk id="27" creationId="{00000000-0000-0000-0000-000000000000}"/>
          </ac:spMkLst>
        </pc:spChg>
        <pc:spChg chg="mod">
          <ac:chgData name="" userId="" providerId="" clId="Web-{7EAAE084-91B3-4B78-A1F9-9CBA742E9DEF}" dt="2026-09-20T18:55:46.676" v="0" actId="34807"/>
          <ac:spMkLst>
            <pc:docMk/>
            <pc:sldMk cId="0" sldId="262"/>
            <ac:spMk id="28" creationId="{00000000-0000-0000-0000-000000000000}"/>
          </ac:spMkLst>
        </pc:spChg>
      </pc:sldChg>
      <pc:sldChg chg="modSp del">
        <pc:chgData name="" userId="" providerId="" clId="Web-{7EAAE084-91B3-4B78-A1F9-9CBA742E9DEF}" dt="2026-09-20T18:59:38.062" v="40" actId="34807"/>
        <pc:sldMkLst>
          <pc:docMk/>
          <pc:sldMk cId="0" sldId="263"/>
        </pc:sldMkLst>
        <pc:spChg chg="mod">
          <ac:chgData name="" userId="" providerId="" clId="Web-{7EAAE084-91B3-4B78-A1F9-9CBA742E9DEF}" dt="2026-09-20T18:55:46.676" v="0" actId="34807"/>
          <ac:spMkLst>
            <pc:docMk/>
            <pc:sldMk cId="0" sldId="263"/>
            <ac:spMk id="2" creationId="{00000000-0000-0000-0000-000000000000}"/>
          </ac:spMkLst>
        </pc:spChg>
        <pc:spChg chg="mod">
          <ac:chgData name="" userId="" providerId="" clId="Web-{7EAAE084-91B3-4B78-A1F9-9CBA742E9DEF}" dt="2026-09-20T18:55:46.676" v="0" actId="34807"/>
          <ac:spMkLst>
            <pc:docMk/>
            <pc:sldMk cId="0" sldId="263"/>
            <ac:spMk id="5" creationId="{00000000-0000-0000-0000-000000000000}"/>
          </ac:spMkLst>
        </pc:spChg>
        <pc:spChg chg="mod">
          <ac:chgData name="" userId="" providerId="" clId="Web-{7EAAE084-91B3-4B78-A1F9-9CBA742E9DEF}" dt="2026-09-20T18:55:46.676" v="0" actId="34807"/>
          <ac:spMkLst>
            <pc:docMk/>
            <pc:sldMk cId="0" sldId="263"/>
            <ac:spMk id="7" creationId="{00000000-0000-0000-0000-000000000000}"/>
          </ac:spMkLst>
        </pc:spChg>
        <pc:spChg chg="mod">
          <ac:chgData name="" userId="" providerId="" clId="Web-{7EAAE084-91B3-4B78-A1F9-9CBA742E9DEF}" dt="2026-09-20T18:55:46.676" v="0" actId="34807"/>
          <ac:spMkLst>
            <pc:docMk/>
            <pc:sldMk cId="0" sldId="263"/>
            <ac:spMk id="8" creationId="{00000000-0000-0000-0000-000000000000}"/>
          </ac:spMkLst>
        </pc:spChg>
        <pc:spChg chg="mod">
          <ac:chgData name="" userId="" providerId="" clId="Web-{7EAAE084-91B3-4B78-A1F9-9CBA742E9DEF}" dt="2026-09-20T18:55:46.676" v="0" actId="34807"/>
          <ac:spMkLst>
            <pc:docMk/>
            <pc:sldMk cId="0" sldId="263"/>
            <ac:spMk id="16" creationId="{00000000-0000-0000-0000-000000000000}"/>
          </ac:spMkLst>
        </pc:spChg>
        <pc:spChg chg="mod">
          <ac:chgData name="" userId="" providerId="" clId="Web-{7EAAE084-91B3-4B78-A1F9-9CBA742E9DEF}" dt="2026-09-20T18:55:46.676" v="0" actId="34807"/>
          <ac:spMkLst>
            <pc:docMk/>
            <pc:sldMk cId="0" sldId="263"/>
            <ac:spMk id="17" creationId="{00000000-0000-0000-0000-000000000000}"/>
          </ac:spMkLst>
        </pc:spChg>
        <pc:spChg chg="mod">
          <ac:chgData name="" userId="" providerId="" clId="Web-{7EAAE084-91B3-4B78-A1F9-9CBA742E9DEF}" dt="2026-09-20T18:55:46.676" v="0" actId="34807"/>
          <ac:spMkLst>
            <pc:docMk/>
            <pc:sldMk cId="0" sldId="263"/>
            <ac:spMk id="19" creationId="{00000000-0000-0000-0000-000000000000}"/>
          </ac:spMkLst>
        </pc:spChg>
        <pc:spChg chg="mod">
          <ac:chgData name="" userId="" providerId="" clId="Web-{7EAAE084-91B3-4B78-A1F9-9CBA742E9DEF}" dt="2026-09-20T18:55:46.676" v="0" actId="34807"/>
          <ac:spMkLst>
            <pc:docMk/>
            <pc:sldMk cId="0" sldId="263"/>
            <ac:spMk id="20" creationId="{00000000-0000-0000-0000-000000000000}"/>
          </ac:spMkLst>
        </pc:spChg>
        <pc:spChg chg="mod">
          <ac:chgData name="" userId="" providerId="" clId="Web-{7EAAE084-91B3-4B78-A1F9-9CBA742E9DEF}" dt="2026-09-20T18:55:46.676" v="0" actId="34807"/>
          <ac:spMkLst>
            <pc:docMk/>
            <pc:sldMk cId="0" sldId="263"/>
            <ac:spMk id="21" creationId="{00000000-0000-0000-0000-000000000000}"/>
          </ac:spMkLst>
        </pc:spChg>
        <pc:spChg chg="mod">
          <ac:chgData name="" userId="" providerId="" clId="Web-{7EAAE084-91B3-4B78-A1F9-9CBA742E9DEF}" dt="2026-09-20T18:55:46.676" v="0" actId="34807"/>
          <ac:spMkLst>
            <pc:docMk/>
            <pc:sldMk cId="0" sldId="263"/>
            <ac:spMk id="23" creationId="{00000000-0000-0000-0000-000000000000}"/>
          </ac:spMkLst>
        </pc:spChg>
      </pc:sldChg>
      <pc:sldChg chg="modSp del">
        <pc:chgData name="" userId="" providerId="" clId="Web-{7EAAE084-91B3-4B78-A1F9-9CBA742E9DEF}" dt="2026-09-20T18:59:38.062" v="40" actId="34807"/>
        <pc:sldMkLst>
          <pc:docMk/>
          <pc:sldMk cId="0" sldId="264"/>
        </pc:sldMkLst>
        <pc:spChg chg="mod">
          <ac:chgData name="" userId="" providerId="" clId="Web-{7EAAE084-91B3-4B78-A1F9-9CBA742E9DEF}" dt="2026-09-20T18:55:46.676" v="0" actId="34807"/>
          <ac:spMkLst>
            <pc:docMk/>
            <pc:sldMk cId="0" sldId="264"/>
            <ac:spMk id="7" creationId="{00000000-0000-0000-0000-000000000000}"/>
          </ac:spMkLst>
        </pc:spChg>
        <pc:spChg chg="mod">
          <ac:chgData name="" userId="" providerId="" clId="Web-{7EAAE084-91B3-4B78-A1F9-9CBA742E9DEF}" dt="2026-09-20T18:55:46.676" v="0" actId="34807"/>
          <ac:spMkLst>
            <pc:docMk/>
            <pc:sldMk cId="0" sldId="264"/>
            <ac:spMk id="8" creationId="{00000000-0000-0000-0000-000000000000}"/>
          </ac:spMkLst>
        </pc:spChg>
        <pc:spChg chg="mod">
          <ac:chgData name="" userId="" providerId="" clId="Web-{7EAAE084-91B3-4B78-A1F9-9CBA742E9DEF}" dt="2026-09-20T18:55:46.676" v="0" actId="34807"/>
          <ac:spMkLst>
            <pc:docMk/>
            <pc:sldMk cId="0" sldId="264"/>
            <ac:spMk id="10" creationId="{00000000-0000-0000-0000-000000000000}"/>
          </ac:spMkLst>
        </pc:spChg>
        <pc:spChg chg="mod">
          <ac:chgData name="" userId="" providerId="" clId="Web-{7EAAE084-91B3-4B78-A1F9-9CBA742E9DEF}" dt="2026-09-20T18:55:46.676" v="0" actId="34807"/>
          <ac:spMkLst>
            <pc:docMk/>
            <pc:sldMk cId="0" sldId="264"/>
            <ac:spMk id="12" creationId="{00000000-0000-0000-0000-000000000000}"/>
          </ac:spMkLst>
        </pc:spChg>
        <pc:spChg chg="mod">
          <ac:chgData name="" userId="" providerId="" clId="Web-{7EAAE084-91B3-4B78-A1F9-9CBA742E9DEF}" dt="2026-09-20T18:55:46.676" v="0" actId="34807"/>
          <ac:spMkLst>
            <pc:docMk/>
            <pc:sldMk cId="0" sldId="264"/>
            <ac:spMk id="13" creationId="{00000000-0000-0000-0000-000000000000}"/>
          </ac:spMkLst>
        </pc:spChg>
        <pc:spChg chg="mod">
          <ac:chgData name="" userId="" providerId="" clId="Web-{7EAAE084-91B3-4B78-A1F9-9CBA742E9DEF}" dt="2026-09-20T18:55:46.676" v="0" actId="34807"/>
          <ac:spMkLst>
            <pc:docMk/>
            <pc:sldMk cId="0" sldId="264"/>
            <ac:spMk id="16" creationId="{00000000-0000-0000-0000-000000000000}"/>
          </ac:spMkLst>
        </pc:spChg>
        <pc:spChg chg="mod">
          <ac:chgData name="" userId="" providerId="" clId="Web-{7EAAE084-91B3-4B78-A1F9-9CBA742E9DEF}" dt="2026-09-20T18:55:46.676" v="0" actId="34807"/>
          <ac:spMkLst>
            <pc:docMk/>
            <pc:sldMk cId="0" sldId="264"/>
            <ac:spMk id="17" creationId="{00000000-0000-0000-0000-000000000000}"/>
          </ac:spMkLst>
        </pc:spChg>
        <pc:spChg chg="mod">
          <ac:chgData name="" userId="" providerId="" clId="Web-{7EAAE084-91B3-4B78-A1F9-9CBA742E9DEF}" dt="2026-09-20T18:55:46.676" v="0" actId="34807"/>
          <ac:spMkLst>
            <pc:docMk/>
            <pc:sldMk cId="0" sldId="264"/>
            <ac:spMk id="26" creationId="{00000000-0000-0000-0000-000000000000}"/>
          </ac:spMkLst>
        </pc:spChg>
        <pc:spChg chg="mod">
          <ac:chgData name="" userId="" providerId="" clId="Web-{7EAAE084-91B3-4B78-A1F9-9CBA742E9DEF}" dt="2026-09-20T18:55:46.676" v="0" actId="34807"/>
          <ac:spMkLst>
            <pc:docMk/>
            <pc:sldMk cId="0" sldId="264"/>
            <ac:spMk id="31" creationId="{00000000-0000-0000-0000-000000000000}"/>
          </ac:spMkLst>
        </pc:spChg>
        <pc:spChg chg="mod">
          <ac:chgData name="" userId="" providerId="" clId="Web-{7EAAE084-91B3-4B78-A1F9-9CBA742E9DEF}" dt="2026-09-20T18:55:46.676" v="0" actId="34807"/>
          <ac:spMkLst>
            <pc:docMk/>
            <pc:sldMk cId="0" sldId="264"/>
            <ac:spMk id="33" creationId="{00000000-0000-0000-0000-000000000000}"/>
          </ac:spMkLst>
        </pc:spChg>
      </pc:sldChg>
      <pc:sldChg chg="modSp del">
        <pc:chgData name="" userId="" providerId="" clId="Web-{7EAAE084-91B3-4B78-A1F9-9CBA742E9DEF}" dt="2026-09-20T18:59:38.062" v="40" actId="34807"/>
        <pc:sldMkLst>
          <pc:docMk/>
          <pc:sldMk cId="0" sldId="265"/>
        </pc:sldMkLst>
        <pc:spChg chg="mod">
          <ac:chgData name="" userId="" providerId="" clId="Web-{7EAAE084-91B3-4B78-A1F9-9CBA742E9DEF}" dt="2026-09-20T18:55:46.676" v="0" actId="34807"/>
          <ac:spMkLst>
            <pc:docMk/>
            <pc:sldMk cId="0" sldId="265"/>
            <ac:spMk id="2" creationId="{00000000-0000-0000-0000-000000000000}"/>
          </ac:spMkLst>
        </pc:spChg>
        <pc:spChg chg="mod">
          <ac:chgData name="" userId="" providerId="" clId="Web-{7EAAE084-91B3-4B78-A1F9-9CBA742E9DEF}" dt="2026-09-20T18:55:46.676" v="0" actId="34807"/>
          <ac:spMkLst>
            <pc:docMk/>
            <pc:sldMk cId="0" sldId="265"/>
            <ac:spMk id="7" creationId="{00000000-0000-0000-0000-000000000000}"/>
          </ac:spMkLst>
        </pc:spChg>
        <pc:spChg chg="mod">
          <ac:chgData name="" userId="" providerId="" clId="Web-{7EAAE084-91B3-4B78-A1F9-9CBA742E9DEF}" dt="2026-09-20T18:55:46.676" v="0" actId="34807"/>
          <ac:spMkLst>
            <pc:docMk/>
            <pc:sldMk cId="0" sldId="265"/>
            <ac:spMk id="9" creationId="{00000000-0000-0000-0000-000000000000}"/>
          </ac:spMkLst>
        </pc:spChg>
        <pc:spChg chg="mod">
          <ac:chgData name="" userId="" providerId="" clId="Web-{7EAAE084-91B3-4B78-A1F9-9CBA742E9DEF}" dt="2026-09-20T18:55:46.676" v="0" actId="34807"/>
          <ac:spMkLst>
            <pc:docMk/>
            <pc:sldMk cId="0" sldId="265"/>
            <ac:spMk id="10" creationId="{00000000-0000-0000-0000-000000000000}"/>
          </ac:spMkLst>
        </pc:spChg>
        <pc:spChg chg="mod">
          <ac:chgData name="" userId="" providerId="" clId="Web-{7EAAE084-91B3-4B78-A1F9-9CBA742E9DEF}" dt="2026-09-20T18:55:46.676" v="0" actId="34807"/>
          <ac:spMkLst>
            <pc:docMk/>
            <pc:sldMk cId="0" sldId="265"/>
            <ac:spMk id="17" creationId="{00000000-0000-0000-0000-000000000000}"/>
          </ac:spMkLst>
        </pc:spChg>
        <pc:spChg chg="mod">
          <ac:chgData name="" userId="" providerId="" clId="Web-{7EAAE084-91B3-4B78-A1F9-9CBA742E9DEF}" dt="2026-09-20T18:55:46.676" v="0" actId="34807"/>
          <ac:spMkLst>
            <pc:docMk/>
            <pc:sldMk cId="0" sldId="265"/>
            <ac:spMk id="18" creationId="{00000000-0000-0000-0000-000000000000}"/>
          </ac:spMkLst>
        </pc:spChg>
        <pc:spChg chg="mod">
          <ac:chgData name="" userId="" providerId="" clId="Web-{7EAAE084-91B3-4B78-A1F9-9CBA742E9DEF}" dt="2026-09-20T18:55:46.676" v="0" actId="34807"/>
          <ac:spMkLst>
            <pc:docMk/>
            <pc:sldMk cId="0" sldId="265"/>
            <ac:spMk id="20" creationId="{00000000-0000-0000-0000-000000000000}"/>
          </ac:spMkLst>
        </pc:spChg>
        <pc:spChg chg="mod">
          <ac:chgData name="" userId="" providerId="" clId="Web-{7EAAE084-91B3-4B78-A1F9-9CBA742E9DEF}" dt="2026-09-20T18:55:46.676" v="0" actId="34807"/>
          <ac:spMkLst>
            <pc:docMk/>
            <pc:sldMk cId="0" sldId="265"/>
            <ac:spMk id="27" creationId="{00000000-0000-0000-0000-000000000000}"/>
          </ac:spMkLst>
        </pc:spChg>
        <pc:spChg chg="mod">
          <ac:chgData name="" userId="" providerId="" clId="Web-{7EAAE084-91B3-4B78-A1F9-9CBA742E9DEF}" dt="2026-09-20T18:55:46.676" v="0" actId="34807"/>
          <ac:spMkLst>
            <pc:docMk/>
            <pc:sldMk cId="0" sldId="265"/>
            <ac:spMk id="29" creationId="{00000000-0000-0000-0000-000000000000}"/>
          </ac:spMkLst>
        </pc:spChg>
        <pc:spChg chg="mod">
          <ac:chgData name="" userId="" providerId="" clId="Web-{7EAAE084-91B3-4B78-A1F9-9CBA742E9DEF}" dt="2026-09-20T18:55:46.676" v="0" actId="34807"/>
          <ac:spMkLst>
            <pc:docMk/>
            <pc:sldMk cId="0" sldId="265"/>
            <ac:spMk id="30" creationId="{00000000-0000-0000-0000-000000000000}"/>
          </ac:spMkLst>
        </pc:spChg>
      </pc:sldChg>
      <pc:sldChg chg="modSp del">
        <pc:chgData name="" userId="" providerId="" clId="Web-{7EAAE084-91B3-4B78-A1F9-9CBA742E9DEF}" dt="2026-09-20T18:59:38.062" v="40" actId="34807"/>
        <pc:sldMkLst>
          <pc:docMk/>
          <pc:sldMk cId="0" sldId="266"/>
        </pc:sldMkLst>
        <pc:spChg chg="mod">
          <ac:chgData name="" userId="" providerId="" clId="Web-{7EAAE084-91B3-4B78-A1F9-9CBA742E9DEF}" dt="2026-09-20T18:55:46.676" v="0" actId="34807"/>
          <ac:spMkLst>
            <pc:docMk/>
            <pc:sldMk cId="0" sldId="266"/>
            <ac:spMk id="3" creationId="{00000000-0000-0000-0000-000000000000}"/>
          </ac:spMkLst>
        </pc:spChg>
        <pc:spChg chg="mod">
          <ac:chgData name="" userId="" providerId="" clId="Web-{7EAAE084-91B3-4B78-A1F9-9CBA742E9DEF}" dt="2026-09-20T18:55:46.676" v="0" actId="34807"/>
          <ac:spMkLst>
            <pc:docMk/>
            <pc:sldMk cId="0" sldId="266"/>
            <ac:spMk id="13" creationId="{00000000-0000-0000-0000-000000000000}"/>
          </ac:spMkLst>
        </pc:spChg>
        <pc:spChg chg="mod">
          <ac:chgData name="" userId="" providerId="" clId="Web-{7EAAE084-91B3-4B78-A1F9-9CBA742E9DEF}" dt="2026-09-20T18:55:46.676" v="0" actId="34807"/>
          <ac:spMkLst>
            <pc:docMk/>
            <pc:sldMk cId="0" sldId="266"/>
            <ac:spMk id="15" creationId="{00000000-0000-0000-0000-000000000000}"/>
          </ac:spMkLst>
        </pc:spChg>
        <pc:spChg chg="mod">
          <ac:chgData name="" userId="" providerId="" clId="Web-{7EAAE084-91B3-4B78-A1F9-9CBA742E9DEF}" dt="2026-09-20T18:55:46.676" v="0" actId="34807"/>
          <ac:spMkLst>
            <pc:docMk/>
            <pc:sldMk cId="0" sldId="266"/>
            <ac:spMk id="16" creationId="{00000000-0000-0000-0000-000000000000}"/>
          </ac:spMkLst>
        </pc:spChg>
        <pc:spChg chg="mod">
          <ac:chgData name="" userId="" providerId="" clId="Web-{7EAAE084-91B3-4B78-A1F9-9CBA742E9DEF}" dt="2026-09-20T18:55:46.676" v="0" actId="34807"/>
          <ac:spMkLst>
            <pc:docMk/>
            <pc:sldMk cId="0" sldId="266"/>
            <ac:spMk id="19" creationId="{00000000-0000-0000-0000-000000000000}"/>
          </ac:spMkLst>
        </pc:spChg>
        <pc:spChg chg="mod">
          <ac:chgData name="" userId="" providerId="" clId="Web-{7EAAE084-91B3-4B78-A1F9-9CBA742E9DEF}" dt="2026-09-20T18:55:46.676" v="0" actId="34807"/>
          <ac:spMkLst>
            <pc:docMk/>
            <pc:sldMk cId="0" sldId="266"/>
            <ac:spMk id="20" creationId="{00000000-0000-0000-0000-000000000000}"/>
          </ac:spMkLst>
        </pc:spChg>
        <pc:spChg chg="mod">
          <ac:chgData name="" userId="" providerId="" clId="Web-{7EAAE084-91B3-4B78-A1F9-9CBA742E9DEF}" dt="2026-09-20T18:55:46.676" v="0" actId="34807"/>
          <ac:spMkLst>
            <pc:docMk/>
            <pc:sldMk cId="0" sldId="266"/>
            <ac:spMk id="23" creationId="{00000000-0000-0000-0000-000000000000}"/>
          </ac:spMkLst>
        </pc:spChg>
        <pc:spChg chg="mod">
          <ac:chgData name="" userId="" providerId="" clId="Web-{7EAAE084-91B3-4B78-A1F9-9CBA742E9DEF}" dt="2026-09-20T18:55:46.676" v="0" actId="34807"/>
          <ac:spMkLst>
            <pc:docMk/>
            <pc:sldMk cId="0" sldId="266"/>
            <ac:spMk id="29" creationId="{00000000-0000-0000-0000-000000000000}"/>
          </ac:spMkLst>
        </pc:spChg>
        <pc:spChg chg="mod">
          <ac:chgData name="" userId="" providerId="" clId="Web-{7EAAE084-91B3-4B78-A1F9-9CBA742E9DEF}" dt="2026-09-20T18:55:46.676" v="0" actId="34807"/>
          <ac:spMkLst>
            <pc:docMk/>
            <pc:sldMk cId="0" sldId="266"/>
            <ac:spMk id="33" creationId="{00000000-0000-0000-0000-000000000000}"/>
          </ac:spMkLst>
        </pc:spChg>
        <pc:spChg chg="mod">
          <ac:chgData name="" userId="" providerId="" clId="Web-{7EAAE084-91B3-4B78-A1F9-9CBA742E9DEF}" dt="2026-09-20T18:55:46.676" v="0" actId="34807"/>
          <ac:spMkLst>
            <pc:docMk/>
            <pc:sldMk cId="0" sldId="266"/>
            <ac:spMk id="34" creationId="{00000000-0000-0000-0000-000000000000}"/>
          </ac:spMkLst>
        </pc:spChg>
      </pc:sldChg>
      <pc:sldChg chg="addSp modSp add modNotesTx">
        <pc:chgData name="" userId="" providerId="" clId="Web-{7EAAE084-91B3-4B78-A1F9-9CBA742E9DEF}" dt="2026-09-20T18:56:37.397" v="3" actId="34807"/>
        <pc:sldMkLst>
          <pc:docMk/>
          <pc:sldMk cId="3661769270" sldId="467"/>
        </pc:sldMkLst>
        <pc:spChg chg="add mod">
          <ac:chgData name="" userId="" providerId="" clId="Web-{7EAAE084-91B3-4B78-A1F9-9CBA742E9DEF}" dt="2026-09-20T18:56:36.929" v="2" actId="34807"/>
          <ac:spMkLst>
            <pc:docMk/>
            <pc:sldMk cId="3661769270" sldId="467"/>
            <ac:spMk id="64" creationId="{168A3CE4-8B09-4414-B532-1A27B8322E53}"/>
          </ac:spMkLst>
        </pc:spChg>
        <pc:spChg chg="add mod">
          <ac:chgData name="" userId="" providerId="" clId="Web-{7EAAE084-91B3-4B78-A1F9-9CBA742E9DEF}" dt="2026-09-20T18:56:36.929" v="2" actId="34807"/>
          <ac:spMkLst>
            <pc:docMk/>
            <pc:sldMk cId="3661769270" sldId="467"/>
            <ac:spMk id="66" creationId="{FFFBDCA9-8178-8522-8BDA-30B2F7904B3D}"/>
          </ac:spMkLst>
        </pc:spChg>
        <pc:spChg chg="add mod">
          <ac:chgData name="" userId="" providerId="" clId="Web-{7EAAE084-91B3-4B78-A1F9-9CBA742E9DEF}" dt="2026-09-20T18:56:36.929" v="2" actId="34807"/>
          <ac:spMkLst>
            <pc:docMk/>
            <pc:sldMk cId="3661769270" sldId="467"/>
            <ac:spMk id="69" creationId="{9F0EACDF-04F1-240E-1860-223C874DAF39}"/>
          </ac:spMkLst>
        </pc:spChg>
        <pc:spChg chg="add mod">
          <ac:chgData name="" userId="" providerId="" clId="Web-{7EAAE084-91B3-4B78-A1F9-9CBA742E9DEF}" dt="2026-09-20T18:56:36.929" v="2" actId="34807"/>
          <ac:spMkLst>
            <pc:docMk/>
            <pc:sldMk cId="3661769270" sldId="467"/>
            <ac:spMk id="73" creationId="{F783AE25-8DD2-58CC-F339-7EA329C58AE7}"/>
          </ac:spMkLst>
        </pc:spChg>
        <pc:spChg chg="add mod">
          <ac:chgData name="" userId="" providerId="" clId="Web-{7EAAE084-91B3-4B78-A1F9-9CBA742E9DEF}" dt="2026-09-20T18:56:36.929" v="2" actId="34807"/>
          <ac:spMkLst>
            <pc:docMk/>
            <pc:sldMk cId="3661769270" sldId="467"/>
            <ac:spMk id="78" creationId="{D64045D2-EE17-4189-25A2-D5F605B81498}"/>
          </ac:spMkLst>
        </pc:spChg>
      </pc:sldChg>
      <pc:sldChg chg="addSp modSp add modNotesTx">
        <pc:chgData name="" userId="" providerId="" clId="Web-{7EAAE084-91B3-4B78-A1F9-9CBA742E9DEF}" dt="2026-09-20T18:57:04.664" v="7" actId="34807"/>
        <pc:sldMkLst>
          <pc:docMk/>
          <pc:sldMk cId="2699151692" sldId="668"/>
        </pc:sldMkLst>
        <pc:spChg chg="add mod">
          <ac:chgData name="" userId="" providerId="" clId="Web-{7EAAE084-91B3-4B78-A1F9-9CBA742E9DEF}" dt="2026-09-20T18:57:03.524" v="5" actId="34807"/>
          <ac:spMkLst>
            <pc:docMk/>
            <pc:sldMk cId="2699151692" sldId="668"/>
            <ac:spMk id="79" creationId="{EE92C4DD-8095-12B7-2B15-469B4855DF1A}"/>
          </ac:spMkLst>
        </pc:spChg>
        <pc:spChg chg="add mod">
          <ac:chgData name="" userId="" providerId="" clId="Web-{7EAAE084-91B3-4B78-A1F9-9CBA742E9DEF}" dt="2026-09-20T18:57:03.524" v="5" actId="34807"/>
          <ac:spMkLst>
            <pc:docMk/>
            <pc:sldMk cId="2699151692" sldId="668"/>
            <ac:spMk id="81" creationId="{08B7BA47-520A-9E2D-A83A-D91522FEC7BA}"/>
          </ac:spMkLst>
        </pc:spChg>
        <pc:spChg chg="add mod">
          <ac:chgData name="" userId="" providerId="" clId="Web-{7EAAE084-91B3-4B78-A1F9-9CBA742E9DEF}" dt="2026-09-20T18:57:03.524" v="5" actId="34807"/>
          <ac:spMkLst>
            <pc:docMk/>
            <pc:sldMk cId="2699151692" sldId="668"/>
            <ac:spMk id="84" creationId="{ED45FD57-8804-3BA7-4458-72332AD0E190}"/>
          </ac:spMkLst>
        </pc:spChg>
        <pc:spChg chg="add mod">
          <ac:chgData name="" userId="" providerId="" clId="Web-{7EAAE084-91B3-4B78-A1F9-9CBA742E9DEF}" dt="2026-09-20T18:57:03.524" v="5" actId="34807"/>
          <ac:spMkLst>
            <pc:docMk/>
            <pc:sldMk cId="2699151692" sldId="668"/>
            <ac:spMk id="88" creationId="{5869C9C8-C567-9C3F-9E99-6885D2C90CD1}"/>
          </ac:spMkLst>
        </pc:spChg>
        <pc:spChg chg="add mod">
          <ac:chgData name="" userId="" providerId="" clId="Web-{7EAAE084-91B3-4B78-A1F9-9CBA742E9DEF}" dt="2026-09-20T18:57:03.524" v="5" actId="34807"/>
          <ac:spMkLst>
            <pc:docMk/>
            <pc:sldMk cId="2699151692" sldId="668"/>
            <ac:spMk id="93" creationId="{F2E8F4C4-F9EB-F7E1-041B-10DA8FEF37C7}"/>
          </ac:spMkLst>
        </pc:spChg>
        <pc:spChg chg="add mod">
          <ac:chgData name="" userId="" providerId="" clId="Web-{7EAAE084-91B3-4B78-A1F9-9CBA742E9DEF}" dt="2026-09-20T18:57:03.524" v="5" actId="34807"/>
          <ac:spMkLst>
            <pc:docMk/>
            <pc:sldMk cId="2699151692" sldId="668"/>
            <ac:spMk id="106" creationId="{174E25A4-3074-F549-285F-1E1A92389C6E}"/>
          </ac:spMkLst>
        </pc:spChg>
        <pc:spChg chg="add mod">
          <ac:chgData name="" userId="" providerId="" clId="Web-{7EAAE084-91B3-4B78-A1F9-9CBA742E9DEF}" dt="2026-09-20T18:57:03.524" v="5" actId="34807"/>
          <ac:spMkLst>
            <pc:docMk/>
            <pc:sldMk cId="2699151692" sldId="668"/>
            <ac:spMk id="133" creationId="{CAAF367D-5961-FDBE-D3EA-38738B2615A4}"/>
          </ac:spMkLst>
        </pc:spChg>
        <pc:spChg chg="add mod">
          <ac:chgData name="" userId="" providerId="" clId="Web-{7EAAE084-91B3-4B78-A1F9-9CBA742E9DEF}" dt="2026-09-20T18:57:03.524" v="5" actId="34807"/>
          <ac:spMkLst>
            <pc:docMk/>
            <pc:sldMk cId="2699151692" sldId="668"/>
            <ac:spMk id="231" creationId="{394AF35F-0DD3-1A9B-4132-6E615A5079D4}"/>
          </ac:spMkLst>
        </pc:spChg>
        <pc:spChg chg="add mod">
          <ac:chgData name="" userId="" providerId="" clId="Web-{7EAAE084-91B3-4B78-A1F9-9CBA742E9DEF}" dt="2026-09-20T18:57:03.524" v="5" actId="34807"/>
          <ac:spMkLst>
            <pc:docMk/>
            <pc:sldMk cId="2699151692" sldId="668"/>
            <ac:spMk id="249" creationId="{8DE0DAD7-A73E-000E-9D69-251A06894CBE}"/>
          </ac:spMkLst>
        </pc:spChg>
        <pc:spChg chg="add mod">
          <ac:chgData name="" userId="" providerId="" clId="Web-{7EAAE084-91B3-4B78-A1F9-9CBA742E9DEF}" dt="2026-09-20T18:57:03.524" v="5" actId="34807"/>
          <ac:spMkLst>
            <pc:docMk/>
            <pc:sldMk cId="2699151692" sldId="668"/>
            <ac:spMk id="288" creationId="{2A7E6452-407C-60B4-2938-788FE5CFBD2F}"/>
          </ac:spMkLst>
        </pc:spChg>
        <pc:picChg chg="add">
          <ac:chgData name="" userId="" providerId="" clId="Web-{7EAAE084-91B3-4B78-A1F9-9CBA742E9DEF}" dt="2026-09-20T18:57:04.086" v="6" actId="34807"/>
          <ac:picMkLst>
            <pc:docMk/>
            <pc:sldMk cId="2699151692" sldId="668"/>
            <ac:picMk id="310" creationId="{74847CF9-C411-8739-8080-43074A4EB4CF}"/>
          </ac:picMkLst>
        </pc:picChg>
        <pc:picChg chg="add">
          <ac:chgData name="" userId="" providerId="" clId="Web-{7EAAE084-91B3-4B78-A1F9-9CBA742E9DEF}" dt="2026-09-20T18:57:04.086" v="6" actId="34807"/>
          <ac:picMkLst>
            <pc:docMk/>
            <pc:sldMk cId="2699151692" sldId="668"/>
            <ac:picMk id="311" creationId="{B6226FF5-738D-50C4-F19E-4849BAD8C70E}"/>
          </ac:picMkLst>
        </pc:picChg>
      </pc:sldChg>
      <pc:sldChg chg="addSp modSp add modNotesTx">
        <pc:chgData name="" userId="" providerId="" clId="Web-{7EAAE084-91B3-4B78-A1F9-9CBA742E9DEF}" dt="2026-09-20T18:57:12.477" v="11" actId="34807"/>
        <pc:sldMkLst>
          <pc:docMk/>
          <pc:sldMk cId="4168739367" sldId="869"/>
        </pc:sldMkLst>
        <pc:spChg chg="add mod">
          <ac:chgData name="" userId="" providerId="" clId="Web-{7EAAE084-91B3-4B78-A1F9-9CBA742E9DEF}" dt="2026-09-20T18:57:11.290" v="9" actId="34807"/>
          <ac:spMkLst>
            <pc:docMk/>
            <pc:sldMk cId="4168739367" sldId="869"/>
            <ac:spMk id="312" creationId="{E9F8C0AA-75BF-4C31-06BB-3A50DBE57A1E}"/>
          </ac:spMkLst>
        </pc:spChg>
        <pc:spChg chg="add mod">
          <ac:chgData name="" userId="" providerId="" clId="Web-{7EAAE084-91B3-4B78-A1F9-9CBA742E9DEF}" dt="2026-09-20T18:57:11.290" v="9" actId="34807"/>
          <ac:spMkLst>
            <pc:docMk/>
            <pc:sldMk cId="4168739367" sldId="869"/>
            <ac:spMk id="332" creationId="{1ADB6239-7A8E-BF82-307D-83FA348C9D0A}"/>
          </ac:spMkLst>
        </pc:spChg>
        <pc:spChg chg="add mod">
          <ac:chgData name="" userId="" providerId="" clId="Web-{7EAAE084-91B3-4B78-A1F9-9CBA742E9DEF}" dt="2026-09-20T18:57:11.290" v="9" actId="34807"/>
          <ac:spMkLst>
            <pc:docMk/>
            <pc:sldMk cId="4168739367" sldId="869"/>
            <ac:spMk id="339" creationId="{9F764ABB-04E2-64F5-41D8-A33647E57B2C}"/>
          </ac:spMkLst>
        </pc:spChg>
        <pc:spChg chg="add mod">
          <ac:chgData name="" userId="" providerId="" clId="Web-{7EAAE084-91B3-4B78-A1F9-9CBA742E9DEF}" dt="2026-09-20T18:57:11.290" v="9" actId="34807"/>
          <ac:spMkLst>
            <pc:docMk/>
            <pc:sldMk cId="4168739367" sldId="869"/>
            <ac:spMk id="347" creationId="{E703AC4F-AF6A-76F7-33F8-F343CF143F8D}"/>
          </ac:spMkLst>
        </pc:spChg>
        <pc:spChg chg="add mod">
          <ac:chgData name="" userId="" providerId="" clId="Web-{7EAAE084-91B3-4B78-A1F9-9CBA742E9DEF}" dt="2026-09-20T18:57:11.290" v="9" actId="34807"/>
          <ac:spMkLst>
            <pc:docMk/>
            <pc:sldMk cId="4168739367" sldId="869"/>
            <ac:spMk id="356" creationId="{5CFC9508-7CC6-1ED8-781F-91CE34C2E4C3}"/>
          </ac:spMkLst>
        </pc:spChg>
        <pc:spChg chg="add mod">
          <ac:chgData name="" userId="" providerId="" clId="Web-{7EAAE084-91B3-4B78-A1F9-9CBA742E9DEF}" dt="2026-09-20T18:57:11.290" v="9" actId="34807"/>
          <ac:spMkLst>
            <pc:docMk/>
            <pc:sldMk cId="4168739367" sldId="869"/>
            <ac:spMk id="377" creationId="{CF63FEBE-0541-BD79-16A8-A5893FAD0504}"/>
          </ac:spMkLst>
        </pc:spChg>
        <pc:spChg chg="add mod">
          <ac:chgData name="" userId="" providerId="" clId="Web-{7EAAE084-91B3-4B78-A1F9-9CBA742E9DEF}" dt="2026-09-20T18:57:11.290" v="9" actId="34807"/>
          <ac:spMkLst>
            <pc:docMk/>
            <pc:sldMk cId="4168739367" sldId="869"/>
            <ac:spMk id="416" creationId="{4BDF33DB-7454-57C8-9C2E-A0BE24AB8E75}"/>
          </ac:spMkLst>
        </pc:spChg>
        <pc:spChg chg="add mod">
          <ac:chgData name="" userId="" providerId="" clId="Web-{7EAAE084-91B3-4B78-A1F9-9CBA742E9DEF}" dt="2026-09-20T18:57:11.290" v="9" actId="34807"/>
          <ac:spMkLst>
            <pc:docMk/>
            <pc:sldMk cId="4168739367" sldId="869"/>
            <ac:spMk id="431" creationId="{D5420751-98D1-B067-1699-ADAC58699B66}"/>
          </ac:spMkLst>
        </pc:spChg>
        <pc:spChg chg="add mod">
          <ac:chgData name="" userId="" providerId="" clId="Web-{7EAAE084-91B3-4B78-A1F9-9CBA742E9DEF}" dt="2026-09-20T18:57:11.290" v="9" actId="34807"/>
          <ac:spMkLst>
            <pc:docMk/>
            <pc:sldMk cId="4168739367" sldId="869"/>
            <ac:spMk id="447" creationId="{1FBBBEB3-D1AC-1BEE-3F5A-53DDFBBC331F}"/>
          </ac:spMkLst>
        </pc:spChg>
        <pc:spChg chg="add mod">
          <ac:chgData name="" userId="" providerId="" clId="Web-{7EAAE084-91B3-4B78-A1F9-9CBA742E9DEF}" dt="2026-09-20T18:57:11.290" v="9" actId="34807"/>
          <ac:spMkLst>
            <pc:docMk/>
            <pc:sldMk cId="4168739367" sldId="869"/>
            <ac:spMk id="501" creationId="{2CBCCEF4-0F66-6989-6F68-DC47EE89A956}"/>
          </ac:spMkLst>
        </pc:spChg>
        <pc:picChg chg="add">
          <ac:chgData name="" userId="" providerId="" clId="Web-{7EAAE084-91B3-4B78-A1F9-9CBA742E9DEF}" dt="2026-09-20T18:57:11.946" v="10" actId="34807"/>
          <ac:picMkLst>
            <pc:docMk/>
            <pc:sldMk cId="4168739367" sldId="869"/>
            <ac:picMk id="502" creationId="{11927362-43BD-4615-EF16-B9DDDE48A429}"/>
          </ac:picMkLst>
        </pc:picChg>
        <pc:picChg chg="add">
          <ac:chgData name="" userId="" providerId="" clId="Web-{7EAAE084-91B3-4B78-A1F9-9CBA742E9DEF}" dt="2026-09-20T18:57:11.946" v="10" actId="34807"/>
          <ac:picMkLst>
            <pc:docMk/>
            <pc:sldMk cId="4168739367" sldId="869"/>
            <ac:picMk id="503" creationId="{94FC48E2-503E-EADD-C6C1-F057A2A95883}"/>
          </ac:picMkLst>
        </pc:picChg>
        <pc:picChg chg="add">
          <ac:chgData name="" userId="" providerId="" clId="Web-{7EAAE084-91B3-4B78-A1F9-9CBA742E9DEF}" dt="2026-09-20T18:57:11.946" v="10" actId="34807"/>
          <ac:picMkLst>
            <pc:docMk/>
            <pc:sldMk cId="4168739367" sldId="869"/>
            <ac:picMk id="504" creationId="{B377B6FF-0BA0-7681-3B37-50754833F2B6}"/>
          </ac:picMkLst>
        </pc:picChg>
        <pc:picChg chg="add">
          <ac:chgData name="" userId="" providerId="" clId="Web-{7EAAE084-91B3-4B78-A1F9-9CBA742E9DEF}" dt="2026-09-20T18:57:11.946" v="10" actId="34807"/>
          <ac:picMkLst>
            <pc:docMk/>
            <pc:sldMk cId="4168739367" sldId="869"/>
            <ac:picMk id="505" creationId="{DD13F093-F6A4-3E4E-99E5-F94F6D86672E}"/>
          </ac:picMkLst>
        </pc:picChg>
      </pc:sldChg>
      <pc:sldChg chg="addSp modSp add modNotesTx">
        <pc:chgData name="" userId="" providerId="" clId="Web-{7EAAE084-91B3-4B78-A1F9-9CBA742E9DEF}" dt="2026-09-20T18:59:38.468" v="41" actId="34807"/>
        <pc:sldMkLst>
          <pc:docMk/>
          <pc:sldMk cId="2583358720" sldId="1070"/>
        </pc:sldMkLst>
        <pc:spChg chg="add mod">
          <ac:chgData name="" userId="" providerId="" clId="Web-{7EAAE084-91B3-4B78-A1F9-9CBA742E9DEF}" dt="2026-09-20T18:59:38.468" v="41" actId="34807"/>
          <ac:spMkLst>
            <pc:docMk/>
            <pc:sldMk cId="2583358720" sldId="1070"/>
            <ac:spMk id="515" creationId="{E0BCA6DF-D9E3-DD3F-1467-ED9D6A9313C9}"/>
          </ac:spMkLst>
        </pc:spChg>
        <pc:spChg chg="add mod">
          <ac:chgData name="" userId="" providerId="" clId="Web-{7EAAE084-91B3-4B78-A1F9-9CBA742E9DEF}" dt="2026-09-20T18:57:20.243" v="13" actId="34807"/>
          <ac:spMkLst>
            <pc:docMk/>
            <pc:sldMk cId="2583358720" sldId="1070"/>
            <ac:spMk id="520" creationId="{0FB5B164-9D18-CA2E-AFB6-35A5EB24EEF3}"/>
          </ac:spMkLst>
        </pc:spChg>
        <pc:spChg chg="add mod">
          <ac:chgData name="" userId="" providerId="" clId="Web-{7EAAE084-91B3-4B78-A1F9-9CBA742E9DEF}" dt="2026-09-20T18:57:20.243" v="13" actId="34807"/>
          <ac:spMkLst>
            <pc:docMk/>
            <pc:sldMk cId="2583358720" sldId="1070"/>
            <ac:spMk id="526" creationId="{B405D0AD-02B0-AF90-EB0E-88B050521251}"/>
          </ac:spMkLst>
        </pc:spChg>
        <pc:spChg chg="add mod">
          <ac:chgData name="" userId="" providerId="" clId="Web-{7EAAE084-91B3-4B78-A1F9-9CBA742E9DEF}" dt="2026-09-20T18:57:20.243" v="13" actId="34807"/>
          <ac:spMkLst>
            <pc:docMk/>
            <pc:sldMk cId="2583358720" sldId="1070"/>
            <ac:spMk id="533" creationId="{22980FB8-3146-933B-7328-DF29DB627C96}"/>
          </ac:spMkLst>
        </pc:spChg>
        <pc:spChg chg="add mod">
          <ac:chgData name="" userId="" providerId="" clId="Web-{7EAAE084-91B3-4B78-A1F9-9CBA742E9DEF}" dt="2026-09-20T18:57:20.243" v="13" actId="34807"/>
          <ac:spMkLst>
            <pc:docMk/>
            <pc:sldMk cId="2583358720" sldId="1070"/>
            <ac:spMk id="571" creationId="{2B20D8E2-1595-9B4B-3D06-D200EF0BD191}"/>
          </ac:spMkLst>
        </pc:spChg>
        <pc:spChg chg="add mod">
          <ac:chgData name="" userId="" providerId="" clId="Web-{7EAAE084-91B3-4B78-A1F9-9CBA742E9DEF}" dt="2026-09-20T18:57:20.243" v="13" actId="34807"/>
          <ac:spMkLst>
            <pc:docMk/>
            <pc:sldMk cId="2583358720" sldId="1070"/>
            <ac:spMk id="596" creationId="{6726BDB7-ABAF-3039-8985-6A9221AF7464}"/>
          </ac:spMkLst>
        </pc:spChg>
        <pc:spChg chg="add mod">
          <ac:chgData name="" userId="" providerId="" clId="Web-{7EAAE084-91B3-4B78-A1F9-9CBA742E9DEF}" dt="2026-09-20T18:57:20.243" v="13" actId="34807"/>
          <ac:spMkLst>
            <pc:docMk/>
            <pc:sldMk cId="2583358720" sldId="1070"/>
            <ac:spMk id="641" creationId="{CD7B0692-0474-BC60-2D22-11A7123D85AE}"/>
          </ac:spMkLst>
        </pc:spChg>
        <pc:spChg chg="add mod">
          <ac:chgData name="" userId="" providerId="" clId="Web-{7EAAE084-91B3-4B78-A1F9-9CBA742E9DEF}" dt="2026-09-20T18:57:20.243" v="13" actId="34807"/>
          <ac:spMkLst>
            <pc:docMk/>
            <pc:sldMk cId="2583358720" sldId="1070"/>
            <ac:spMk id="676" creationId="{3026311E-2F03-6EC8-AA06-4B99A03C673C}"/>
          </ac:spMkLst>
        </pc:spChg>
        <pc:spChg chg="add mod">
          <ac:chgData name="" userId="" providerId="" clId="Web-{7EAAE084-91B3-4B78-A1F9-9CBA742E9DEF}" dt="2026-09-20T18:57:20.243" v="13" actId="34807"/>
          <ac:spMkLst>
            <pc:docMk/>
            <pc:sldMk cId="2583358720" sldId="1070"/>
            <ac:spMk id="970" creationId="{4D47BA48-1929-1EED-495F-5AB0EE5284F1}"/>
          </ac:spMkLst>
        </pc:spChg>
        <pc:spChg chg="add mod">
          <ac:chgData name="" userId="" providerId="" clId="Web-{7EAAE084-91B3-4B78-A1F9-9CBA742E9DEF}" dt="2026-09-20T18:57:20.243" v="13" actId="34807"/>
          <ac:spMkLst>
            <pc:docMk/>
            <pc:sldMk cId="2583358720" sldId="1070"/>
            <ac:spMk id="1001" creationId="{552565A6-21A4-DAFF-75F7-EA9C40557783}"/>
          </ac:spMkLst>
        </pc:spChg>
      </pc:sldChg>
      <pc:sldChg chg="addSp modSp add modNotesTx">
        <pc:chgData name="" userId="" providerId="" clId="Web-{7EAAE084-91B3-4B78-A1F9-9CBA742E9DEF}" dt="2026-09-20T18:58:13.105" v="17" actId="34807"/>
        <pc:sldMkLst>
          <pc:docMk/>
          <pc:sldMk cId="619788091" sldId="1271"/>
        </pc:sldMkLst>
        <pc:spChg chg="add mod">
          <ac:chgData name="" userId="" providerId="" clId="Web-{7EAAE084-91B3-4B78-A1F9-9CBA742E9DEF}" dt="2026-09-20T18:58:12.386" v="16" actId="34807"/>
          <ac:spMkLst>
            <pc:docMk/>
            <pc:sldMk cId="619788091" sldId="1271"/>
            <ac:spMk id="1262" creationId="{F20D5DF8-119E-05B2-28BA-016228BCAA1A}"/>
          </ac:spMkLst>
        </pc:spChg>
        <pc:spChg chg="add mod">
          <ac:chgData name="" userId="" providerId="" clId="Web-{7EAAE084-91B3-4B78-A1F9-9CBA742E9DEF}" dt="2026-09-20T18:58:12.386" v="16" actId="34807"/>
          <ac:spMkLst>
            <pc:docMk/>
            <pc:sldMk cId="619788091" sldId="1271"/>
            <ac:spMk id="1266" creationId="{8EC792B1-0C05-6FEE-55C9-4429CD8F5032}"/>
          </ac:spMkLst>
        </pc:spChg>
        <pc:spChg chg="add mod">
          <ac:chgData name="" userId="" providerId="" clId="Web-{7EAAE084-91B3-4B78-A1F9-9CBA742E9DEF}" dt="2026-09-20T18:58:12.386" v="16" actId="34807"/>
          <ac:spMkLst>
            <pc:docMk/>
            <pc:sldMk cId="619788091" sldId="1271"/>
            <ac:spMk id="1277" creationId="{82079A25-4D59-5688-822A-EF931312549E}"/>
          </ac:spMkLst>
        </pc:spChg>
        <pc:spChg chg="add mod">
          <ac:chgData name="" userId="" providerId="" clId="Web-{7EAAE084-91B3-4B78-A1F9-9CBA742E9DEF}" dt="2026-09-20T18:58:12.386" v="16" actId="34807"/>
          <ac:spMkLst>
            <pc:docMk/>
            <pc:sldMk cId="619788091" sldId="1271"/>
            <ac:spMk id="1292" creationId="{31D48ED8-E2AD-C792-7DCA-92AD8E310EC9}"/>
          </ac:spMkLst>
        </pc:spChg>
        <pc:spChg chg="add mod">
          <ac:chgData name="" userId="" providerId="" clId="Web-{7EAAE084-91B3-4B78-A1F9-9CBA742E9DEF}" dt="2026-09-20T18:58:12.386" v="16" actId="34807"/>
          <ac:spMkLst>
            <pc:docMk/>
            <pc:sldMk cId="619788091" sldId="1271"/>
            <ac:spMk id="1322" creationId="{A00814DC-227B-0A78-6AE7-4021DE4D98F2}"/>
          </ac:spMkLst>
        </pc:spChg>
        <pc:spChg chg="add mod">
          <ac:chgData name="" userId="" providerId="" clId="Web-{7EAAE084-91B3-4B78-A1F9-9CBA742E9DEF}" dt="2026-09-20T18:58:12.386" v="16" actId="34807"/>
          <ac:spMkLst>
            <pc:docMk/>
            <pc:sldMk cId="619788091" sldId="1271"/>
            <ac:spMk id="1334" creationId="{D41F1FC8-B137-5646-D60F-3E0A94BE213D}"/>
          </ac:spMkLst>
        </pc:spChg>
        <pc:spChg chg="add mod">
          <ac:chgData name="" userId="" providerId="" clId="Web-{7EAAE084-91B3-4B78-A1F9-9CBA742E9DEF}" dt="2026-09-20T18:58:12.386" v="16" actId="34807"/>
          <ac:spMkLst>
            <pc:docMk/>
            <pc:sldMk cId="619788091" sldId="1271"/>
            <ac:spMk id="1361" creationId="{E7719C90-A1CD-0674-24E9-FB4C8009E747}"/>
          </ac:spMkLst>
        </pc:spChg>
        <pc:spChg chg="add mod">
          <ac:chgData name="" userId="" providerId="" clId="Web-{7EAAE084-91B3-4B78-A1F9-9CBA742E9DEF}" dt="2026-09-20T18:58:12.386" v="16" actId="34807"/>
          <ac:spMkLst>
            <pc:docMk/>
            <pc:sldMk cId="619788091" sldId="1271"/>
            <ac:spMk id="1376" creationId="{25717CA5-E87F-5586-0557-AD50D7A85336}"/>
          </ac:spMkLst>
        </pc:spChg>
        <pc:spChg chg="add mod">
          <ac:chgData name="" userId="" providerId="" clId="Web-{7EAAE084-91B3-4B78-A1F9-9CBA742E9DEF}" dt="2026-09-20T18:58:12.386" v="16" actId="34807"/>
          <ac:spMkLst>
            <pc:docMk/>
            <pc:sldMk cId="619788091" sldId="1271"/>
            <ac:spMk id="1427" creationId="{F244E4DE-3504-C373-3A6D-B54CFC2C3E53}"/>
          </ac:spMkLst>
        </pc:spChg>
        <pc:spChg chg="add mod">
          <ac:chgData name="" userId="" providerId="" clId="Web-{7EAAE084-91B3-4B78-A1F9-9CBA742E9DEF}" dt="2026-09-20T18:58:12.386" v="16" actId="34807"/>
          <ac:spMkLst>
            <pc:docMk/>
            <pc:sldMk cId="619788091" sldId="1271"/>
            <ac:spMk id="1446" creationId="{F0972B17-5236-74E1-4F5F-97016EBB181D}"/>
          </ac:spMkLst>
        </pc:spChg>
      </pc:sldChg>
      <pc:sldChg chg="addSp modSp add modNotesTx">
        <pc:chgData name="" userId="" providerId="" clId="Web-{7EAAE084-91B3-4B78-A1F9-9CBA742E9DEF}" dt="2026-09-20T18:58:22.480" v="21" actId="34807"/>
        <pc:sldMkLst>
          <pc:docMk/>
          <pc:sldMk cId="1574953366" sldId="1472"/>
        </pc:sldMkLst>
        <pc:spChg chg="add mod">
          <ac:chgData name="" userId="" providerId="" clId="Web-{7EAAE084-91B3-4B78-A1F9-9CBA742E9DEF}" dt="2026-09-20T18:58:21.309" v="19" actId="34807"/>
          <ac:spMkLst>
            <pc:docMk/>
            <pc:sldMk cId="1574953366" sldId="1472"/>
            <ac:spMk id="1456" creationId="{226FD5D6-1549-91BA-86DC-690FDC6FD527}"/>
          </ac:spMkLst>
        </pc:spChg>
        <pc:spChg chg="add mod">
          <ac:chgData name="" userId="" providerId="" clId="Web-{7EAAE084-91B3-4B78-A1F9-9CBA742E9DEF}" dt="2026-09-20T18:58:21.309" v="19" actId="34807"/>
          <ac:spMkLst>
            <pc:docMk/>
            <pc:sldMk cId="1574953366" sldId="1472"/>
            <ac:spMk id="1467" creationId="{885C93E4-2B9D-8489-5013-64F59C0DB095}"/>
          </ac:spMkLst>
        </pc:spChg>
        <pc:spChg chg="add mod">
          <ac:chgData name="" userId="" providerId="" clId="Web-{7EAAE084-91B3-4B78-A1F9-9CBA742E9DEF}" dt="2026-09-20T18:58:21.309" v="19" actId="34807"/>
          <ac:spMkLst>
            <pc:docMk/>
            <pc:sldMk cId="1574953366" sldId="1472"/>
            <ac:spMk id="1482" creationId="{1CFCECC3-9702-1A28-6AAD-7A70B5DBBA62}"/>
          </ac:spMkLst>
        </pc:spChg>
        <pc:spChg chg="add mod">
          <ac:chgData name="" userId="" providerId="" clId="Web-{7EAAE084-91B3-4B78-A1F9-9CBA742E9DEF}" dt="2026-09-20T18:58:21.309" v="19" actId="34807"/>
          <ac:spMkLst>
            <pc:docMk/>
            <pc:sldMk cId="1574953366" sldId="1472"/>
            <ac:spMk id="1501" creationId="{854BC387-7B2D-C53E-D0B0-431EF8C12789}"/>
          </ac:spMkLst>
        </pc:spChg>
        <pc:spChg chg="add mod">
          <ac:chgData name="" userId="" providerId="" clId="Web-{7EAAE084-91B3-4B78-A1F9-9CBA742E9DEF}" dt="2026-09-20T18:58:21.309" v="19" actId="34807"/>
          <ac:spMkLst>
            <pc:docMk/>
            <pc:sldMk cId="1574953366" sldId="1472"/>
            <ac:spMk id="1524" creationId="{C4E7E0F3-CAF1-E277-7073-87C262D1B243}"/>
          </ac:spMkLst>
        </pc:spChg>
        <pc:spChg chg="add mod">
          <ac:chgData name="" userId="" providerId="" clId="Web-{7EAAE084-91B3-4B78-A1F9-9CBA742E9DEF}" dt="2026-09-20T18:58:21.309" v="19" actId="34807"/>
          <ac:spMkLst>
            <pc:docMk/>
            <pc:sldMk cId="1574953366" sldId="1472"/>
            <ac:spMk id="1537" creationId="{FC3ED1F5-9FE0-6CFA-4AD7-C74ECCA989A9}"/>
          </ac:spMkLst>
        </pc:spChg>
        <pc:spChg chg="add mod">
          <ac:chgData name="" userId="" providerId="" clId="Web-{7EAAE084-91B3-4B78-A1F9-9CBA742E9DEF}" dt="2026-09-20T18:58:21.309" v="19" actId="34807"/>
          <ac:spMkLst>
            <pc:docMk/>
            <pc:sldMk cId="1574953366" sldId="1472"/>
            <ac:spMk id="1551" creationId="{3C258F9E-3220-6759-C705-7CAEADD64EF1}"/>
          </ac:spMkLst>
        </pc:spChg>
        <pc:spChg chg="add mod">
          <ac:chgData name="" userId="" providerId="" clId="Web-{7EAAE084-91B3-4B78-A1F9-9CBA742E9DEF}" dt="2026-09-20T18:58:21.309" v="19" actId="34807"/>
          <ac:spMkLst>
            <pc:docMk/>
            <pc:sldMk cId="1574953366" sldId="1472"/>
            <ac:spMk id="1636" creationId="{39C80548-9720-A717-8693-594BE8B61C86}"/>
          </ac:spMkLst>
        </pc:spChg>
        <pc:spChg chg="add mod">
          <ac:chgData name="" userId="" providerId="" clId="Web-{7EAAE084-91B3-4B78-A1F9-9CBA742E9DEF}" dt="2026-09-20T18:58:21.309" v="19" actId="34807"/>
          <ac:spMkLst>
            <pc:docMk/>
            <pc:sldMk cId="1574953366" sldId="1472"/>
            <ac:spMk id="1656" creationId="{4CB47D81-4D76-242D-A41E-DF45135B0B29}"/>
          </ac:spMkLst>
        </pc:spChg>
        <pc:spChg chg="add mod">
          <ac:chgData name="" userId="" providerId="" clId="Web-{7EAAE084-91B3-4B78-A1F9-9CBA742E9DEF}" dt="2026-09-20T18:58:21.309" v="19" actId="34807"/>
          <ac:spMkLst>
            <pc:docMk/>
            <pc:sldMk cId="1574953366" sldId="1472"/>
            <ac:spMk id="1677" creationId="{41CB9C5B-76D3-39AA-355B-C3E04550A187}"/>
          </ac:spMkLst>
        </pc:spChg>
        <pc:picChg chg="add">
          <ac:chgData name="" userId="" providerId="" clId="Web-{7EAAE084-91B3-4B78-A1F9-9CBA742E9DEF}" dt="2026-09-20T18:58:21.902" v="20" actId="34807"/>
          <ac:picMkLst>
            <pc:docMk/>
            <pc:sldMk cId="1574953366" sldId="1472"/>
            <ac:picMk id="1678" creationId="{AAFE396F-5FC8-2F30-0FC3-1F7BCAD6A5ED}"/>
          </ac:picMkLst>
        </pc:picChg>
        <pc:picChg chg="add">
          <ac:chgData name="" userId="" providerId="" clId="Web-{7EAAE084-91B3-4B78-A1F9-9CBA742E9DEF}" dt="2026-09-20T18:58:21.902" v="20" actId="34807"/>
          <ac:picMkLst>
            <pc:docMk/>
            <pc:sldMk cId="1574953366" sldId="1472"/>
            <ac:picMk id="1679" creationId="{8E869947-0992-FF55-07E7-D458FE23FFCF}"/>
          </ac:picMkLst>
        </pc:picChg>
      </pc:sldChg>
      <pc:sldChg chg="addSp modSp add modNotesTx">
        <pc:chgData name="" userId="" providerId="" clId="Web-{7EAAE084-91B3-4B78-A1F9-9CBA742E9DEF}" dt="2026-09-20T19:00:36.846" v="42" actId="34807"/>
        <pc:sldMkLst>
          <pc:docMk/>
          <pc:sldMk cId="787808994" sldId="1673"/>
        </pc:sldMkLst>
        <pc:spChg chg="add mod">
          <ac:chgData name="" userId="" providerId="" clId="Web-{7EAAE084-91B3-4B78-A1F9-9CBA742E9DEF}" dt="2026-09-20T18:58:29.621" v="23" actId="34807"/>
          <ac:spMkLst>
            <pc:docMk/>
            <pc:sldMk cId="787808994" sldId="1673"/>
            <ac:spMk id="1680" creationId="{40F28136-DCC7-FD77-B755-7CFEFB6EEEC9}"/>
          </ac:spMkLst>
        </pc:spChg>
        <pc:spChg chg="add mod">
          <ac:chgData name="" userId="" providerId="" clId="Web-{7EAAE084-91B3-4B78-A1F9-9CBA742E9DEF}" dt="2026-09-20T18:58:29.621" v="23" actId="34807"/>
          <ac:spMkLst>
            <pc:docMk/>
            <pc:sldMk cId="787808994" sldId="1673"/>
            <ac:spMk id="1682" creationId="{35EC68C1-5E71-E3BC-5194-BCC17B7233F5}"/>
          </ac:spMkLst>
        </pc:spChg>
        <pc:spChg chg="add mod">
          <ac:chgData name="" userId="" providerId="" clId="Web-{7EAAE084-91B3-4B78-A1F9-9CBA742E9DEF}" dt="2026-09-20T18:58:29.621" v="23" actId="34807"/>
          <ac:spMkLst>
            <pc:docMk/>
            <pc:sldMk cId="787808994" sldId="1673"/>
            <ac:spMk id="1685" creationId="{0B416E50-3C41-1B1B-2EB5-105F651E063E}"/>
          </ac:spMkLst>
        </pc:spChg>
        <pc:spChg chg="add mod">
          <ac:chgData name="" userId="" providerId="" clId="Web-{7EAAE084-91B3-4B78-A1F9-9CBA742E9DEF}" dt="2026-09-20T19:00:36.846" v="42" actId="34807"/>
          <ac:spMkLst>
            <pc:docMk/>
            <pc:sldMk cId="787808994" sldId="1673"/>
            <ac:spMk id="1700" creationId="{BD5FC6A1-F5EB-8D4C-8BE0-BF91A5B99F04}"/>
          </ac:spMkLst>
        </pc:spChg>
        <pc:spChg chg="mod">
          <ac:chgData name="" userId="" providerId="" clId="Web-{7EAAE084-91B3-4B78-A1F9-9CBA742E9DEF}" dt="2026-09-20T19:00:36.846" v="42" actId="34807"/>
          <ac:spMkLst>
            <pc:docMk/>
            <pc:sldMk cId="787808994" sldId="1673"/>
            <ac:spMk id="1707" creationId="{D17C7B41-6238-737A-6A39-B5F0BAD1334E}"/>
          </ac:spMkLst>
        </pc:spChg>
        <pc:spChg chg="mod">
          <ac:chgData name="" userId="" providerId="" clId="Web-{7EAAE084-91B3-4B78-A1F9-9CBA742E9DEF}" dt="2026-09-20T19:00:36.846" v="42" actId="34807"/>
          <ac:spMkLst>
            <pc:docMk/>
            <pc:sldMk cId="787808994" sldId="1673"/>
            <ac:spMk id="1715" creationId="{E822B90A-91E2-C54A-CC9B-107C8A4699BD}"/>
          </ac:spMkLst>
        </pc:spChg>
        <pc:spChg chg="mod">
          <ac:chgData name="" userId="" providerId="" clId="Web-{7EAAE084-91B3-4B78-A1F9-9CBA742E9DEF}" dt="2026-09-20T19:00:36.846" v="42" actId="34807"/>
          <ac:spMkLst>
            <pc:docMk/>
            <pc:sldMk cId="787808994" sldId="1673"/>
            <ac:spMk id="1724" creationId="{62E91C2D-302A-6655-A297-E2EDCB926974}"/>
          </ac:spMkLst>
        </pc:spChg>
        <pc:spChg chg="add mod">
          <ac:chgData name="" userId="" providerId="" clId="Web-{7EAAE084-91B3-4B78-A1F9-9CBA742E9DEF}" dt="2026-09-20T18:59:38.468" v="41" actId="34807"/>
          <ac:spMkLst>
            <pc:docMk/>
            <pc:sldMk cId="787808994" sldId="1673"/>
            <ac:spMk id="1745" creationId="{7DAFDCE6-D5E6-ACC1-E047-FD58C3EC577B}"/>
          </ac:spMkLst>
        </pc:spChg>
        <pc:spChg chg="mod">
          <ac:chgData name="" userId="" providerId="" clId="Web-{7EAAE084-91B3-4B78-A1F9-9CBA742E9DEF}" dt="2026-09-20T19:00:36.846" v="42" actId="34807"/>
          <ac:spMkLst>
            <pc:docMk/>
            <pc:sldMk cId="787808994" sldId="1673"/>
            <ac:spMk id="1757" creationId="{EEB0F718-8C0C-A515-DF9F-2821FB448206}"/>
          </ac:spMkLst>
        </pc:spChg>
        <pc:spChg chg="add mod">
          <ac:chgData name="" userId="" providerId="" clId="Web-{7EAAE084-91B3-4B78-A1F9-9CBA742E9DEF}" dt="2026-09-20T19:00:36.846" v="42" actId="34807"/>
          <ac:spMkLst>
            <pc:docMk/>
            <pc:sldMk cId="787808994" sldId="1673"/>
            <ac:spMk id="1770" creationId="{132075C6-0C9D-1366-FD19-4AFB107D1B55}"/>
          </ac:spMkLst>
        </pc:spChg>
        <pc:spChg chg="add mod">
          <ac:chgData name="" userId="" providerId="" clId="Web-{7EAAE084-91B3-4B78-A1F9-9CBA742E9DEF}" dt="2026-09-20T19:00:36.846" v="42" actId="34807"/>
          <ac:spMkLst>
            <pc:docMk/>
            <pc:sldMk cId="787808994" sldId="1673"/>
            <ac:spMk id="1815" creationId="{4EEC991E-DD09-9A2B-2C43-166889C66835}"/>
          </ac:spMkLst>
        </pc:spChg>
        <pc:spChg chg="mod">
          <ac:chgData name="" userId="" providerId="" clId="Web-{7EAAE084-91B3-4B78-A1F9-9CBA742E9DEF}" dt="2026-09-20T19:00:36.846" v="42" actId="34807"/>
          <ac:spMkLst>
            <pc:docMk/>
            <pc:sldMk cId="787808994" sldId="1673"/>
            <ac:spMk id="1832" creationId="{0C964D6E-B10E-9368-CF18-7BB7F4885364}"/>
          </ac:spMkLst>
        </pc:spChg>
        <pc:spChg chg="mod">
          <ac:chgData name="" userId="" providerId="" clId="Web-{7EAAE084-91B3-4B78-A1F9-9CBA742E9DEF}" dt="2026-09-20T19:00:36.846" v="42" actId="34807"/>
          <ac:spMkLst>
            <pc:docMk/>
            <pc:sldMk cId="787808994" sldId="1673"/>
            <ac:spMk id="1850" creationId="{29B5C60E-8DC9-7535-61C8-5D0DD27E1011}"/>
          </ac:spMkLst>
        </pc:spChg>
        <pc:spChg chg="mod">
          <ac:chgData name="" userId="" providerId="" clId="Web-{7EAAE084-91B3-4B78-A1F9-9CBA742E9DEF}" dt="2026-09-20T19:00:36.846" v="42" actId="34807"/>
          <ac:spMkLst>
            <pc:docMk/>
            <pc:sldMk cId="787808994" sldId="1673"/>
            <ac:spMk id="1869" creationId="{A12B1236-BC3F-7466-FA9B-DB26AF8048F8}"/>
          </ac:spMkLst>
        </pc:spChg>
        <pc:spChg chg="add mod">
          <ac:chgData name="" userId="" providerId="" clId="Web-{7EAAE084-91B3-4B78-A1F9-9CBA742E9DEF}" dt="2026-09-20T18:58:29.621" v="23" actId="34807"/>
          <ac:spMkLst>
            <pc:docMk/>
            <pc:sldMk cId="787808994" sldId="1673"/>
            <ac:spMk id="1889" creationId="{DE32B11D-D31E-FCC7-9E30-3758EF29301C}"/>
          </ac:spMkLst>
        </pc:spChg>
        <pc:spChg chg="add mod">
          <ac:chgData name="" userId="" providerId="" clId="Web-{7EAAE084-91B3-4B78-A1F9-9CBA742E9DEF}" dt="2026-09-20T18:58:29.621" v="23" actId="34807"/>
          <ac:spMkLst>
            <pc:docMk/>
            <pc:sldMk cId="787808994" sldId="1673"/>
            <ac:spMk id="1910" creationId="{644B001C-0226-C78A-C6A3-E8BB8B16E201}"/>
          </ac:spMkLst>
        </pc:spChg>
        <pc:spChg chg="add mod">
          <ac:chgData name="" userId="" providerId="" clId="Web-{7EAAE084-91B3-4B78-A1F9-9CBA742E9DEF}" dt="2026-09-20T18:58:29.621" v="23" actId="34807"/>
          <ac:spMkLst>
            <pc:docMk/>
            <pc:sldMk cId="787808994" sldId="1673"/>
            <ac:spMk id="1932" creationId="{F1049C36-5169-4DF6-DF2C-1BB67A248FC1}"/>
          </ac:spMkLst>
        </pc:spChg>
        <pc:picChg chg="add">
          <ac:chgData name="" userId="" providerId="" clId="Web-{7EAAE084-91B3-4B78-A1F9-9CBA742E9DEF}" dt="2026-09-20T18:58:30.231" v="24" actId="34807"/>
          <ac:picMkLst>
            <pc:docMk/>
            <pc:sldMk cId="787808994" sldId="1673"/>
            <ac:picMk id="1933" creationId="{581BD50A-C6AF-7600-7016-1D7A82AA2C9D}"/>
          </ac:picMkLst>
        </pc:picChg>
        <pc:picChg chg="add">
          <ac:chgData name="" userId="" providerId="" clId="Web-{7EAAE084-91B3-4B78-A1F9-9CBA742E9DEF}" dt="2026-09-20T18:58:30.231" v="24" actId="34807"/>
          <ac:picMkLst>
            <pc:docMk/>
            <pc:sldMk cId="787808994" sldId="1673"/>
            <ac:picMk id="1934" creationId="{040C05BA-DED5-B2EA-964C-70A1E250A007}"/>
          </ac:picMkLst>
        </pc:picChg>
        <pc:picChg chg="add">
          <ac:chgData name="" userId="" providerId="" clId="Web-{7EAAE084-91B3-4B78-A1F9-9CBA742E9DEF}" dt="2026-09-20T18:58:30.231" v="24" actId="34807"/>
          <ac:picMkLst>
            <pc:docMk/>
            <pc:sldMk cId="787808994" sldId="1673"/>
            <ac:picMk id="1935" creationId="{3BA22B04-FAA1-139F-25C0-ECC1A747DEF3}"/>
          </ac:picMkLst>
        </pc:picChg>
      </pc:sldChg>
      <pc:sldChg chg="addSp modSp add modNotesTx">
        <pc:chgData name="" userId="" providerId="" clId="Web-{7EAAE084-91B3-4B78-A1F9-9CBA742E9DEF}" dt="2026-09-20T18:58:39.622" v="28" actId="34807"/>
        <pc:sldMkLst>
          <pc:docMk/>
          <pc:sldMk cId="2886083478" sldId="1874"/>
        </pc:sldMkLst>
        <pc:spChg chg="add mod">
          <ac:chgData name="" userId="" providerId="" clId="Web-{7EAAE084-91B3-4B78-A1F9-9CBA742E9DEF}" dt="2026-09-20T18:58:38.966" v="27" actId="34807"/>
          <ac:spMkLst>
            <pc:docMk/>
            <pc:sldMk cId="2886083478" sldId="1874"/>
            <ac:spMk id="1938" creationId="{65E73C1D-C3B2-10E9-EA0F-F5136C9B7C5D}"/>
          </ac:spMkLst>
        </pc:spChg>
        <pc:spChg chg="add mod">
          <ac:chgData name="" userId="" providerId="" clId="Web-{7EAAE084-91B3-4B78-A1F9-9CBA742E9DEF}" dt="2026-09-20T18:58:38.966" v="27" actId="34807"/>
          <ac:spMkLst>
            <pc:docMk/>
            <pc:sldMk cId="2886083478" sldId="1874"/>
            <ac:spMk id="1941" creationId="{97C2A5EA-2881-0728-7001-640A0B699240}"/>
          </ac:spMkLst>
        </pc:spChg>
        <pc:spChg chg="add mod">
          <ac:chgData name="" userId="" providerId="" clId="Web-{7EAAE084-91B3-4B78-A1F9-9CBA742E9DEF}" dt="2026-09-20T18:58:38.966" v="27" actId="34807"/>
          <ac:spMkLst>
            <pc:docMk/>
            <pc:sldMk cId="2886083478" sldId="1874"/>
            <ac:spMk id="1950" creationId="{81371358-E462-923E-9FBC-1600164C53F4}"/>
          </ac:spMkLst>
        </pc:spChg>
        <pc:spChg chg="add mod">
          <ac:chgData name="" userId="" providerId="" clId="Web-{7EAAE084-91B3-4B78-A1F9-9CBA742E9DEF}" dt="2026-09-20T18:58:38.966" v="27" actId="34807"/>
          <ac:spMkLst>
            <pc:docMk/>
            <pc:sldMk cId="2886083478" sldId="1874"/>
            <ac:spMk id="1956" creationId="{E1D99028-90AD-39D4-19E5-7455FA245793}"/>
          </ac:spMkLst>
        </pc:spChg>
        <pc:spChg chg="add mod">
          <ac:chgData name="" userId="" providerId="" clId="Web-{7EAAE084-91B3-4B78-A1F9-9CBA742E9DEF}" dt="2026-09-20T18:58:38.966" v="27" actId="34807"/>
          <ac:spMkLst>
            <pc:docMk/>
            <pc:sldMk cId="2886083478" sldId="1874"/>
            <ac:spMk id="1971" creationId="{C08C7EEE-4D5D-090E-7A3D-DA386DF33F7E}"/>
          </ac:spMkLst>
        </pc:spChg>
        <pc:spChg chg="add mod">
          <ac:chgData name="" userId="" providerId="" clId="Web-{7EAAE084-91B3-4B78-A1F9-9CBA742E9DEF}" dt="2026-09-20T18:58:38.966" v="27" actId="34807"/>
          <ac:spMkLst>
            <pc:docMk/>
            <pc:sldMk cId="2886083478" sldId="1874"/>
            <ac:spMk id="2001" creationId="{6282913E-F5DB-02C7-5D34-8856CFCA62B5}"/>
          </ac:spMkLst>
        </pc:spChg>
        <pc:spChg chg="add mod">
          <ac:chgData name="" userId="" providerId="" clId="Web-{7EAAE084-91B3-4B78-A1F9-9CBA742E9DEF}" dt="2026-09-20T18:58:38.966" v="27" actId="34807"/>
          <ac:spMkLst>
            <pc:docMk/>
            <pc:sldMk cId="2886083478" sldId="1874"/>
            <ac:spMk id="2166" creationId="{B80B0C03-E549-FA4B-D42A-15E1C2BD1EA4}"/>
          </ac:spMkLst>
        </pc:spChg>
        <pc:spChg chg="add mod">
          <ac:chgData name="" userId="" providerId="" clId="Web-{7EAAE084-91B3-4B78-A1F9-9CBA742E9DEF}" dt="2026-09-20T18:58:38.966" v="27" actId="34807"/>
          <ac:spMkLst>
            <pc:docMk/>
            <pc:sldMk cId="2886083478" sldId="1874"/>
            <ac:spMk id="2188" creationId="{D93E0777-A63F-DE28-D19F-FC79A4245732}"/>
          </ac:spMkLst>
        </pc:spChg>
        <pc:spChg chg="add mod">
          <ac:chgData name="" userId="" providerId="" clId="Web-{7EAAE084-91B3-4B78-A1F9-9CBA742E9DEF}" dt="2026-09-20T18:58:38.966" v="27" actId="34807"/>
          <ac:spMkLst>
            <pc:docMk/>
            <pc:sldMk cId="2886083478" sldId="1874"/>
            <ac:spMk id="2211" creationId="{F6EF5816-CC42-23B3-4296-2914F53DBBAF}"/>
          </ac:spMkLst>
        </pc:spChg>
        <pc:spChg chg="add mod">
          <ac:chgData name="" userId="" providerId="" clId="Web-{7EAAE084-91B3-4B78-A1F9-9CBA742E9DEF}" dt="2026-09-20T18:58:38.966" v="27" actId="34807"/>
          <ac:spMkLst>
            <pc:docMk/>
            <pc:sldMk cId="2886083478" sldId="1874"/>
            <ac:spMk id="2235" creationId="{A3CACE99-A0E9-6F84-E142-0729E84E45FF}"/>
          </ac:spMkLst>
        </pc:spChg>
      </pc:sldChg>
      <pc:sldChg chg="addSp modSp add modNotesTx">
        <pc:chgData name="" userId="" providerId="" clId="Web-{7EAAE084-91B3-4B78-A1F9-9CBA742E9DEF}" dt="2026-09-20T18:59:09.076" v="32" actId="34807"/>
        <pc:sldMkLst>
          <pc:docMk/>
          <pc:sldMk cId="3470538991" sldId="2075"/>
        </pc:sldMkLst>
        <pc:spChg chg="add mod">
          <ac:chgData name="" userId="" providerId="" clId="Web-{7EAAE084-91B3-4B78-A1F9-9CBA742E9DEF}" dt="2026-09-20T18:59:07.858" v="30" actId="34807"/>
          <ac:spMkLst>
            <pc:docMk/>
            <pc:sldMk cId="3470538991" sldId="2075"/>
            <ac:spMk id="2238" creationId="{7BAB92CC-F422-9F34-2398-713A3B383727}"/>
          </ac:spMkLst>
        </pc:spChg>
        <pc:spChg chg="add mod">
          <ac:chgData name="" userId="" providerId="" clId="Web-{7EAAE084-91B3-4B78-A1F9-9CBA742E9DEF}" dt="2026-09-20T18:59:07.858" v="30" actId="34807"/>
          <ac:spMkLst>
            <pc:docMk/>
            <pc:sldMk cId="3470538991" sldId="2075"/>
            <ac:spMk id="2245" creationId="{EFA72857-FC9C-B47D-87D5-71D706BB1A94}"/>
          </ac:spMkLst>
        </pc:spChg>
        <pc:spChg chg="add mod">
          <ac:chgData name="" userId="" providerId="" clId="Web-{7EAAE084-91B3-4B78-A1F9-9CBA742E9DEF}" dt="2026-09-20T18:59:07.858" v="30" actId="34807"/>
          <ac:spMkLst>
            <pc:docMk/>
            <pc:sldMk cId="3470538991" sldId="2075"/>
            <ac:spMk id="2271" creationId="{AFC193C7-BD44-EF00-16A8-86D467103123}"/>
          </ac:spMkLst>
        </pc:spChg>
        <pc:spChg chg="add mod">
          <ac:chgData name="" userId="" providerId="" clId="Web-{7EAAE084-91B3-4B78-A1F9-9CBA742E9DEF}" dt="2026-09-20T18:59:07.858" v="30" actId="34807"/>
          <ac:spMkLst>
            <pc:docMk/>
            <pc:sldMk cId="3470538991" sldId="2075"/>
            <ac:spMk id="2290" creationId="{47FA356A-13D0-A942-F60C-4998D5F15A18}"/>
          </ac:spMkLst>
        </pc:spChg>
        <pc:spChg chg="add mod">
          <ac:chgData name="" userId="" providerId="" clId="Web-{7EAAE084-91B3-4B78-A1F9-9CBA742E9DEF}" dt="2026-09-20T18:59:07.858" v="30" actId="34807"/>
          <ac:spMkLst>
            <pc:docMk/>
            <pc:sldMk cId="3470538991" sldId="2075"/>
            <ac:spMk id="2313" creationId="{6C5FEFEE-221C-0135-7CD3-FFB3956C905E}"/>
          </ac:spMkLst>
        </pc:spChg>
        <pc:spChg chg="add mod">
          <ac:chgData name="" userId="" providerId="" clId="Web-{7EAAE084-91B3-4B78-A1F9-9CBA742E9DEF}" dt="2026-09-20T18:59:07.858" v="30" actId="34807"/>
          <ac:spMkLst>
            <pc:docMk/>
            <pc:sldMk cId="3470538991" sldId="2075"/>
            <ac:spMk id="2340" creationId="{EEEC88F0-0641-A3A0-6292-C5966A9C83F8}"/>
          </ac:spMkLst>
        </pc:spChg>
        <pc:spChg chg="add mod">
          <ac:chgData name="" userId="" providerId="" clId="Web-{7EAAE084-91B3-4B78-A1F9-9CBA742E9DEF}" dt="2026-09-20T18:59:07.858" v="30" actId="34807"/>
          <ac:spMkLst>
            <pc:docMk/>
            <pc:sldMk cId="3470538991" sldId="2075"/>
            <ac:spMk id="2355" creationId="{04AB7E66-26D3-8886-7502-5427A69488E7}"/>
          </ac:spMkLst>
        </pc:spChg>
        <pc:spChg chg="add mod">
          <ac:chgData name="" userId="" providerId="" clId="Web-{7EAAE084-91B3-4B78-A1F9-9CBA742E9DEF}" dt="2026-09-20T18:59:07.858" v="30" actId="34807"/>
          <ac:spMkLst>
            <pc:docMk/>
            <pc:sldMk cId="3470538991" sldId="2075"/>
            <ac:spMk id="2425" creationId="{F02EBA01-61BC-27CB-F503-BFAFAF5A2EF3}"/>
          </ac:spMkLst>
        </pc:spChg>
        <pc:spChg chg="add mod">
          <ac:chgData name="" userId="" providerId="" clId="Web-{7EAAE084-91B3-4B78-A1F9-9CBA742E9DEF}" dt="2026-09-20T18:59:07.858" v="30" actId="34807"/>
          <ac:spMkLst>
            <pc:docMk/>
            <pc:sldMk cId="3470538991" sldId="2075"/>
            <ac:spMk id="2445" creationId="{AA17B5D5-BD6C-1ED0-9753-B53E195E0CDB}"/>
          </ac:spMkLst>
        </pc:spChg>
        <pc:spChg chg="add mod">
          <ac:chgData name="" userId="" providerId="" clId="Web-{7EAAE084-91B3-4B78-A1F9-9CBA742E9DEF}" dt="2026-09-20T18:59:07.858" v="30" actId="34807"/>
          <ac:spMkLst>
            <pc:docMk/>
            <pc:sldMk cId="3470538991" sldId="2075"/>
            <ac:spMk id="2466" creationId="{7E8E0D5A-32D7-EC28-A036-55A218C8B92F}"/>
          </ac:spMkLst>
        </pc:spChg>
        <pc:picChg chg="add">
          <ac:chgData name="" userId="" providerId="" clId="Web-{7EAAE084-91B3-4B78-A1F9-9CBA742E9DEF}" dt="2026-09-20T18:59:08.451" v="31" actId="34807"/>
          <ac:picMkLst>
            <pc:docMk/>
            <pc:sldMk cId="3470538991" sldId="2075"/>
            <ac:picMk id="2467" creationId="{2EEA1850-187B-6D6C-23EB-3BF6CE8A2E53}"/>
          </ac:picMkLst>
        </pc:picChg>
        <pc:picChg chg="add">
          <ac:chgData name="" userId="" providerId="" clId="Web-{7EAAE084-91B3-4B78-A1F9-9CBA742E9DEF}" dt="2026-09-20T18:59:08.451" v="31" actId="34807"/>
          <ac:picMkLst>
            <pc:docMk/>
            <pc:sldMk cId="3470538991" sldId="2075"/>
            <ac:picMk id="2468" creationId="{82341D9D-CFFB-E7C7-AF08-B20866728F4D}"/>
          </ac:picMkLst>
        </pc:picChg>
      </pc:sldChg>
      <pc:sldChg chg="addSp modSp add modNotesTx">
        <pc:chgData name="" userId="" providerId="" clId="Web-{7EAAE084-91B3-4B78-A1F9-9CBA742E9DEF}" dt="2026-09-20T18:59:18.280" v="36" actId="34807"/>
        <pc:sldMkLst>
          <pc:docMk/>
          <pc:sldMk cId="2871328349" sldId="2276"/>
        </pc:sldMkLst>
        <pc:spChg chg="add mod">
          <ac:chgData name="" userId="" providerId="" clId="Web-{7EAAE084-91B3-4B78-A1F9-9CBA742E9DEF}" dt="2026-09-20T18:59:16.999" v="34" actId="34807"/>
          <ac:spMkLst>
            <pc:docMk/>
            <pc:sldMk cId="2871328349" sldId="2276"/>
            <ac:spMk id="2474" creationId="{1F176266-268B-AC6D-4742-6E356AB25364}"/>
          </ac:spMkLst>
        </pc:spChg>
        <pc:spChg chg="add mod">
          <ac:chgData name="" userId="" providerId="" clId="Web-{7EAAE084-91B3-4B78-A1F9-9CBA742E9DEF}" dt="2026-09-20T18:59:16.999" v="34" actId="34807"/>
          <ac:spMkLst>
            <pc:docMk/>
            <pc:sldMk cId="2871328349" sldId="2276"/>
            <ac:spMk id="2478" creationId="{87B8919B-D2E2-DB5E-453C-F15CE73FB746}"/>
          </ac:spMkLst>
        </pc:spChg>
        <pc:spChg chg="add mod">
          <ac:chgData name="" userId="" providerId="" clId="Web-{7EAAE084-91B3-4B78-A1F9-9CBA742E9DEF}" dt="2026-09-20T18:59:16.999" v="34" actId="34807"/>
          <ac:spMkLst>
            <pc:docMk/>
            <pc:sldMk cId="2871328349" sldId="2276"/>
            <ac:spMk id="2496" creationId="{193C7987-243C-8F97-98C3-8553DE05184E}"/>
          </ac:spMkLst>
        </pc:spChg>
        <pc:spChg chg="add mod">
          <ac:chgData name="" userId="" providerId="" clId="Web-{7EAAE084-91B3-4B78-A1F9-9CBA742E9DEF}" dt="2026-09-20T18:59:16.999" v="34" actId="34807"/>
          <ac:spMkLst>
            <pc:docMk/>
            <pc:sldMk cId="2871328349" sldId="2276"/>
            <ac:spMk id="2504" creationId="{9C972B13-166A-227F-400A-E2D0508AA6B7}"/>
          </ac:spMkLst>
        </pc:spChg>
        <pc:spChg chg="add mod">
          <ac:chgData name="" userId="" providerId="" clId="Web-{7EAAE084-91B3-4B78-A1F9-9CBA742E9DEF}" dt="2026-09-20T18:59:16.999" v="34" actId="34807"/>
          <ac:spMkLst>
            <pc:docMk/>
            <pc:sldMk cId="2871328349" sldId="2276"/>
            <ac:spMk id="2546" creationId="{491B3761-658D-5471-9F8A-FBCA0404D8F6}"/>
          </ac:spMkLst>
        </pc:spChg>
        <pc:spChg chg="add mod">
          <ac:chgData name="" userId="" providerId="" clId="Web-{7EAAE084-91B3-4B78-A1F9-9CBA742E9DEF}" dt="2026-09-20T18:59:16.999" v="34" actId="34807"/>
          <ac:spMkLst>
            <pc:docMk/>
            <pc:sldMk cId="2871328349" sldId="2276"/>
            <ac:spMk id="2559" creationId="{07FFA44C-C6FD-BCE0-867B-B1628AAF51E0}"/>
          </ac:spMkLst>
        </pc:spChg>
        <pc:spChg chg="add mod">
          <ac:chgData name="" userId="" providerId="" clId="Web-{7EAAE084-91B3-4B78-A1F9-9CBA742E9DEF}" dt="2026-09-20T18:59:16.999" v="34" actId="34807"/>
          <ac:spMkLst>
            <pc:docMk/>
            <pc:sldMk cId="2871328349" sldId="2276"/>
            <ac:spMk id="2573" creationId="{D075E780-F7A8-B0D6-47E7-F7555DF40C63}"/>
          </ac:spMkLst>
        </pc:spChg>
        <pc:spChg chg="add mod">
          <ac:chgData name="" userId="" providerId="" clId="Web-{7EAAE084-91B3-4B78-A1F9-9CBA742E9DEF}" dt="2026-09-20T18:59:16.999" v="34" actId="34807"/>
          <ac:spMkLst>
            <pc:docMk/>
            <pc:sldMk cId="2871328349" sldId="2276"/>
            <ac:spMk id="2639" creationId="{1EE4C6EE-32EB-0D77-FF24-CC6089396727}"/>
          </ac:spMkLst>
        </pc:spChg>
        <pc:spChg chg="add mod">
          <ac:chgData name="" userId="" providerId="" clId="Web-{7EAAE084-91B3-4B78-A1F9-9CBA742E9DEF}" dt="2026-09-20T18:59:16.999" v="34" actId="34807"/>
          <ac:spMkLst>
            <pc:docMk/>
            <pc:sldMk cId="2871328349" sldId="2276"/>
            <ac:spMk id="2678" creationId="{33ADBE4A-B3E0-8A3E-5495-FD57D7BAA385}"/>
          </ac:spMkLst>
        </pc:spChg>
        <pc:spChg chg="add mod">
          <ac:chgData name="" userId="" providerId="" clId="Web-{7EAAE084-91B3-4B78-A1F9-9CBA742E9DEF}" dt="2026-09-20T18:59:16.999" v="34" actId="34807"/>
          <ac:spMkLst>
            <pc:docMk/>
            <pc:sldMk cId="2871328349" sldId="2276"/>
            <ac:spMk id="2699" creationId="{FA01E125-F257-ABFC-5C2D-4EFA8C045CED}"/>
          </ac:spMkLst>
        </pc:spChg>
        <pc:picChg chg="add">
          <ac:chgData name="" userId="" providerId="" clId="Web-{7EAAE084-91B3-4B78-A1F9-9CBA742E9DEF}" dt="2026-09-20T18:59:17.592" v="35" actId="34807"/>
          <ac:picMkLst>
            <pc:docMk/>
            <pc:sldMk cId="2871328349" sldId="2276"/>
            <ac:picMk id="2700" creationId="{349585D2-EA67-EB07-9AC0-787DFB22BD51}"/>
          </ac:picMkLst>
        </pc:picChg>
      </pc:sldChg>
      <pc:sldChg chg="addSp modSp add modNotesTx">
        <pc:chgData name="" userId="" providerId="" clId="Web-{7EAAE084-91B3-4B78-A1F9-9CBA742E9DEF}" dt="2026-09-20T18:59:29.280" v="39" actId="34807"/>
        <pc:sldMkLst>
          <pc:docMk/>
          <pc:sldMk cId="1547729202" sldId="2477"/>
        </pc:sldMkLst>
        <pc:spChg chg="add mod">
          <ac:chgData name="" userId="" providerId="" clId="Web-{7EAAE084-91B3-4B78-A1F9-9CBA742E9DEF}" dt="2026-09-20T18:59:28.687" v="38" actId="34807"/>
          <ac:spMkLst>
            <pc:docMk/>
            <pc:sldMk cId="1547729202" sldId="2477"/>
            <ac:spMk id="2701" creationId="{9816C345-3377-4135-4262-F2C56EF6FD49}"/>
          </ac:spMkLst>
        </pc:spChg>
        <pc:spChg chg="add mod">
          <ac:chgData name="" userId="" providerId="" clId="Web-{7EAAE084-91B3-4B78-A1F9-9CBA742E9DEF}" dt="2026-09-20T18:59:28.687" v="38" actId="34807"/>
          <ac:spMkLst>
            <pc:docMk/>
            <pc:sldMk cId="1547729202" sldId="2477"/>
            <ac:spMk id="2703" creationId="{A512B0C2-11F8-B9DB-CA24-5E1F174E5687}"/>
          </ac:spMkLst>
        </pc:spChg>
        <pc:spChg chg="add mod">
          <ac:chgData name="" userId="" providerId="" clId="Web-{7EAAE084-91B3-4B78-A1F9-9CBA742E9DEF}" dt="2026-09-20T18:59:28.687" v="38" actId="34807"/>
          <ac:spMkLst>
            <pc:docMk/>
            <pc:sldMk cId="1547729202" sldId="2477"/>
            <ac:spMk id="2715" creationId="{B9A1DC62-B523-2789-663C-09B1F063A3D9}"/>
          </ac:spMkLst>
        </pc:spChg>
        <pc:spChg chg="add mod">
          <ac:chgData name="" userId="" providerId="" clId="Web-{7EAAE084-91B3-4B78-A1F9-9CBA742E9DEF}" dt="2026-09-20T18:59:28.687" v="38" actId="34807"/>
          <ac:spMkLst>
            <pc:docMk/>
            <pc:sldMk cId="1547729202" sldId="2477"/>
            <ac:spMk id="2721" creationId="{63584512-68C4-0E61-22E0-15ED67F568F2}"/>
          </ac:spMkLst>
        </pc:spChg>
        <pc:spChg chg="add mod">
          <ac:chgData name="" userId="" providerId="" clId="Web-{7EAAE084-91B3-4B78-A1F9-9CBA742E9DEF}" dt="2026-09-20T18:59:28.687" v="38" actId="34807"/>
          <ac:spMkLst>
            <pc:docMk/>
            <pc:sldMk cId="1547729202" sldId="2477"/>
            <ac:spMk id="2736" creationId="{186E606D-06EA-58B0-82A3-0834B33FE29C}"/>
          </ac:spMkLst>
        </pc:spChg>
        <pc:spChg chg="add mod">
          <ac:chgData name="" userId="" providerId="" clId="Web-{7EAAE084-91B3-4B78-A1F9-9CBA742E9DEF}" dt="2026-09-20T18:59:28.687" v="38" actId="34807"/>
          <ac:spMkLst>
            <pc:docMk/>
            <pc:sldMk cId="1547729202" sldId="2477"/>
            <ac:spMk id="2745" creationId="{49714394-F468-504F-0719-873A3F279EF3}"/>
          </ac:spMkLst>
        </pc:spChg>
        <pc:spChg chg="add mod">
          <ac:chgData name="" userId="" providerId="" clId="Web-{7EAAE084-91B3-4B78-A1F9-9CBA742E9DEF}" dt="2026-09-20T18:59:28.687" v="38" actId="34807"/>
          <ac:spMkLst>
            <pc:docMk/>
            <pc:sldMk cId="1547729202" sldId="2477"/>
            <ac:spMk id="2766" creationId="{65FC3088-3108-A7C5-F42E-6B1640418CFE}"/>
          </ac:spMkLst>
        </pc:spChg>
        <pc:spChg chg="add mod">
          <ac:chgData name="" userId="" providerId="" clId="Web-{7EAAE084-91B3-4B78-A1F9-9CBA742E9DEF}" dt="2026-09-20T18:59:28.687" v="38" actId="34807"/>
          <ac:spMkLst>
            <pc:docMk/>
            <pc:sldMk cId="1547729202" sldId="2477"/>
            <ac:spMk id="2791" creationId="{2BB679BD-B763-8F71-4751-4CC93FB04A22}"/>
          </ac:spMkLst>
        </pc:spChg>
        <pc:spChg chg="add mod">
          <ac:chgData name="" userId="" providerId="" clId="Web-{7EAAE084-91B3-4B78-A1F9-9CBA742E9DEF}" dt="2026-09-20T18:59:28.687" v="38" actId="34807"/>
          <ac:spMkLst>
            <pc:docMk/>
            <pc:sldMk cId="1547729202" sldId="2477"/>
            <ac:spMk id="2836" creationId="{9801EC22-126F-3C48-C0EC-2C141B2B4135}"/>
          </ac:spMkLst>
        </pc:spChg>
        <pc:spChg chg="add mod">
          <ac:chgData name="" userId="" providerId="" clId="Web-{7EAAE084-91B3-4B78-A1F9-9CBA742E9DEF}" dt="2026-09-20T18:59:28.687" v="38" actId="34807"/>
          <ac:spMkLst>
            <pc:docMk/>
            <pc:sldMk cId="1547729202" sldId="2477"/>
            <ac:spMk id="2871" creationId="{394D693E-AE7E-96BF-80B5-A1F981A17B03}"/>
          </ac:spMkLst>
        </pc:spChg>
      </pc:sldChg>
    </pc:docChg>
  </pc:docChgLst>
  <pc:docChgLst>
    <pc:chgData clId="Web-{4BAE2576-36ED-4AB0-A850-562EC6086965}"/>
    <pc:docChg chg="modSld">
      <pc:chgData name="" userId="" providerId="" clId="Web-{4BAE2576-36ED-4AB0-A850-562EC6086965}" dt="2026-09-20T19:07:09.434" v="1" actId="34807"/>
      <pc:docMkLst>
        <pc:docMk/>
      </pc:docMkLst>
      <pc:sldChg chg="addSp delSp modSp">
        <pc:chgData name="" userId="" providerId="" clId="Web-{4BAE2576-36ED-4AB0-A850-562EC6086965}" dt="2026-09-20T19:07:09.434" v="1" actId="34807"/>
        <pc:sldMkLst>
          <pc:docMk/>
          <pc:sldMk cId="2699151692" sldId="668"/>
        </pc:sldMkLst>
        <pc:spChg chg="del">
          <ac:chgData name="" userId="" providerId="" clId="Web-{4BAE2576-36ED-4AB0-A850-562EC6086965}" dt="2026-09-20T19:07:09.434" v="1" actId="34807"/>
          <ac:spMkLst>
            <pc:docMk/>
            <pc:sldMk cId="2699151692" sldId="668"/>
            <ac:spMk id="214" creationId="{E91FFBBE-0AF2-E70D-E39E-34B2634470E7}"/>
          </ac:spMkLst>
        </pc:spChg>
        <pc:spChg chg="del">
          <ac:chgData name="" userId="" providerId="" clId="Web-{4BAE2576-36ED-4AB0-A850-562EC6086965}" dt="2026-09-20T19:07:09.434" v="1" actId="34807"/>
          <ac:spMkLst>
            <pc:docMk/>
            <pc:sldMk cId="2699151692" sldId="668"/>
            <ac:spMk id="231" creationId="{394AF35F-0DD3-1A9B-4132-6E615A5079D4}"/>
          </ac:spMkLst>
        </pc:spChg>
        <pc:spChg chg="del">
          <ac:chgData name="" userId="" providerId="" clId="Web-{4BAE2576-36ED-4AB0-A850-562EC6086965}" dt="2026-09-20T19:07:09.434" v="1" actId="34807"/>
          <ac:spMkLst>
            <pc:docMk/>
            <pc:sldMk cId="2699151692" sldId="668"/>
            <ac:spMk id="249" creationId="{8DE0DAD7-A73E-000E-9D69-251A06894CBE}"/>
          </ac:spMkLst>
        </pc:spChg>
        <pc:spChg chg="add mod">
          <ac:chgData name="" userId="" providerId="" clId="Web-{4BAE2576-36ED-4AB0-A850-562EC6086965}" dt="2026-09-20T19:07:08.496" v="0" actId="34807"/>
          <ac:spMkLst>
            <pc:docMk/>
            <pc:sldMk cId="2699151692" sldId="668"/>
            <ac:spMk id="2891" creationId="{6041BAFF-A81D-6C15-FE53-CBADAEFC2697}"/>
          </ac:spMkLst>
        </pc:spChg>
        <pc:spChg chg="add mod">
          <ac:chgData name="" userId="" providerId="" clId="Web-{4BAE2576-36ED-4AB0-A850-562EC6086965}" dt="2026-09-20T19:07:08.496" v="0" actId="34807"/>
          <ac:spMkLst>
            <pc:docMk/>
            <pc:sldMk cId="2699151692" sldId="668"/>
            <ac:spMk id="2893" creationId="{E00888E8-5556-180D-756B-C1DA9FF0CF08}"/>
          </ac:spMkLst>
        </pc:spChg>
        <pc:spChg chg="add mod">
          <ac:chgData name="" userId="" providerId="" clId="Web-{4BAE2576-36ED-4AB0-A850-562EC6086965}" dt="2026-09-20T19:07:08.496" v="0" actId="34807"/>
          <ac:spMkLst>
            <pc:docMk/>
            <pc:sldMk cId="2699151692" sldId="668"/>
            <ac:spMk id="2896" creationId="{7C399B3F-E184-E560-8859-047109B8B85C}"/>
          </ac:spMkLst>
        </pc:spChg>
      </pc:sldChg>
      <pc:sldChg chg="addSp delSp modSp">
        <pc:chgData name="" userId="" providerId="" clId="Web-{4BAE2576-36ED-4AB0-A850-562EC6086965}" dt="2026-09-20T19:07:09.434" v="1" actId="34807"/>
        <pc:sldMkLst>
          <pc:docMk/>
          <pc:sldMk cId="1574953366" sldId="1472"/>
        </pc:sldMkLst>
        <pc:spChg chg="del">
          <ac:chgData name="" userId="" providerId="" clId="Web-{4BAE2576-36ED-4AB0-A850-562EC6086965}" dt="2026-09-20T19:07:09.434" v="1" actId="34807"/>
          <ac:spMkLst>
            <pc:docMk/>
            <pc:sldMk cId="1574953366" sldId="1472"/>
            <ac:spMk id="1582" creationId="{74770130-EDC1-CBCD-D254-3F6A6E1FD744}"/>
          </ac:spMkLst>
        </pc:spChg>
        <pc:spChg chg="del">
          <ac:chgData name="" userId="" providerId="" clId="Web-{4BAE2576-36ED-4AB0-A850-562EC6086965}" dt="2026-09-20T19:07:09.434" v="1" actId="34807"/>
          <ac:spMkLst>
            <pc:docMk/>
            <pc:sldMk cId="1574953366" sldId="1472"/>
            <ac:spMk id="1599" creationId="{EDA6BBE0-E13D-0EAF-0870-293365B394FD}"/>
          </ac:spMkLst>
        </pc:spChg>
        <pc:spChg chg="del">
          <ac:chgData name="" userId="" providerId="" clId="Web-{4BAE2576-36ED-4AB0-A850-562EC6086965}" dt="2026-09-20T19:07:09.434" v="1" actId="34807"/>
          <ac:spMkLst>
            <pc:docMk/>
            <pc:sldMk cId="1574953366" sldId="1472"/>
            <ac:spMk id="1617" creationId="{5AADA8DE-CC12-E718-E199-551D2545F219}"/>
          </ac:spMkLst>
        </pc:spChg>
        <pc:spChg chg="add mod">
          <ac:chgData name="" userId="" providerId="" clId="Web-{4BAE2576-36ED-4AB0-A850-562EC6086965}" dt="2026-09-20T19:07:08.496" v="0" actId="34807"/>
          <ac:spMkLst>
            <pc:docMk/>
            <pc:sldMk cId="1574953366" sldId="1472"/>
            <ac:spMk id="2900" creationId="{233BCF42-4E3F-D0CD-4038-6DAAB620E852}"/>
          </ac:spMkLst>
        </pc:spChg>
        <pc:spChg chg="add mod">
          <ac:chgData name="" userId="" providerId="" clId="Web-{4BAE2576-36ED-4AB0-A850-562EC6086965}" dt="2026-09-20T19:07:08.496" v="0" actId="34807"/>
          <ac:spMkLst>
            <pc:docMk/>
            <pc:sldMk cId="1574953366" sldId="1472"/>
            <ac:spMk id="2905" creationId="{9E7D04B8-9456-A5A4-8C35-83BB273A0DD0}"/>
          </ac:spMkLst>
        </pc:spChg>
        <pc:spChg chg="add mod">
          <ac:chgData name="" userId="" providerId="" clId="Web-{4BAE2576-36ED-4AB0-A850-562EC6086965}" dt="2026-09-20T19:07:08.496" v="0" actId="34807"/>
          <ac:spMkLst>
            <pc:docMk/>
            <pc:sldMk cId="1574953366" sldId="1472"/>
            <ac:spMk id="2911" creationId="{C39DC17C-7EA3-BF25-449C-DC9B7810E3BA}"/>
          </ac:spMkLst>
        </pc:spChg>
      </pc:sldChg>
      <pc:sldChg chg="addSp delSp modSp">
        <pc:chgData name="" userId="" providerId="" clId="Web-{4BAE2576-36ED-4AB0-A850-562EC6086965}" dt="2026-09-20T19:07:09.434" v="1" actId="34807"/>
        <pc:sldMkLst>
          <pc:docMk/>
          <pc:sldMk cId="3470538991" sldId="2075"/>
        </pc:sldMkLst>
        <pc:spChg chg="del">
          <ac:chgData name="" userId="" providerId="" clId="Web-{4BAE2576-36ED-4AB0-A850-562EC6086965}" dt="2026-09-20T19:07:09.434" v="1" actId="34807"/>
          <ac:spMkLst>
            <pc:docMk/>
            <pc:sldMk cId="3470538991" sldId="2075"/>
            <ac:spMk id="2371" creationId="{F1F5C47B-438D-6C19-E702-3E1948B8BC27}"/>
          </ac:spMkLst>
        </pc:spChg>
        <pc:spChg chg="del">
          <ac:chgData name="" userId="" providerId="" clId="Web-{4BAE2576-36ED-4AB0-A850-562EC6086965}" dt="2026-09-20T19:07:09.434" v="1" actId="34807"/>
          <ac:spMkLst>
            <pc:docMk/>
            <pc:sldMk cId="3470538991" sldId="2075"/>
            <ac:spMk id="2388" creationId="{C5280C42-8CAA-8FDD-BE19-86E2C4592DFF}"/>
          </ac:spMkLst>
        </pc:spChg>
        <pc:spChg chg="del">
          <ac:chgData name="" userId="" providerId="" clId="Web-{4BAE2576-36ED-4AB0-A850-562EC6086965}" dt="2026-09-20T19:07:09.434" v="1" actId="34807"/>
          <ac:spMkLst>
            <pc:docMk/>
            <pc:sldMk cId="3470538991" sldId="2075"/>
            <ac:spMk id="2406" creationId="{94F15FAB-674B-5981-64B3-794C9F7EEF17}"/>
          </ac:spMkLst>
        </pc:spChg>
        <pc:spChg chg="add mod">
          <ac:chgData name="" userId="" providerId="" clId="Web-{4BAE2576-36ED-4AB0-A850-562EC6086965}" dt="2026-09-20T19:07:08.496" v="0" actId="34807"/>
          <ac:spMkLst>
            <pc:docMk/>
            <pc:sldMk cId="3470538991" sldId="2075"/>
            <ac:spMk id="2918" creationId="{DD6542A8-EC06-7A8A-AEB5-5FA1290AABD0}"/>
          </ac:spMkLst>
        </pc:spChg>
        <pc:spChg chg="add mod">
          <ac:chgData name="" userId="" providerId="" clId="Web-{4BAE2576-36ED-4AB0-A850-562EC6086965}" dt="2026-09-20T19:07:08.496" v="0" actId="34807"/>
          <ac:spMkLst>
            <pc:docMk/>
            <pc:sldMk cId="3470538991" sldId="2075"/>
            <ac:spMk id="2926" creationId="{2B8F5A16-09E9-3BB9-2890-16652A002F61}"/>
          </ac:spMkLst>
        </pc:spChg>
        <pc:spChg chg="add mod">
          <ac:chgData name="" userId="" providerId="" clId="Web-{4BAE2576-36ED-4AB0-A850-562EC6086965}" dt="2026-09-20T19:07:08.496" v="0" actId="34807"/>
          <ac:spMkLst>
            <pc:docMk/>
            <pc:sldMk cId="3470538991" sldId="2075"/>
            <ac:spMk id="2935" creationId="{C5F29759-3A6B-85FC-2911-8DC50B1A02F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9/20/2026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Frame the module around one architecture decision: meet an explicit quality floor while measuring latency and cost in their own units. Use the presenter-prepared reference-agent evidence; nobody needs a Day 4 lab result or an attendee-owned deployment. There is no promised saving or universally best route.
• GROUNDING SOURCE: https://learn.microsoft.com/azure/foundry/openai/how-to/latency
• GROUNDING SOURCE: https://learn.microsoft.com/azure/foundry/openai/how-to/evaluate-model-router</a:t>
            </a:r>
          </a:p>
        </p:txBody>
      </p:sp>
      <p:sp>
        <p:nvSpPr>
          <p:cNvPr id="4" name="Slide Number Placeholder 3"/>
          <p:cNvSpPr>
            <a:spLocks noGrp="1"/>
          </p:cNvSpPr>
          <p:nvPr>
            <p:ph type="sldNum" sz="quarter" idx="5"/>
          </p:nvPr>
        </p:nvSpPr>
        <p:spPr/>
        <p:txBody>
          <a:bodyPr/>
          <a:lstStyle/>
          <a:p>
            <a:fld id="{CE5E9CC1-C706-0F49-92D6-E571CC5EEA8F}" type="slidenum">
              <a:rPr lang="en-US"/>
              <a:t>1</a:t>
            </a:fld>
            <a:endParaRPr lang="en-US"/>
          </a:p>
        </p:txBody>
      </p:sp>
    </p:spTree>
    <p:extLst>
      <p:ext uri="{BB962C8B-B14F-4D97-AF65-F5344CB8AC3E}">
        <p14:creationId xmlns:p14="http://schemas.microsoft.com/office/powerpoint/2010/main" val="87754316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Introduce the two sizing questions before discussing individual metrics. System-level throughput is deployment capacity across the workload and is measured with request volume and tokens per minute. Per-call latency is the response time for one model call. Optimizing one does not automatically optimize the other, so define both requirements explicitly.
• GROUNDING SOURCE: https://learn.microsoft.com/en-us/azure/foundry/openai/how-to/latency#understanding-throughput-vs-latency</a:t>
            </a:r>
          </a:p>
        </p:txBody>
      </p:sp>
      <p:sp>
        <p:nvSpPr>
          <p:cNvPr id="4" name="Slide Number Placeholder 3"/>
          <p:cNvSpPr>
            <a:spLocks noGrp="1"/>
          </p:cNvSpPr>
          <p:nvPr>
            <p:ph type="sldNum" sz="quarter" idx="5"/>
          </p:nvPr>
        </p:nvSpPr>
        <p:spPr/>
        <p:txBody>
          <a:bodyPr/>
          <a:lstStyle/>
          <a:p>
            <a:fld id="{CE5E9CC1-C706-0F49-92D6-E571CC5EEA8F}" type="slidenum">
              <a:rPr lang="en-US"/>
              <a:t>2</a:t>
            </a:fld>
            <a:endParaRPr lang="en-US"/>
          </a:p>
        </p:txBody>
      </p:sp>
    </p:spTree>
    <p:extLst>
      <p:ext uri="{BB962C8B-B14F-4D97-AF65-F5344CB8AC3E}">
        <p14:creationId xmlns:p14="http://schemas.microsoft.com/office/powerpoint/2010/main" val="19164467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This is a sizing estimate, not a throughput guarantee. For representative requests, estimate input TPM as prompt tokens per request times requests per minute and output TPM as completion tokens per request times requests per minute. Add them for total TPM. Azure Monitor can provide Processed Prompt Tokens and Generated Completion Tokens over one-minute windows; analyze minimum, average, and maximum values over multiple weeks. Prompt caching makes that monitor-based estimate conservative. Standard quota governs admission but does not directly guarantee achieved throughput. Provisioned throughput also depends on input tokens, output tokens, call rate, and cache match rate.
• GROUNDING SOURCE: https://learn.microsoft.com/en-us/azure/foundry/openai/how-to/latency#system-level-throughput</a:t>
            </a:r>
          </a:p>
        </p:txBody>
      </p:sp>
      <p:sp>
        <p:nvSpPr>
          <p:cNvPr id="4" name="Slide Number Placeholder 3"/>
          <p:cNvSpPr>
            <a:spLocks noGrp="1"/>
          </p:cNvSpPr>
          <p:nvPr>
            <p:ph type="sldNum" sz="quarter" idx="5"/>
          </p:nvPr>
        </p:nvSpPr>
        <p:spPr/>
        <p:txBody>
          <a:bodyPr/>
          <a:lstStyle/>
          <a:p>
            <a:fld id="{CE5E9CC1-C706-0F49-92D6-E571CC5EEA8F}" type="slidenum">
              <a:rPr lang="en-US"/>
              <a:t>3</a:t>
            </a:fld>
            <a:endParaRPr lang="en-US"/>
          </a:p>
        </p:txBody>
      </p:sp>
    </p:spTree>
    <p:extLst>
      <p:ext uri="{BB962C8B-B14F-4D97-AF65-F5344CB8AC3E}">
        <p14:creationId xmlns:p14="http://schemas.microsoft.com/office/powerpoint/2010/main" val="308530826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Spend about four minutes separating the signals. TTFT describes responsiveness and TTLT describes model completion; neither automatically includes retrieval, tools, queues, retries, or later model calls in a workflow. Streaming can improve perceived responsiveness without shortening completion, while throughput answers a capacity question rather than a single-request timing question.
• GROUNDING SOURCE: https://learn.microsoft.com/azure/foundry/openai/how-to/latency
• GROUNDING SOURCE: https://learn.microsoft.com/agent-framework/workflows/observability</a:t>
            </a:r>
          </a:p>
        </p:txBody>
      </p:sp>
      <p:sp>
        <p:nvSpPr>
          <p:cNvPr id="4" name="Slide Number Placeholder 3"/>
          <p:cNvSpPr>
            <a:spLocks noGrp="1"/>
          </p:cNvSpPr>
          <p:nvPr>
            <p:ph type="sldNum" sz="quarter" idx="5"/>
          </p:nvPr>
        </p:nvSpPr>
        <p:spPr/>
        <p:txBody>
          <a:bodyPr/>
          <a:lstStyle/>
          <a:p>
            <a:fld id="{CE5E9CC1-C706-0F49-92D6-E571CC5EEA8F}" type="slidenum">
              <a:rPr lang="en-US"/>
              <a:t>4</a:t>
            </a:fld>
            <a:endParaRPr lang="en-US"/>
          </a:p>
        </p:txBody>
      </p:sp>
    </p:spTree>
    <p:extLst>
      <p:ext uri="{BB962C8B-B14F-4D97-AF65-F5344CB8AC3E}">
        <p14:creationId xmlns:p14="http://schemas.microsoft.com/office/powerpoint/2010/main" val="63593492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Token telemetry is a useful usage proxy, not a bill. To estimate currency, record model and version, input/output/cache categories, rate units, currency, and pricing date, then include non-model services and evaluation overhead separately. Cost per successful outcome also needs a defensible success count; with zero successes it is undefined rather than zero.
• GROUNDING SOURCE: https://learn.microsoft.com/agent-framework/agents/observability
• GROUNDING SOURCE: https://learn.microsoft.com/azure/foundry/openai/how-to/prompt-caching
• GROUNDING SOURCE: https://learn.microsoft.com/azure/foundry/openai/how-to/evaluate-model-router</a:t>
            </a:r>
          </a:p>
        </p:txBody>
      </p:sp>
      <p:sp>
        <p:nvSpPr>
          <p:cNvPr id="4" name="Slide Number Placeholder 3"/>
          <p:cNvSpPr>
            <a:spLocks noGrp="1"/>
          </p:cNvSpPr>
          <p:nvPr>
            <p:ph type="sldNum" sz="quarter" idx="5"/>
          </p:nvPr>
        </p:nvSpPr>
        <p:spPr/>
        <p:txBody>
          <a:bodyPr/>
          <a:lstStyle/>
          <a:p>
            <a:fld id="{CE5E9CC1-C706-0F49-92D6-E571CC5EEA8F}" type="slidenum">
              <a:rPr lang="en-US"/>
              <a:t>5</a:t>
            </a:fld>
            <a:endParaRPr lang="en-US"/>
          </a:p>
        </p:txBody>
      </p:sp>
    </p:spTree>
    <p:extLst>
      <p:ext uri="{BB962C8B-B14F-4D97-AF65-F5344CB8AC3E}">
        <p14:creationId xmlns:p14="http://schemas.microsoft.com/office/powerpoint/2010/main" val="9254699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Prompt caching reuses temporary computation for matching input prefixes; the model still generates a response. A response cache reuses an application-stored answer and therefore needs an explicit key, freshness policy, authorization check, and invalidation strategy. Cache support, retention, reads, writes, and charges are model- and deployment-specific, so verify them rather than generalizing.
• GROUNDING SOURCE: https://learn.microsoft.com/azure/foundry/openai/how-to/prompt-caching
• GROUNDING SOURCE: https://learn.microsoft.com/azure/search/search-document-level-access-overview</a:t>
            </a:r>
          </a:p>
        </p:txBody>
      </p:sp>
      <p:sp>
        <p:nvSpPr>
          <p:cNvPr id="4" name="Slide Number Placeholder 3"/>
          <p:cNvSpPr>
            <a:spLocks noGrp="1"/>
          </p:cNvSpPr>
          <p:nvPr>
            <p:ph type="sldNum" sz="quarter" idx="5"/>
          </p:nvPr>
        </p:nvSpPr>
        <p:spPr/>
        <p:txBody>
          <a:bodyPr/>
          <a:lstStyle/>
          <a:p>
            <a:fld id="{CE5E9CC1-C706-0F49-92D6-E571CC5EEA8F}" type="slidenum">
              <a:rPr lang="en-US"/>
              <a:t>6</a:t>
            </a:fld>
            <a:endParaRPr lang="en-US"/>
          </a:p>
        </p:txBody>
      </p:sp>
    </p:spTree>
    <p:extLst>
      <p:ext uri="{BB962C8B-B14F-4D97-AF65-F5344CB8AC3E}">
        <p14:creationId xmlns:p14="http://schemas.microsoft.com/office/powerpoint/2010/main" val="109396603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Keep the product boundary precise. Foundry model router analyzes the request and selects an eligible model before generation according to its configured mode and pool; it is not an application quality checker that grades an answer and retries on a stronger model. Application-owned escalation can do that, but its quality check, retry budget, history handling, and failure response are your design.
• GROUNDING SOURCE: https://learn.microsoft.com/azure/foundry/openai/concepts/model-router
• GROUNDING SOURCE: https://learn.microsoft.com/azure/foundry/openai/concepts/model-router-how-it-works
• GROUNDING SOURCE: https://learn.microsoft.com/azure/foundry/openai/how-to/evaluate-model-router</a:t>
            </a:r>
          </a:p>
        </p:txBody>
      </p:sp>
      <p:sp>
        <p:nvSpPr>
          <p:cNvPr id="4" name="Slide Number Placeholder 3"/>
          <p:cNvSpPr>
            <a:spLocks noGrp="1"/>
          </p:cNvSpPr>
          <p:nvPr>
            <p:ph type="sldNum" sz="quarter" idx="5"/>
          </p:nvPr>
        </p:nvSpPr>
        <p:spPr/>
        <p:txBody>
          <a:bodyPr/>
          <a:lstStyle/>
          <a:p>
            <a:fld id="{CE5E9CC1-C706-0F49-92D6-E571CC5EEA8F}" type="slidenum">
              <a:rPr lang="en-US"/>
              <a:t>7</a:t>
            </a:fld>
            <a:endParaRPr lang="en-US"/>
          </a:p>
        </p:txBody>
      </p:sp>
    </p:spTree>
    <p:extLst>
      <p:ext uri="{BB962C8B-B14F-4D97-AF65-F5344CB8AC3E}">
        <p14:creationId xmlns:p14="http://schemas.microsoft.com/office/powerpoint/2010/main" val="120051905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A model switch is not a history transfer. Caller-managed messages can be replayed when the destination supports their roles, content, tool calls, and results; a service-owned conversation or response ID refers to state at its originating service and scope. The documented MAF routing helper is experimental .NET; Python support is unavailable, so this is architecture guidance rather than a Python demo.
• GROUNDING SOURCE: https://learn.microsoft.com/agent-framework/concepts/agents/runtime-model-routing
• GROUNDING SOURCE: https://learn.microsoft.com/azure/foundry/openai/concepts/model-router-how-it-works</a:t>
            </a:r>
          </a:p>
        </p:txBody>
      </p:sp>
      <p:sp>
        <p:nvSpPr>
          <p:cNvPr id="4" name="Slide Number Placeholder 3"/>
          <p:cNvSpPr>
            <a:spLocks noGrp="1"/>
          </p:cNvSpPr>
          <p:nvPr>
            <p:ph type="sldNum" sz="quarter" idx="5"/>
          </p:nvPr>
        </p:nvSpPr>
        <p:spPr/>
        <p:txBody>
          <a:bodyPr/>
          <a:lstStyle/>
          <a:p>
            <a:fld id="{CE5E9CC1-C706-0F49-92D6-E571CC5EEA8F}" type="slidenum">
              <a:rPr lang="en-US"/>
              <a:t>8</a:t>
            </a:fld>
            <a:endParaRPr lang="en-US"/>
          </a:p>
        </p:txBody>
      </p:sp>
    </p:spTree>
    <p:extLst>
      <p:ext uri="{BB962C8B-B14F-4D97-AF65-F5344CB8AC3E}">
        <p14:creationId xmlns:p14="http://schemas.microsoft.com/office/powerpoint/2010/main" val="412445857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Batch processing accepts asynchronous groups of requests and returns results later; it is suitable when a user is not waiting. It does not reduce the interactive request's first-token latency. Before choosing it, verify supported models, data location, quota, turnaround, and current pricing for the exact deployment rather than repeating a generic savings claim.
• GROUNDING SOURCE: https://learn.microsoft.com/azure/foundry/openai/how-to/batch
• GROUNDING SOURCE: https://learn.microsoft.com/azure/foundry/concepts/architecture</a:t>
            </a:r>
          </a:p>
        </p:txBody>
      </p:sp>
      <p:sp>
        <p:nvSpPr>
          <p:cNvPr id="4" name="Slide Number Placeholder 3"/>
          <p:cNvSpPr>
            <a:spLocks noGrp="1"/>
          </p:cNvSpPr>
          <p:nvPr>
            <p:ph type="sldNum" sz="quarter" idx="5"/>
          </p:nvPr>
        </p:nvSpPr>
        <p:spPr/>
        <p:txBody>
          <a:bodyPr/>
          <a:lstStyle/>
          <a:p>
            <a:fld id="{CE5E9CC1-C706-0F49-92D6-E571CC5EEA8F}" type="slidenum">
              <a:rPr lang="en-US"/>
              <a:t>9</a:t>
            </a:fld>
            <a:endParaRPr lang="en-US"/>
          </a:p>
        </p:txBody>
      </p:sp>
    </p:spTree>
    <p:extLst>
      <p:ext uri="{BB962C8B-B14F-4D97-AF65-F5344CB8AC3E}">
        <p14:creationId xmlns:p14="http://schemas.microsoft.com/office/powerpoint/2010/main" val="232953552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Use only the runbook's presenter-prepared synthetic evidence: two bounded runs of the same case, one draft-only and one with a single revision. Read first-visible and completion time, input/output/cache usage, the explicit illustrative rate card, the outcome check, and the stop reason. Do not launch a router, deploy a model, wait on a cloud evaluation, or imply that this one case guarantees savings.
• GROUNDING SOURCE: https://learn.microsoft.com/agent-framework/agents/observability
• GROUNDING SOURCE: https://learn.microsoft.com/agent-framework/workflows/observability
• GROUNDING SOURCE: https://learn.microsoft.com/agent-framework/agents/evaluation
• GROUNDING SOURCE: https://learn.microsoft.com/azure/foundry/openai/how-to/evaluate-model-router</a:t>
            </a:r>
          </a:p>
        </p:txBody>
      </p:sp>
      <p:sp>
        <p:nvSpPr>
          <p:cNvPr id="4" name="Slide Number Placeholder 3"/>
          <p:cNvSpPr>
            <a:spLocks noGrp="1"/>
          </p:cNvSpPr>
          <p:nvPr>
            <p:ph type="sldNum" sz="quarter" idx="5"/>
          </p:nvPr>
        </p:nvSpPr>
        <p:spPr/>
        <p:txBody>
          <a:bodyPr/>
          <a:lstStyle/>
          <a:p>
            <a:fld id="{CE5E9CC1-C706-0F49-92D6-E571CC5EEA8F}" type="slidenum">
              <a:rPr lang="en-US"/>
              <a:t>10</a:t>
            </a:fld>
            <a:endParaRPr lang="en-US"/>
          </a:p>
        </p:txBody>
      </p:sp>
    </p:spTree>
    <p:extLst>
      <p:ext uri="{BB962C8B-B14F-4D97-AF65-F5344CB8AC3E}">
        <p14:creationId xmlns:p14="http://schemas.microsoft.com/office/powerpoint/2010/main" val="268976897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Close in three minutes. A revision or turn cap bounds one dimension of work; it does not cap every token, tool charge, evaluator call, elapsed second, or Azure invoice. Ask for a stop policy that preserves correctness: return a bounded partial answer, defer asynchronous work, or route to an application-owned review path with an explicit owner.
• GROUNDING SOURCE: https://learn.microsoft.com/azure/foundry/openai/how-to/evaluate-model-router
• GROUNDING SOURCE: https://learn.microsoft.com/agent-framework/agents/evaluation
• GROUNDING SOURCE: https://learn.microsoft.com/azure/foundry/concepts/observability</a:t>
            </a:r>
          </a:p>
        </p:txBody>
      </p:sp>
      <p:sp>
        <p:nvSpPr>
          <p:cNvPr id="4" name="Slide Number Placeholder 3"/>
          <p:cNvSpPr>
            <a:spLocks noGrp="1"/>
          </p:cNvSpPr>
          <p:nvPr>
            <p:ph type="sldNum" sz="quarter" idx="5"/>
          </p:nvPr>
        </p:nvSpPr>
        <p:spPr/>
        <p:txBody>
          <a:bodyPr/>
          <a:lstStyle/>
          <a:p>
            <a:fld id="{CE5E9CC1-C706-0F49-92D6-E571CC5EEA8F}" type="slidenum">
              <a:rPr lang="en-US"/>
              <a:t>11</a:t>
            </a:fld>
            <a:endParaRPr lang="en-US"/>
          </a:p>
        </p:txBody>
      </p:sp>
    </p:spTree>
    <p:extLst>
      <p:ext uri="{BB962C8B-B14F-4D97-AF65-F5344CB8AC3E}">
        <p14:creationId xmlns:p14="http://schemas.microsoft.com/office/powerpoint/2010/main" val="181082598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 name="Rectangle 63">
            <a:extLst>
              <a:ext uri="{FF2B5EF4-FFF2-40B4-BE49-F238E27FC236}">
                <a16:creationId xmlns:a16="http://schemas.microsoft.com/office/drawing/2014/main" id="{168A3CE4-8B09-4414-B532-1A27B8322E53}"/>
              </a:ext>
            </a:extLst>
          </p:cNvPr>
          <p:cNvSpPr/>
          <p:nvPr/>
        </p:nvSpPr>
        <p:spPr>
          <a:xfrm>
            <a:off x="457200" y="1280160"/>
            <a:ext cx="109728" cy="2377440"/>
          </a:xfrm>
          <a:prstGeom prst="rect">
            <a:avLst/>
          </a:prstGeom>
          <a:solidFill>
            <a:srgbClr val="3A6B35"/>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Rectangle 65">
            <a:extLst>
              <a:ext uri="{FF2B5EF4-FFF2-40B4-BE49-F238E27FC236}">
                <a16:creationId xmlns:a16="http://schemas.microsoft.com/office/drawing/2014/main" id="{FFFBDCA9-8178-8522-8BDA-30B2F7904B3D}"/>
              </a:ext>
            </a:extLst>
          </p:cNvPr>
          <p:cNvSpPr/>
          <p:nvPr/>
        </p:nvSpPr>
        <p:spPr>
          <a:xfrm>
            <a:off x="731520" y="1280160"/>
            <a:ext cx="804672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400" b="1" spc="600">
                <a:solidFill>
                  <a:srgbClr val="3A6B35"/>
                </a:solidFill>
                <a:effectLst/>
                <a:latin typeface="Calibri" panose="020F0502020204030204" pitchFamily="34" charset="0"/>
              </a:rPr>
              <a:t>DAY 5  ·  MODULE 4</a:t>
            </a:r>
          </a:p>
          <a:p>
            <a:pPr algn="l">
              <a:buNone/>
            </a:pPr>
            <a:r>
              <a:rPr lang="en-US" sz="100">
                <a:effectLst/>
              </a:rPr>
              <a:t> </a:t>
            </a:r>
            <a:endParaRPr lang="en-US"/>
          </a:p>
        </p:txBody>
      </p:sp>
      <p:sp>
        <p:nvSpPr>
          <p:cNvPr id="69" name="Rectangle 68">
            <a:extLst>
              <a:ext uri="{FF2B5EF4-FFF2-40B4-BE49-F238E27FC236}">
                <a16:creationId xmlns:a16="http://schemas.microsoft.com/office/drawing/2014/main" id="{9F0EACDF-04F1-240E-1860-223C874DAF39}"/>
              </a:ext>
            </a:extLst>
          </p:cNvPr>
          <p:cNvSpPr/>
          <p:nvPr/>
        </p:nvSpPr>
        <p:spPr>
          <a:xfrm>
            <a:off x="731520" y="1783080"/>
            <a:ext cx="8046720" cy="1280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3400" b="1">
                <a:solidFill>
                  <a:srgbClr val="1F2933"/>
                </a:solidFill>
                <a:effectLst/>
                <a:latin typeface="Calibri" panose="020F0502020204030204" pitchFamily="34" charset="0"/>
              </a:rPr>
              <a:t>Cost, Latency, and Model Routing</a:t>
            </a:r>
          </a:p>
          <a:p>
            <a:pPr algn="l">
              <a:buNone/>
            </a:pPr>
            <a:r>
              <a:rPr lang="en-US" sz="100">
                <a:effectLst/>
              </a:rPr>
              <a:t> </a:t>
            </a:r>
            <a:endParaRPr lang="en-US"/>
          </a:p>
        </p:txBody>
      </p:sp>
      <p:sp>
        <p:nvSpPr>
          <p:cNvPr id="73" name="Rectangle 72">
            <a:extLst>
              <a:ext uri="{FF2B5EF4-FFF2-40B4-BE49-F238E27FC236}">
                <a16:creationId xmlns:a16="http://schemas.microsoft.com/office/drawing/2014/main" id="{F783AE25-8DD2-58CC-F339-7EA329C58AE7}"/>
              </a:ext>
            </a:extLst>
          </p:cNvPr>
          <p:cNvSpPr/>
          <p:nvPr/>
        </p:nvSpPr>
        <p:spPr>
          <a:xfrm>
            <a:off x="731520" y="3108960"/>
            <a:ext cx="804672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600">
                <a:solidFill>
                  <a:srgbClr val="52606D"/>
                </a:solidFill>
                <a:effectLst/>
                <a:latin typeface="Calibri" panose="020F0502020204030204" pitchFamily="34" charset="0"/>
              </a:rPr>
              <a:t>Measure the workload, choose the route, and define when work stops</a:t>
            </a:r>
          </a:p>
          <a:p>
            <a:pPr algn="l">
              <a:buNone/>
            </a:pPr>
            <a:r>
              <a:rPr lang="en-US" sz="100">
                <a:effectLst/>
              </a:rPr>
              <a:t> </a:t>
            </a:r>
            <a:endParaRPr lang="en-US"/>
          </a:p>
        </p:txBody>
      </p:sp>
      <p:sp>
        <p:nvSpPr>
          <p:cNvPr id="78" name="Rectangle 77">
            <a:extLst>
              <a:ext uri="{FF2B5EF4-FFF2-40B4-BE49-F238E27FC236}">
                <a16:creationId xmlns:a16="http://schemas.microsoft.com/office/drawing/2014/main" id="{D64045D2-EE17-4189-25A2-D5F605B81498}"/>
              </a:ext>
            </a:extLst>
          </p:cNvPr>
          <p:cNvSpPr/>
          <p:nvPr/>
        </p:nvSpPr>
        <p:spPr>
          <a:xfrm>
            <a:off x="365760" y="4686300"/>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52606D"/>
                </a:solidFill>
                <a:effectLst/>
                <a:latin typeface="Calibri" panose="020F0502020204030204" pitchFamily="34" charset="0"/>
              </a:rPr>
              <a:t>Microsoft Foundry  ·  Agent Framework  ·  Workload economics</a:t>
            </a:r>
          </a:p>
          <a:p>
            <a:pPr algn="l">
              <a:buNone/>
            </a:pPr>
            <a:r>
              <a:rPr lang="en-US" sz="100">
                <a:effectLst/>
              </a:rPr>
              <a:t> </a:t>
            </a:r>
            <a:endParaRPr lang="en-US"/>
          </a:p>
        </p:txBody>
      </p:sp>
    </p:spTree>
    <p:extLst>
      <p:ext uri="{BB962C8B-B14F-4D97-AF65-F5344CB8AC3E}">
        <p14:creationId xmlns:p14="http://schemas.microsoft.com/office/powerpoint/2010/main" val="366176927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 name="Rectangle 78">
            <a:extLst>
              <a:ext uri="{FF2B5EF4-FFF2-40B4-BE49-F238E27FC236}">
                <a16:creationId xmlns:a16="http://schemas.microsoft.com/office/drawing/2014/main" id="{EE92C4DD-8095-12B7-2B15-469B4855DF1A}"/>
              </a:ext>
            </a:extLst>
          </p:cNvPr>
          <p:cNvSpPr/>
          <p:nvPr/>
        </p:nvSpPr>
        <p:spPr>
          <a:xfrm>
            <a:off x="365760" y="292608"/>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spc="400">
                <a:solidFill>
                  <a:srgbClr val="3A6B35"/>
                </a:solidFill>
                <a:effectLst/>
                <a:latin typeface="Calibri" panose="020F0502020204030204" pitchFamily="34" charset="0"/>
              </a:rPr>
              <a:t>TWO SIZING QUESTIONS</a:t>
            </a:r>
          </a:p>
          <a:p>
            <a:pPr algn="l">
              <a:buNone/>
            </a:pPr>
            <a:r>
              <a:rPr lang="en-US" sz="100">
                <a:effectLst/>
              </a:rPr>
              <a:t> </a:t>
            </a:r>
            <a:endParaRPr lang="en-US"/>
          </a:p>
        </p:txBody>
      </p:sp>
      <p:sp>
        <p:nvSpPr>
          <p:cNvPr id="81" name="Rectangle 80">
            <a:extLst>
              <a:ext uri="{FF2B5EF4-FFF2-40B4-BE49-F238E27FC236}">
                <a16:creationId xmlns:a16="http://schemas.microsoft.com/office/drawing/2014/main" id="{08B7BA47-520A-9E2D-A83A-D91522FEC7BA}"/>
              </a:ext>
            </a:extLst>
          </p:cNvPr>
          <p:cNvSpPr/>
          <p:nvPr/>
        </p:nvSpPr>
        <p:spPr>
          <a:xfrm>
            <a:off x="365760" y="566928"/>
            <a:ext cx="84124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2800" b="1">
                <a:solidFill>
                  <a:srgbClr val="1F2933"/>
                </a:solidFill>
                <a:effectLst/>
                <a:latin typeface="Calibri" panose="020F0502020204030204" pitchFamily="34" charset="0"/>
              </a:rPr>
              <a:t>Size throughput and latency separately</a:t>
            </a:r>
          </a:p>
          <a:p>
            <a:pPr algn="l">
              <a:buNone/>
            </a:pPr>
            <a:r>
              <a:rPr lang="en-US" sz="100">
                <a:effectLst/>
              </a:rPr>
              <a:t> </a:t>
            </a:r>
            <a:endParaRPr lang="en-US"/>
          </a:p>
        </p:txBody>
      </p:sp>
      <p:sp>
        <p:nvSpPr>
          <p:cNvPr id="84" name="Rectangle 83">
            <a:extLst>
              <a:ext uri="{FF2B5EF4-FFF2-40B4-BE49-F238E27FC236}">
                <a16:creationId xmlns:a16="http://schemas.microsoft.com/office/drawing/2014/main" id="{ED45FD57-8804-3BA7-4458-72332AD0E190}"/>
              </a:ext>
            </a:extLst>
          </p:cNvPr>
          <p:cNvSpPr/>
          <p:nvPr/>
        </p:nvSpPr>
        <p:spPr>
          <a:xfrm>
            <a:off x="457200" y="1225296"/>
            <a:ext cx="731520" cy="25400"/>
          </a:xfrm>
          <a:prstGeom prst="rect">
            <a:avLst/>
          </a:prstGeom>
          <a:solidFill>
            <a:srgbClr val="3A6B35"/>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 name="Rectangle 87">
            <a:extLst>
              <a:ext uri="{FF2B5EF4-FFF2-40B4-BE49-F238E27FC236}">
                <a16:creationId xmlns:a16="http://schemas.microsoft.com/office/drawing/2014/main" id="{5869C9C8-C567-9C3F-9E99-6885D2C90CD1}"/>
              </a:ext>
            </a:extLst>
          </p:cNvPr>
          <p:cNvSpPr/>
          <p:nvPr/>
        </p:nvSpPr>
        <p:spPr>
          <a:xfrm>
            <a:off x="365760" y="1417320"/>
            <a:ext cx="84124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300">
                <a:solidFill>
                  <a:srgbClr val="52606D"/>
                </a:solidFill>
                <a:effectLst/>
                <a:latin typeface="Calibri" panose="020F0502020204030204" pitchFamily="34" charset="0"/>
              </a:rPr>
              <a:t>Deployment capacity and single-call response time are different requirements.</a:t>
            </a:r>
          </a:p>
          <a:p>
            <a:pPr algn="l">
              <a:buNone/>
            </a:pPr>
            <a:r>
              <a:rPr lang="en-US" sz="100">
                <a:effectLst/>
              </a:rPr>
              <a:t> </a:t>
            </a:r>
            <a:endParaRPr lang="en-US"/>
          </a:p>
        </p:txBody>
      </p:sp>
      <p:sp>
        <p:nvSpPr>
          <p:cNvPr id="93" name="Rectangle 92">
            <a:extLst>
              <a:ext uri="{FF2B5EF4-FFF2-40B4-BE49-F238E27FC236}">
                <a16:creationId xmlns:a16="http://schemas.microsoft.com/office/drawing/2014/main" id="{F2E8F4C4-F9EB-F7E1-041B-10DA8FEF37C7}"/>
              </a:ext>
            </a:extLst>
          </p:cNvPr>
          <p:cNvSpPr/>
          <p:nvPr/>
        </p:nvSpPr>
        <p:spPr>
          <a:xfrm>
            <a:off x="457200" y="1965960"/>
            <a:ext cx="3977640" cy="2423160"/>
          </a:xfrm>
          <a:prstGeom prst="rect">
            <a:avLst/>
          </a:prstGeom>
          <a:solidFill>
            <a:srgbClr val="FFFFFF"/>
          </a:solidFill>
          <a:ln w="9525">
            <a:solidFill>
              <a:srgbClr val="E2E8DE"/>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9" name="Rectangle 98">
            <a:extLst>
              <a:ext uri="{FF2B5EF4-FFF2-40B4-BE49-F238E27FC236}">
                <a16:creationId xmlns:a16="http://schemas.microsoft.com/office/drawing/2014/main" id="{F5E7ABF3-7995-5B4D-5941-F03B223B9206}"/>
              </a:ext>
            </a:extLst>
          </p:cNvPr>
          <p:cNvSpPr/>
          <p:nvPr/>
        </p:nvSpPr>
        <p:spPr>
          <a:xfrm>
            <a:off x="1005840" y="2057400"/>
            <a:ext cx="333756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spc="200">
                <a:solidFill>
                  <a:srgbClr val="3A6B35"/>
                </a:solidFill>
                <a:effectLst/>
                <a:latin typeface="Calibri" panose="020F0502020204030204" pitchFamily="34" charset="0"/>
              </a:rPr>
              <a:t>THROUGHPUT</a:t>
            </a:r>
          </a:p>
          <a:p>
            <a:pPr algn="l">
              <a:buNone/>
            </a:pPr>
            <a:r>
              <a:rPr lang="en-US" sz="100">
                <a:effectLst/>
              </a:rPr>
              <a:t> </a:t>
            </a:r>
            <a:endParaRPr lang="en-US"/>
          </a:p>
        </p:txBody>
      </p:sp>
      <p:sp>
        <p:nvSpPr>
          <p:cNvPr id="106" name="Rectangle 105">
            <a:extLst>
              <a:ext uri="{FF2B5EF4-FFF2-40B4-BE49-F238E27FC236}">
                <a16:creationId xmlns:a16="http://schemas.microsoft.com/office/drawing/2014/main" id="{174E25A4-3074-F549-285F-1E1A92389C6E}"/>
              </a:ext>
            </a:extLst>
          </p:cNvPr>
          <p:cNvSpPr/>
          <p:nvPr/>
        </p:nvSpPr>
        <p:spPr>
          <a:xfrm>
            <a:off x="594360" y="2423160"/>
            <a:ext cx="374904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600" b="1">
                <a:solidFill>
                  <a:srgbClr val="1F2933"/>
                </a:solidFill>
                <a:effectLst/>
                <a:latin typeface="Calibri" panose="020F0502020204030204" pitchFamily="34" charset="0"/>
              </a:rPr>
              <a:t>System-level throughput</a:t>
            </a:r>
          </a:p>
          <a:p>
            <a:pPr algn="l">
              <a:buNone/>
            </a:pPr>
            <a:r>
              <a:rPr lang="en-US" sz="100">
                <a:effectLst/>
              </a:rPr>
              <a:t> </a:t>
            </a:r>
            <a:endParaRPr lang="en-US"/>
          </a:p>
        </p:txBody>
      </p:sp>
      <p:sp>
        <p:nvSpPr>
          <p:cNvPr id="114" name="Rectangle 113">
            <a:extLst>
              <a:ext uri="{FF2B5EF4-FFF2-40B4-BE49-F238E27FC236}">
                <a16:creationId xmlns:a16="http://schemas.microsoft.com/office/drawing/2014/main" id="{66E5044E-13DC-E774-1D6A-D7B14FD7129C}"/>
              </a:ext>
            </a:extLst>
          </p:cNvPr>
          <p:cNvSpPr/>
          <p:nvPr/>
        </p:nvSpPr>
        <p:spPr>
          <a:xfrm>
            <a:off x="685800" y="2743200"/>
            <a:ext cx="3566160" cy="9525"/>
          </a:xfrm>
          <a:prstGeom prst="rect">
            <a:avLst/>
          </a:prstGeom>
          <a:solidFill>
            <a:srgbClr val="E2E8DE"/>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 name="Rectangle 122">
            <a:extLst>
              <a:ext uri="{FF2B5EF4-FFF2-40B4-BE49-F238E27FC236}">
                <a16:creationId xmlns:a16="http://schemas.microsoft.com/office/drawing/2014/main" id="{B636A553-16CC-0663-10D2-E2C0D22E9DE9}"/>
              </a:ext>
            </a:extLst>
          </p:cNvPr>
          <p:cNvSpPr/>
          <p:nvPr/>
        </p:nvSpPr>
        <p:spPr>
          <a:xfrm>
            <a:off x="594360" y="2834640"/>
            <a:ext cx="3749040" cy="4114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Overall capacity across the deployment</a:t>
            </a:r>
          </a:p>
          <a:p>
            <a:pPr algn="l">
              <a:buNone/>
            </a:pPr>
            <a:r>
              <a:rPr lang="en-US" sz="100">
                <a:effectLst/>
              </a:rPr>
              <a:t> </a:t>
            </a:r>
            <a:endParaRPr lang="en-US"/>
          </a:p>
        </p:txBody>
      </p:sp>
      <p:sp>
        <p:nvSpPr>
          <p:cNvPr id="133" name="Rectangle 132">
            <a:extLst>
              <a:ext uri="{FF2B5EF4-FFF2-40B4-BE49-F238E27FC236}">
                <a16:creationId xmlns:a16="http://schemas.microsoft.com/office/drawing/2014/main" id="{CAAF367D-5961-FDBE-D3EA-38738B2615A4}"/>
              </a:ext>
            </a:extLst>
          </p:cNvPr>
          <p:cNvSpPr/>
          <p:nvPr/>
        </p:nvSpPr>
        <p:spPr>
          <a:xfrm>
            <a:off x="594360" y="3337560"/>
            <a:ext cx="3749040" cy="5029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Measure requests per minute and total tokens per minute</a:t>
            </a:r>
          </a:p>
          <a:p>
            <a:pPr algn="l">
              <a:buNone/>
            </a:pPr>
            <a:r>
              <a:rPr lang="en-US" sz="100">
                <a:effectLst/>
              </a:rPr>
              <a:t> </a:t>
            </a:r>
            <a:endParaRPr lang="en-US"/>
          </a:p>
        </p:txBody>
      </p:sp>
      <p:sp>
        <p:nvSpPr>
          <p:cNvPr id="144" name="Rectangle 143">
            <a:extLst>
              <a:ext uri="{FF2B5EF4-FFF2-40B4-BE49-F238E27FC236}">
                <a16:creationId xmlns:a16="http://schemas.microsoft.com/office/drawing/2014/main" id="{2BD23D12-C4FB-770D-EF1A-5A538D71773D}"/>
              </a:ext>
            </a:extLst>
          </p:cNvPr>
          <p:cNvSpPr/>
          <p:nvPr/>
        </p:nvSpPr>
        <p:spPr>
          <a:xfrm>
            <a:off x="594360" y="3840480"/>
            <a:ext cx="3749040" cy="4114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How much workload can the system sustain?</a:t>
            </a:r>
          </a:p>
          <a:p>
            <a:pPr algn="l">
              <a:buNone/>
            </a:pPr>
            <a:r>
              <a:rPr lang="en-US" sz="100">
                <a:effectLst/>
              </a:rPr>
              <a:t> </a:t>
            </a:r>
            <a:endParaRPr lang="en-US"/>
          </a:p>
        </p:txBody>
      </p:sp>
      <p:sp>
        <p:nvSpPr>
          <p:cNvPr id="156" name="Rectangle 155">
            <a:extLst>
              <a:ext uri="{FF2B5EF4-FFF2-40B4-BE49-F238E27FC236}">
                <a16:creationId xmlns:a16="http://schemas.microsoft.com/office/drawing/2014/main" id="{E059ECD7-AAF9-50D7-5E54-E00572DDE141}"/>
              </a:ext>
            </a:extLst>
          </p:cNvPr>
          <p:cNvSpPr/>
          <p:nvPr/>
        </p:nvSpPr>
        <p:spPr>
          <a:xfrm>
            <a:off x="4709160" y="1965960"/>
            <a:ext cx="3977640" cy="2423160"/>
          </a:xfrm>
          <a:prstGeom prst="rect">
            <a:avLst/>
          </a:prstGeom>
          <a:solidFill>
            <a:srgbClr val="F5F8F3"/>
          </a:solidFill>
          <a:ln w="9525">
            <a:solidFill>
              <a:srgbClr val="E2E8DE"/>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9" name="Rectangle 168">
            <a:extLst>
              <a:ext uri="{FF2B5EF4-FFF2-40B4-BE49-F238E27FC236}">
                <a16:creationId xmlns:a16="http://schemas.microsoft.com/office/drawing/2014/main" id="{F78D598D-73F5-4009-FF52-C0701AAAD25A}"/>
              </a:ext>
            </a:extLst>
          </p:cNvPr>
          <p:cNvSpPr/>
          <p:nvPr/>
        </p:nvSpPr>
        <p:spPr>
          <a:xfrm>
            <a:off x="5257800" y="2057400"/>
            <a:ext cx="333756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spc="200">
                <a:solidFill>
                  <a:srgbClr val="3A6B35"/>
                </a:solidFill>
                <a:effectLst/>
                <a:latin typeface="Calibri" panose="020F0502020204030204" pitchFamily="34" charset="0"/>
              </a:rPr>
              <a:t>LATENCY</a:t>
            </a:r>
          </a:p>
          <a:p>
            <a:pPr algn="l">
              <a:buNone/>
            </a:pPr>
            <a:r>
              <a:rPr lang="en-US" sz="100">
                <a:effectLst/>
              </a:rPr>
              <a:t> </a:t>
            </a:r>
            <a:endParaRPr lang="en-US"/>
          </a:p>
        </p:txBody>
      </p:sp>
      <p:sp>
        <p:nvSpPr>
          <p:cNvPr id="183" name="Rectangle 182">
            <a:extLst>
              <a:ext uri="{FF2B5EF4-FFF2-40B4-BE49-F238E27FC236}">
                <a16:creationId xmlns:a16="http://schemas.microsoft.com/office/drawing/2014/main" id="{117A6D4D-3ADD-3B8E-9A4D-634512D05396}"/>
              </a:ext>
            </a:extLst>
          </p:cNvPr>
          <p:cNvSpPr/>
          <p:nvPr/>
        </p:nvSpPr>
        <p:spPr>
          <a:xfrm>
            <a:off x="4846320" y="2423160"/>
            <a:ext cx="374904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600" b="1">
                <a:solidFill>
                  <a:srgbClr val="1F2933"/>
                </a:solidFill>
                <a:effectLst/>
                <a:latin typeface="Calibri" panose="020F0502020204030204" pitchFamily="34" charset="0"/>
              </a:rPr>
              <a:t>Per-call response time</a:t>
            </a:r>
          </a:p>
          <a:p>
            <a:pPr algn="l">
              <a:buNone/>
            </a:pPr>
            <a:r>
              <a:rPr lang="en-US" sz="100">
                <a:effectLst/>
              </a:rPr>
              <a:t> </a:t>
            </a:r>
            <a:endParaRPr lang="en-US"/>
          </a:p>
        </p:txBody>
      </p:sp>
      <p:sp>
        <p:nvSpPr>
          <p:cNvPr id="198" name="Rectangle 197">
            <a:extLst>
              <a:ext uri="{FF2B5EF4-FFF2-40B4-BE49-F238E27FC236}">
                <a16:creationId xmlns:a16="http://schemas.microsoft.com/office/drawing/2014/main" id="{248E73E1-8ACF-46EA-6483-EBC0C1C68CF2}"/>
              </a:ext>
            </a:extLst>
          </p:cNvPr>
          <p:cNvSpPr/>
          <p:nvPr/>
        </p:nvSpPr>
        <p:spPr>
          <a:xfrm>
            <a:off x="4937760" y="2743200"/>
            <a:ext cx="3566160" cy="9525"/>
          </a:xfrm>
          <a:prstGeom prst="rect">
            <a:avLst/>
          </a:prstGeom>
          <a:solidFill>
            <a:srgbClr val="E2E8DE"/>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8" name="Rectangle 267">
            <a:extLst>
              <a:ext uri="{FF2B5EF4-FFF2-40B4-BE49-F238E27FC236}">
                <a16:creationId xmlns:a16="http://schemas.microsoft.com/office/drawing/2014/main" id="{DDB62596-0462-5823-12A7-0E2FB1AF3632}"/>
              </a:ext>
            </a:extLst>
          </p:cNvPr>
          <p:cNvSpPr/>
          <p:nvPr/>
        </p:nvSpPr>
        <p:spPr>
          <a:xfrm>
            <a:off x="365760" y="4480560"/>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i="1">
                <a:solidFill>
                  <a:srgbClr val="52606D"/>
                </a:solidFill>
                <a:effectLst/>
                <a:latin typeface="Calibri" panose="020F0502020204030204" pitchFamily="34" charset="0"/>
              </a:rPr>
              <a:t>Optimizing one does not automatically optimize the other.</a:t>
            </a:r>
          </a:p>
          <a:p>
            <a:pPr algn="l">
              <a:buNone/>
            </a:pPr>
            <a:r>
              <a:rPr lang="en-US" sz="100">
                <a:effectLst/>
              </a:rPr>
              <a:t> </a:t>
            </a:r>
            <a:endParaRPr lang="en-US"/>
          </a:p>
        </p:txBody>
      </p:sp>
      <p:sp>
        <p:nvSpPr>
          <p:cNvPr id="288" name="Rectangle 287">
            <a:extLst>
              <a:ext uri="{FF2B5EF4-FFF2-40B4-BE49-F238E27FC236}">
                <a16:creationId xmlns:a16="http://schemas.microsoft.com/office/drawing/2014/main" id="{2A7E6452-407C-60B4-2938-788FE5CFBD2F}"/>
              </a:ext>
            </a:extLst>
          </p:cNvPr>
          <p:cNvSpPr/>
          <p:nvPr/>
        </p:nvSpPr>
        <p:spPr>
          <a:xfrm>
            <a:off x="365760" y="4823460"/>
            <a:ext cx="566928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52606D"/>
                </a:solidFill>
                <a:effectLst/>
                <a:latin typeface="Calibri" panose="020F0502020204030204" pitchFamily="34" charset="0"/>
              </a:rPr>
              <a:t>Cost &amp; Routing  ·  Microsoft Agent Framework</a:t>
            </a:r>
          </a:p>
          <a:p>
            <a:pPr algn="l">
              <a:buNone/>
            </a:pPr>
            <a:r>
              <a:rPr lang="en-US" sz="100">
                <a:effectLst/>
              </a:rPr>
              <a:t> </a:t>
            </a:r>
            <a:endParaRPr lang="en-US"/>
          </a:p>
        </p:txBody>
      </p:sp>
      <p:sp>
        <p:nvSpPr>
          <p:cNvPr id="309" name="Rectangle 308">
            <a:extLst>
              <a:ext uri="{FF2B5EF4-FFF2-40B4-BE49-F238E27FC236}">
                <a16:creationId xmlns:a16="http://schemas.microsoft.com/office/drawing/2014/main" id="{2C80846F-B9E2-F4C7-83AA-668C42303C90}"/>
              </a:ext>
            </a:extLst>
          </p:cNvPr>
          <p:cNvSpPr/>
          <p:nvPr/>
        </p:nvSpPr>
        <p:spPr>
          <a:xfrm>
            <a:off x="7680960" y="4823460"/>
            <a:ext cx="128016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buNone/>
            </a:pPr>
            <a:r>
              <a:rPr lang="en-US" sz="1200">
                <a:solidFill>
                  <a:srgbClr val="52606D"/>
                </a:solidFill>
                <a:effectLst/>
                <a:latin typeface="Calibri" panose="020F0502020204030204" pitchFamily="34" charset="0"/>
              </a:rPr>
              <a:t>2 / 11</a:t>
            </a:r>
          </a:p>
          <a:p>
            <a:pPr algn="r">
              <a:buNone/>
            </a:pPr>
            <a:r>
              <a:rPr lang="en-US" sz="100">
                <a:effectLst/>
              </a:rPr>
              <a:t> </a:t>
            </a:r>
            <a:endParaRPr lang="en-US"/>
          </a:p>
        </p:txBody>
      </p:sp>
      <p:pic>
        <p:nvPicPr>
          <p:cNvPr id="310" name="Picture 309" descr="working/ic4/i19.png">
            <a:extLst>
              <a:ext uri="{FF2B5EF4-FFF2-40B4-BE49-F238E27FC236}">
                <a16:creationId xmlns:a16="http://schemas.microsoft.com/office/drawing/2014/main" id="{74847CF9-C411-8739-8080-43074A4EB4CF}"/>
              </a:ext>
            </a:extLst>
          </p:cNvPr>
          <p:cNvPicPr>
            <a:picLocks noChangeAspect="1"/>
          </p:cNvPicPr>
          <p:nvPr/>
        </p:nvPicPr>
        <p:blipFill>
          <a:blip r:embed="rId3"/>
          <a:stretch>
            <a:fillRect/>
          </a:stretch>
        </p:blipFill>
        <p:spPr>
          <a:xfrm>
            <a:off x="685800" y="2057400"/>
            <a:ext cx="320040" cy="320040"/>
          </a:xfrm>
          <a:prstGeom prst="rect">
            <a:avLst/>
          </a:prstGeom>
        </p:spPr>
      </p:pic>
      <p:pic>
        <p:nvPicPr>
          <p:cNvPr id="311" name="Picture 310" descr="working/ic4/i13.png">
            <a:extLst>
              <a:ext uri="{FF2B5EF4-FFF2-40B4-BE49-F238E27FC236}">
                <a16:creationId xmlns:a16="http://schemas.microsoft.com/office/drawing/2014/main" id="{B6226FF5-738D-50C4-F19E-4849BAD8C70E}"/>
              </a:ext>
            </a:extLst>
          </p:cNvPr>
          <p:cNvPicPr>
            <a:picLocks noChangeAspect="1"/>
          </p:cNvPicPr>
          <p:nvPr/>
        </p:nvPicPr>
        <p:blipFill>
          <a:blip r:embed="rId4"/>
          <a:stretch>
            <a:fillRect/>
          </a:stretch>
        </p:blipFill>
        <p:spPr>
          <a:xfrm>
            <a:off x="4937760" y="2057400"/>
            <a:ext cx="320040" cy="320040"/>
          </a:xfrm>
          <a:prstGeom prst="rect">
            <a:avLst/>
          </a:prstGeom>
        </p:spPr>
      </p:pic>
      <p:sp>
        <p:nvSpPr>
          <p:cNvPr id="2891" name="Rectangle 2890">
            <a:extLst>
              <a:ext uri="{FF2B5EF4-FFF2-40B4-BE49-F238E27FC236}">
                <a16:creationId xmlns:a16="http://schemas.microsoft.com/office/drawing/2014/main" id="{6041BAFF-A81D-6C15-FE53-CBADAEFC2697}"/>
              </a:ext>
            </a:extLst>
          </p:cNvPr>
          <p:cNvSpPr/>
          <p:nvPr/>
        </p:nvSpPr>
        <p:spPr>
          <a:xfrm>
            <a:off x="4846320" y="2834640"/>
            <a:ext cx="3749040" cy="4114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Time to receive one model response</a:t>
            </a:r>
          </a:p>
          <a:p>
            <a:pPr algn="l">
              <a:buNone/>
            </a:pPr>
            <a:r>
              <a:rPr lang="en-US" sz="100">
                <a:effectLst/>
              </a:rPr>
              <a:t> </a:t>
            </a:r>
            <a:endParaRPr lang="en-US"/>
          </a:p>
        </p:txBody>
      </p:sp>
      <p:sp>
        <p:nvSpPr>
          <p:cNvPr id="2893" name="Rectangle 2892">
            <a:extLst>
              <a:ext uri="{FF2B5EF4-FFF2-40B4-BE49-F238E27FC236}">
                <a16:creationId xmlns:a16="http://schemas.microsoft.com/office/drawing/2014/main" id="{E00888E8-5556-180D-756B-C1DA9FF0CF08}"/>
              </a:ext>
            </a:extLst>
          </p:cNvPr>
          <p:cNvSpPr/>
          <p:nvPr/>
        </p:nvSpPr>
        <p:spPr>
          <a:xfrm>
            <a:off x="4846320" y="3337560"/>
            <a:ext cx="3749040" cy="5029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Influenced by model, prompt size, generated tokens, and load</a:t>
            </a:r>
          </a:p>
          <a:p>
            <a:pPr algn="l">
              <a:buNone/>
            </a:pPr>
            <a:r>
              <a:rPr lang="en-US" sz="100">
                <a:effectLst/>
              </a:rPr>
              <a:t> </a:t>
            </a:r>
            <a:endParaRPr lang="en-US"/>
          </a:p>
        </p:txBody>
      </p:sp>
      <p:sp>
        <p:nvSpPr>
          <p:cNvPr id="2896" name="Rectangle 2895">
            <a:extLst>
              <a:ext uri="{FF2B5EF4-FFF2-40B4-BE49-F238E27FC236}">
                <a16:creationId xmlns:a16="http://schemas.microsoft.com/office/drawing/2014/main" id="{7C399B3F-E184-E560-8859-047109B8B85C}"/>
              </a:ext>
            </a:extLst>
          </p:cNvPr>
          <p:cNvSpPr/>
          <p:nvPr/>
        </p:nvSpPr>
        <p:spPr>
          <a:xfrm>
            <a:off x="4846320" y="3840480"/>
            <a:ext cx="3749040" cy="4114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How quickly does one caller receive a response?</a:t>
            </a:r>
          </a:p>
          <a:p>
            <a:pPr algn="l">
              <a:buNone/>
            </a:pPr>
            <a:r>
              <a:rPr lang="en-US" sz="100">
                <a:effectLst/>
              </a:rPr>
              <a:t> </a:t>
            </a:r>
            <a:endParaRPr lang="en-US"/>
          </a:p>
        </p:txBody>
      </p:sp>
    </p:spTree>
    <p:extLst>
      <p:ext uri="{BB962C8B-B14F-4D97-AF65-F5344CB8AC3E}">
        <p14:creationId xmlns:p14="http://schemas.microsoft.com/office/powerpoint/2010/main" val="269915169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2" name="Rectangle 311">
            <a:extLst>
              <a:ext uri="{FF2B5EF4-FFF2-40B4-BE49-F238E27FC236}">
                <a16:creationId xmlns:a16="http://schemas.microsoft.com/office/drawing/2014/main" id="{E9F8C0AA-75BF-4C31-06BB-3A50DBE57A1E}"/>
              </a:ext>
            </a:extLst>
          </p:cNvPr>
          <p:cNvSpPr/>
          <p:nvPr/>
        </p:nvSpPr>
        <p:spPr>
          <a:xfrm>
            <a:off x="365760" y="292608"/>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spc="400">
                <a:solidFill>
                  <a:srgbClr val="3A6B35"/>
                </a:solidFill>
                <a:effectLst/>
                <a:latin typeface="Calibri" panose="020F0502020204030204" pitchFamily="34" charset="0"/>
              </a:rPr>
              <a:t>SIZING, NOT GUARANTEEING</a:t>
            </a:r>
          </a:p>
          <a:p>
            <a:pPr algn="l">
              <a:buNone/>
            </a:pPr>
            <a:r>
              <a:rPr lang="en-US" sz="100">
                <a:effectLst/>
              </a:rPr>
              <a:t> </a:t>
            </a:r>
            <a:endParaRPr lang="en-US"/>
          </a:p>
        </p:txBody>
      </p:sp>
      <p:sp>
        <p:nvSpPr>
          <p:cNvPr id="314" name="Rectangle 313">
            <a:extLst>
              <a:ext uri="{FF2B5EF4-FFF2-40B4-BE49-F238E27FC236}">
                <a16:creationId xmlns:a16="http://schemas.microsoft.com/office/drawing/2014/main" id="{98E45C96-17E0-B1C2-FA0C-F90ADD86D29C}"/>
              </a:ext>
            </a:extLst>
          </p:cNvPr>
          <p:cNvSpPr/>
          <p:nvPr/>
        </p:nvSpPr>
        <p:spPr>
          <a:xfrm>
            <a:off x="365760" y="566928"/>
            <a:ext cx="84124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2800" b="1">
                <a:solidFill>
                  <a:srgbClr val="1F2933"/>
                </a:solidFill>
                <a:effectLst/>
                <a:latin typeface="Calibri" panose="020F0502020204030204" pitchFamily="34" charset="0"/>
              </a:rPr>
              <a:t>Throughput follows workload shape</a:t>
            </a:r>
          </a:p>
          <a:p>
            <a:pPr algn="l">
              <a:buNone/>
            </a:pPr>
            <a:r>
              <a:rPr lang="en-US" sz="100">
                <a:effectLst/>
              </a:rPr>
              <a:t> </a:t>
            </a:r>
            <a:endParaRPr lang="en-US"/>
          </a:p>
        </p:txBody>
      </p:sp>
      <p:sp>
        <p:nvSpPr>
          <p:cNvPr id="317" name="Rectangle 316">
            <a:extLst>
              <a:ext uri="{FF2B5EF4-FFF2-40B4-BE49-F238E27FC236}">
                <a16:creationId xmlns:a16="http://schemas.microsoft.com/office/drawing/2014/main" id="{4A284F55-7175-4C83-0F8D-CCCC1F76C3FC}"/>
              </a:ext>
            </a:extLst>
          </p:cNvPr>
          <p:cNvSpPr/>
          <p:nvPr/>
        </p:nvSpPr>
        <p:spPr>
          <a:xfrm>
            <a:off x="457200" y="1225296"/>
            <a:ext cx="731520" cy="25400"/>
          </a:xfrm>
          <a:prstGeom prst="rect">
            <a:avLst/>
          </a:prstGeom>
          <a:solidFill>
            <a:srgbClr val="3A6B35"/>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1" name="Rectangle 320">
            <a:extLst>
              <a:ext uri="{FF2B5EF4-FFF2-40B4-BE49-F238E27FC236}">
                <a16:creationId xmlns:a16="http://schemas.microsoft.com/office/drawing/2014/main" id="{B201D42A-E3C7-00E9-28E2-0FA31BAE672C}"/>
              </a:ext>
            </a:extLst>
          </p:cNvPr>
          <p:cNvSpPr/>
          <p:nvPr/>
        </p:nvSpPr>
        <p:spPr>
          <a:xfrm>
            <a:off x="365760" y="1417320"/>
            <a:ext cx="84124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300">
                <a:solidFill>
                  <a:srgbClr val="52606D"/>
                </a:solidFill>
                <a:effectLst/>
                <a:latin typeface="Calibri" panose="020F0502020204030204" pitchFamily="34" charset="0"/>
              </a:rPr>
              <a:t>A sizing estimate — quota governs admission, it does not guarantee achieved throughput.</a:t>
            </a:r>
          </a:p>
          <a:p>
            <a:pPr algn="l">
              <a:buNone/>
            </a:pPr>
            <a:r>
              <a:rPr lang="en-US" sz="100">
                <a:effectLst/>
              </a:rPr>
              <a:t> </a:t>
            </a:r>
            <a:endParaRPr lang="en-US"/>
          </a:p>
        </p:txBody>
      </p:sp>
      <p:sp>
        <p:nvSpPr>
          <p:cNvPr id="326" name="Rectangle 325">
            <a:extLst>
              <a:ext uri="{FF2B5EF4-FFF2-40B4-BE49-F238E27FC236}">
                <a16:creationId xmlns:a16="http://schemas.microsoft.com/office/drawing/2014/main" id="{1A2D513A-850D-E5A9-DDEB-F35B69ADA705}"/>
              </a:ext>
            </a:extLst>
          </p:cNvPr>
          <p:cNvSpPr/>
          <p:nvPr/>
        </p:nvSpPr>
        <p:spPr>
          <a:xfrm>
            <a:off x="822960" y="1920240"/>
            <a:ext cx="2560320" cy="4114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a:solidFill>
                  <a:srgbClr val="1F2933"/>
                </a:solidFill>
                <a:effectLst/>
                <a:latin typeface="Calibri" panose="020F0502020204030204" pitchFamily="34" charset="0"/>
              </a:rPr>
              <a:t>Observe workload shape</a:t>
            </a:r>
          </a:p>
          <a:p>
            <a:pPr algn="l">
              <a:buNone/>
            </a:pPr>
            <a:r>
              <a:rPr lang="en-US" sz="100">
                <a:effectLst/>
              </a:rPr>
              <a:t> </a:t>
            </a:r>
            <a:endParaRPr lang="en-US"/>
          </a:p>
        </p:txBody>
      </p:sp>
      <p:sp>
        <p:nvSpPr>
          <p:cNvPr id="332" name="Rectangle 331">
            <a:extLst>
              <a:ext uri="{FF2B5EF4-FFF2-40B4-BE49-F238E27FC236}">
                <a16:creationId xmlns:a16="http://schemas.microsoft.com/office/drawing/2014/main" id="{1ADB6239-7A8E-BF82-307D-83FA348C9D0A}"/>
              </a:ext>
            </a:extLst>
          </p:cNvPr>
          <p:cNvSpPr/>
          <p:nvPr/>
        </p:nvSpPr>
        <p:spPr>
          <a:xfrm>
            <a:off x="3383280" y="1920240"/>
            <a:ext cx="5486400" cy="4114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52606D"/>
                </a:solidFill>
                <a:effectLst/>
                <a:latin typeface="Calibri" panose="020F0502020204030204" pitchFamily="34" charset="0"/>
              </a:rPr>
              <a:t>Input tokens · output tokens · RPM · cache match rate</a:t>
            </a:r>
          </a:p>
          <a:p>
            <a:pPr algn="l">
              <a:buNone/>
            </a:pPr>
            <a:r>
              <a:rPr lang="en-US" sz="100">
                <a:effectLst/>
              </a:rPr>
              <a:t> </a:t>
            </a:r>
            <a:endParaRPr lang="en-US"/>
          </a:p>
        </p:txBody>
      </p:sp>
      <p:sp>
        <p:nvSpPr>
          <p:cNvPr id="339" name="Rectangle 338">
            <a:extLst>
              <a:ext uri="{FF2B5EF4-FFF2-40B4-BE49-F238E27FC236}">
                <a16:creationId xmlns:a16="http://schemas.microsoft.com/office/drawing/2014/main" id="{9F764ABB-04E2-64F5-41D8-A33647E57B2C}"/>
              </a:ext>
            </a:extLst>
          </p:cNvPr>
          <p:cNvSpPr/>
          <p:nvPr/>
        </p:nvSpPr>
        <p:spPr>
          <a:xfrm>
            <a:off x="457200" y="2423160"/>
            <a:ext cx="8229600" cy="9525"/>
          </a:xfrm>
          <a:prstGeom prst="rect">
            <a:avLst/>
          </a:prstGeom>
          <a:solidFill>
            <a:srgbClr val="E2E8DE"/>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7" name="Rectangle 346">
            <a:extLst>
              <a:ext uri="{FF2B5EF4-FFF2-40B4-BE49-F238E27FC236}">
                <a16:creationId xmlns:a16="http://schemas.microsoft.com/office/drawing/2014/main" id="{E703AC4F-AF6A-76F7-33F8-F343CF143F8D}"/>
              </a:ext>
            </a:extLst>
          </p:cNvPr>
          <p:cNvSpPr/>
          <p:nvPr/>
        </p:nvSpPr>
        <p:spPr>
          <a:xfrm>
            <a:off x="822960" y="2514600"/>
            <a:ext cx="2560320" cy="4114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a:solidFill>
                  <a:srgbClr val="1F2933"/>
                </a:solidFill>
                <a:effectLst/>
                <a:latin typeface="Calibri" panose="020F0502020204030204" pitchFamily="34" charset="0"/>
              </a:rPr>
              <a:t>Estimate input + output TPM</a:t>
            </a:r>
          </a:p>
          <a:p>
            <a:pPr algn="l">
              <a:buNone/>
            </a:pPr>
            <a:r>
              <a:rPr lang="en-US" sz="100">
                <a:effectLst/>
              </a:rPr>
              <a:t> </a:t>
            </a:r>
            <a:endParaRPr lang="en-US"/>
          </a:p>
        </p:txBody>
      </p:sp>
      <p:sp>
        <p:nvSpPr>
          <p:cNvPr id="356" name="Rectangle 355">
            <a:extLst>
              <a:ext uri="{FF2B5EF4-FFF2-40B4-BE49-F238E27FC236}">
                <a16:creationId xmlns:a16="http://schemas.microsoft.com/office/drawing/2014/main" id="{5CFC9508-7CC6-1ED8-781F-91CE34C2E4C3}"/>
              </a:ext>
            </a:extLst>
          </p:cNvPr>
          <p:cNvSpPr/>
          <p:nvPr/>
        </p:nvSpPr>
        <p:spPr>
          <a:xfrm>
            <a:off x="3383280" y="2514600"/>
            <a:ext cx="5486400" cy="4114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52606D"/>
                </a:solidFill>
                <a:effectLst/>
                <a:latin typeface="Calibri" panose="020F0502020204030204" pitchFamily="34" charset="0"/>
              </a:rPr>
              <a:t>Input TPM = prompt tokens × RPM; output TPM = completion tokens × RPM</a:t>
            </a:r>
          </a:p>
          <a:p>
            <a:pPr algn="l">
              <a:buNone/>
            </a:pPr>
            <a:r>
              <a:rPr lang="en-US" sz="100">
                <a:effectLst/>
              </a:rPr>
              <a:t> </a:t>
            </a:r>
            <a:endParaRPr lang="en-US"/>
          </a:p>
        </p:txBody>
      </p:sp>
      <p:sp>
        <p:nvSpPr>
          <p:cNvPr id="366" name="Rectangle 365">
            <a:extLst>
              <a:ext uri="{FF2B5EF4-FFF2-40B4-BE49-F238E27FC236}">
                <a16:creationId xmlns:a16="http://schemas.microsoft.com/office/drawing/2014/main" id="{85DA21F9-8F44-0DBA-9F66-8A2F30B2112E}"/>
              </a:ext>
            </a:extLst>
          </p:cNvPr>
          <p:cNvSpPr/>
          <p:nvPr/>
        </p:nvSpPr>
        <p:spPr>
          <a:xfrm>
            <a:off x="457200" y="3017520"/>
            <a:ext cx="8229600" cy="9525"/>
          </a:xfrm>
          <a:prstGeom prst="rect">
            <a:avLst/>
          </a:prstGeom>
          <a:solidFill>
            <a:srgbClr val="E2E8DE"/>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7" name="Rectangle 376">
            <a:extLst>
              <a:ext uri="{FF2B5EF4-FFF2-40B4-BE49-F238E27FC236}">
                <a16:creationId xmlns:a16="http://schemas.microsoft.com/office/drawing/2014/main" id="{CF63FEBE-0541-BD79-16A8-A5893FAD0504}"/>
              </a:ext>
            </a:extLst>
          </p:cNvPr>
          <p:cNvSpPr/>
          <p:nvPr/>
        </p:nvSpPr>
        <p:spPr>
          <a:xfrm>
            <a:off x="822960" y="3108960"/>
            <a:ext cx="2560320" cy="4114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a:solidFill>
                  <a:srgbClr val="1F2933"/>
                </a:solidFill>
                <a:effectLst/>
                <a:latin typeface="Calibri" panose="020F0502020204030204" pitchFamily="34" charset="0"/>
              </a:rPr>
              <a:t>Validate in Azure Monitor</a:t>
            </a:r>
          </a:p>
          <a:p>
            <a:pPr algn="l">
              <a:buNone/>
            </a:pPr>
            <a:r>
              <a:rPr lang="en-US" sz="100">
                <a:effectLst/>
              </a:rPr>
              <a:t> </a:t>
            </a:r>
            <a:endParaRPr lang="en-US"/>
          </a:p>
        </p:txBody>
      </p:sp>
      <p:sp>
        <p:nvSpPr>
          <p:cNvPr id="389" name="Rectangle 388">
            <a:extLst>
              <a:ext uri="{FF2B5EF4-FFF2-40B4-BE49-F238E27FC236}">
                <a16:creationId xmlns:a16="http://schemas.microsoft.com/office/drawing/2014/main" id="{A76A91FC-EC72-61DE-1E07-C5E50CD598C9}"/>
              </a:ext>
            </a:extLst>
          </p:cNvPr>
          <p:cNvSpPr/>
          <p:nvPr/>
        </p:nvSpPr>
        <p:spPr>
          <a:xfrm>
            <a:off x="3383280" y="3108960"/>
            <a:ext cx="5486400" cy="4114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52606D"/>
                </a:solidFill>
                <a:effectLst/>
                <a:latin typeface="Calibri" panose="020F0502020204030204" pitchFamily="34" charset="0"/>
              </a:rPr>
              <a:t>Processed Prompt + Generated Completion Tokens, one-minute windows over weeks</a:t>
            </a:r>
          </a:p>
          <a:p>
            <a:pPr algn="l">
              <a:buNone/>
            </a:pPr>
            <a:r>
              <a:rPr lang="en-US" sz="100">
                <a:effectLst/>
              </a:rPr>
              <a:t> </a:t>
            </a:r>
            <a:endParaRPr lang="en-US"/>
          </a:p>
        </p:txBody>
      </p:sp>
      <p:sp>
        <p:nvSpPr>
          <p:cNvPr id="402" name="Rectangle 401">
            <a:extLst>
              <a:ext uri="{FF2B5EF4-FFF2-40B4-BE49-F238E27FC236}">
                <a16:creationId xmlns:a16="http://schemas.microsoft.com/office/drawing/2014/main" id="{3CB364B4-4869-C080-7644-F842134666BD}"/>
              </a:ext>
            </a:extLst>
          </p:cNvPr>
          <p:cNvSpPr/>
          <p:nvPr/>
        </p:nvSpPr>
        <p:spPr>
          <a:xfrm>
            <a:off x="457200" y="3611880"/>
            <a:ext cx="8229600" cy="9525"/>
          </a:xfrm>
          <a:prstGeom prst="rect">
            <a:avLst/>
          </a:prstGeom>
          <a:solidFill>
            <a:srgbClr val="E2E8DE"/>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6" name="Rectangle 415">
            <a:extLst>
              <a:ext uri="{FF2B5EF4-FFF2-40B4-BE49-F238E27FC236}">
                <a16:creationId xmlns:a16="http://schemas.microsoft.com/office/drawing/2014/main" id="{4BDF33DB-7454-57C8-9C2E-A0BE24AB8E75}"/>
              </a:ext>
            </a:extLst>
          </p:cNvPr>
          <p:cNvSpPr/>
          <p:nvPr/>
        </p:nvSpPr>
        <p:spPr>
          <a:xfrm>
            <a:off x="822960" y="3703320"/>
            <a:ext cx="2560320" cy="4114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a:solidFill>
                  <a:srgbClr val="1F2933"/>
                </a:solidFill>
                <a:effectLst/>
                <a:latin typeface="Calibri" panose="020F0502020204030204" pitchFamily="34" charset="0"/>
              </a:rPr>
              <a:t>Size the deployment</a:t>
            </a:r>
          </a:p>
          <a:p>
            <a:pPr algn="l">
              <a:buNone/>
            </a:pPr>
            <a:r>
              <a:rPr lang="en-US" sz="100">
                <a:effectLst/>
              </a:rPr>
              <a:t> </a:t>
            </a:r>
            <a:endParaRPr lang="en-US"/>
          </a:p>
        </p:txBody>
      </p:sp>
      <p:sp>
        <p:nvSpPr>
          <p:cNvPr id="431" name="Rectangle 430">
            <a:extLst>
              <a:ext uri="{FF2B5EF4-FFF2-40B4-BE49-F238E27FC236}">
                <a16:creationId xmlns:a16="http://schemas.microsoft.com/office/drawing/2014/main" id="{D5420751-98D1-B067-1699-ADAC58699B66}"/>
              </a:ext>
            </a:extLst>
          </p:cNvPr>
          <p:cNvSpPr/>
          <p:nvPr/>
        </p:nvSpPr>
        <p:spPr>
          <a:xfrm>
            <a:off x="3383280" y="3703320"/>
            <a:ext cx="5486400" cy="4114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52606D"/>
                </a:solidFill>
                <a:effectLst/>
                <a:latin typeface="Calibri" panose="020F0502020204030204" pitchFamily="34" charset="0"/>
              </a:rPr>
              <a:t>Standard: input + output TPM  ·  Provisioned: capacity calculator → PTUs</a:t>
            </a:r>
          </a:p>
          <a:p>
            <a:pPr algn="l">
              <a:buNone/>
            </a:pPr>
            <a:r>
              <a:rPr lang="en-US" sz="100">
                <a:effectLst/>
              </a:rPr>
              <a:t> </a:t>
            </a:r>
            <a:endParaRPr lang="en-US"/>
          </a:p>
        </p:txBody>
      </p:sp>
      <p:sp>
        <p:nvSpPr>
          <p:cNvPr id="447" name="Rectangle 446">
            <a:extLst>
              <a:ext uri="{FF2B5EF4-FFF2-40B4-BE49-F238E27FC236}">
                <a16:creationId xmlns:a16="http://schemas.microsoft.com/office/drawing/2014/main" id="{1FBBBEB3-D1AC-1BEE-3F5A-53DDFBBC331F}"/>
              </a:ext>
            </a:extLst>
          </p:cNvPr>
          <p:cNvSpPr/>
          <p:nvPr/>
        </p:nvSpPr>
        <p:spPr>
          <a:xfrm>
            <a:off x="457200" y="4206240"/>
            <a:ext cx="8229600" cy="9525"/>
          </a:xfrm>
          <a:prstGeom prst="rect">
            <a:avLst/>
          </a:prstGeom>
          <a:solidFill>
            <a:srgbClr val="E2E8DE"/>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4" name="Rectangle 463">
            <a:extLst>
              <a:ext uri="{FF2B5EF4-FFF2-40B4-BE49-F238E27FC236}">
                <a16:creationId xmlns:a16="http://schemas.microsoft.com/office/drawing/2014/main" id="{99DF9943-6B1C-778F-40F6-21E0D3F7399E}"/>
              </a:ext>
            </a:extLst>
          </p:cNvPr>
          <p:cNvSpPr/>
          <p:nvPr/>
        </p:nvSpPr>
        <p:spPr>
          <a:xfrm>
            <a:off x="365760" y="4480560"/>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i="1">
                <a:solidFill>
                  <a:srgbClr val="52606D"/>
                </a:solidFill>
                <a:effectLst/>
                <a:latin typeface="Calibri" panose="020F0502020204030204" pitchFamily="34" charset="0"/>
              </a:rPr>
              <a:t>Prompt caching makes a monitor-based estimate conservative.</a:t>
            </a:r>
          </a:p>
          <a:p>
            <a:pPr algn="l">
              <a:buNone/>
            </a:pPr>
            <a:r>
              <a:rPr lang="en-US" sz="100">
                <a:effectLst/>
              </a:rPr>
              <a:t> </a:t>
            </a:r>
            <a:endParaRPr lang="en-US"/>
          </a:p>
        </p:txBody>
      </p:sp>
      <p:sp>
        <p:nvSpPr>
          <p:cNvPr id="482" name="Rectangle 481">
            <a:extLst>
              <a:ext uri="{FF2B5EF4-FFF2-40B4-BE49-F238E27FC236}">
                <a16:creationId xmlns:a16="http://schemas.microsoft.com/office/drawing/2014/main" id="{5F4D10DA-A835-4F71-BCA9-07967B43CAA8}"/>
              </a:ext>
            </a:extLst>
          </p:cNvPr>
          <p:cNvSpPr/>
          <p:nvPr/>
        </p:nvSpPr>
        <p:spPr>
          <a:xfrm>
            <a:off x="365760" y="4823460"/>
            <a:ext cx="566928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52606D"/>
                </a:solidFill>
                <a:effectLst/>
                <a:latin typeface="Calibri" panose="020F0502020204030204" pitchFamily="34" charset="0"/>
              </a:rPr>
              <a:t>Cost &amp; Routing  ·  Microsoft Agent Framework</a:t>
            </a:r>
          </a:p>
          <a:p>
            <a:pPr algn="l">
              <a:buNone/>
            </a:pPr>
            <a:r>
              <a:rPr lang="en-US" sz="100">
                <a:effectLst/>
              </a:rPr>
              <a:t> </a:t>
            </a:r>
            <a:endParaRPr lang="en-US"/>
          </a:p>
        </p:txBody>
      </p:sp>
      <p:sp>
        <p:nvSpPr>
          <p:cNvPr id="501" name="Rectangle 500">
            <a:extLst>
              <a:ext uri="{FF2B5EF4-FFF2-40B4-BE49-F238E27FC236}">
                <a16:creationId xmlns:a16="http://schemas.microsoft.com/office/drawing/2014/main" id="{2CBCCEF4-0F66-6989-6F68-DC47EE89A956}"/>
              </a:ext>
            </a:extLst>
          </p:cNvPr>
          <p:cNvSpPr/>
          <p:nvPr/>
        </p:nvSpPr>
        <p:spPr>
          <a:xfrm>
            <a:off x="7680960" y="4823460"/>
            <a:ext cx="128016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buNone/>
            </a:pPr>
            <a:r>
              <a:rPr lang="en-US" sz="1200">
                <a:solidFill>
                  <a:srgbClr val="52606D"/>
                </a:solidFill>
                <a:effectLst/>
                <a:latin typeface="Calibri" panose="020F0502020204030204" pitchFamily="34" charset="0"/>
              </a:rPr>
              <a:t>3 / 11</a:t>
            </a:r>
          </a:p>
          <a:p>
            <a:pPr algn="r">
              <a:buNone/>
            </a:pPr>
            <a:r>
              <a:rPr lang="en-US" sz="100">
                <a:effectLst/>
              </a:rPr>
              <a:t> </a:t>
            </a:r>
            <a:endParaRPr lang="en-US"/>
          </a:p>
        </p:txBody>
      </p:sp>
      <p:pic>
        <p:nvPicPr>
          <p:cNvPr id="502" name="Picture 501" descr="working/ic4/i6.png">
            <a:extLst>
              <a:ext uri="{FF2B5EF4-FFF2-40B4-BE49-F238E27FC236}">
                <a16:creationId xmlns:a16="http://schemas.microsoft.com/office/drawing/2014/main" id="{11927362-43BD-4615-EF16-B9DDDE48A429}"/>
              </a:ext>
            </a:extLst>
          </p:cNvPr>
          <p:cNvPicPr>
            <a:picLocks noChangeAspect="1"/>
          </p:cNvPicPr>
          <p:nvPr/>
        </p:nvPicPr>
        <p:blipFill>
          <a:blip r:embed="rId3"/>
          <a:stretch>
            <a:fillRect/>
          </a:stretch>
        </p:blipFill>
        <p:spPr>
          <a:xfrm>
            <a:off x="457200" y="1965960"/>
            <a:ext cx="320040" cy="320040"/>
          </a:xfrm>
          <a:prstGeom prst="rect">
            <a:avLst/>
          </a:prstGeom>
        </p:spPr>
      </p:pic>
      <p:pic>
        <p:nvPicPr>
          <p:cNvPr id="503" name="Picture 502" descr="working/ic4/i7.png">
            <a:extLst>
              <a:ext uri="{FF2B5EF4-FFF2-40B4-BE49-F238E27FC236}">
                <a16:creationId xmlns:a16="http://schemas.microsoft.com/office/drawing/2014/main" id="{94FC48E2-503E-EADD-C6C1-F057A2A95883}"/>
              </a:ext>
            </a:extLst>
          </p:cNvPr>
          <p:cNvPicPr>
            <a:picLocks noChangeAspect="1"/>
          </p:cNvPicPr>
          <p:nvPr/>
        </p:nvPicPr>
        <p:blipFill>
          <a:blip r:embed="rId4"/>
          <a:stretch>
            <a:fillRect/>
          </a:stretch>
        </p:blipFill>
        <p:spPr>
          <a:xfrm>
            <a:off x="457200" y="2560320"/>
            <a:ext cx="320040" cy="320040"/>
          </a:xfrm>
          <a:prstGeom prst="rect">
            <a:avLst/>
          </a:prstGeom>
        </p:spPr>
      </p:pic>
      <p:pic>
        <p:nvPicPr>
          <p:cNvPr id="504" name="Picture 503" descr="working/ic4/i11.png">
            <a:extLst>
              <a:ext uri="{FF2B5EF4-FFF2-40B4-BE49-F238E27FC236}">
                <a16:creationId xmlns:a16="http://schemas.microsoft.com/office/drawing/2014/main" id="{B377B6FF-0BA0-7681-3B37-50754833F2B6}"/>
              </a:ext>
            </a:extLst>
          </p:cNvPr>
          <p:cNvPicPr>
            <a:picLocks noChangeAspect="1"/>
          </p:cNvPicPr>
          <p:nvPr/>
        </p:nvPicPr>
        <p:blipFill>
          <a:blip r:embed="rId5"/>
          <a:stretch>
            <a:fillRect/>
          </a:stretch>
        </p:blipFill>
        <p:spPr>
          <a:xfrm>
            <a:off x="457200" y="3154680"/>
            <a:ext cx="320040" cy="320040"/>
          </a:xfrm>
          <a:prstGeom prst="rect">
            <a:avLst/>
          </a:prstGeom>
        </p:spPr>
      </p:pic>
      <p:pic>
        <p:nvPicPr>
          <p:cNvPr id="505" name="Picture 504" descr="working/ic4/i15.png">
            <a:extLst>
              <a:ext uri="{FF2B5EF4-FFF2-40B4-BE49-F238E27FC236}">
                <a16:creationId xmlns:a16="http://schemas.microsoft.com/office/drawing/2014/main" id="{DD13F093-F6A4-3E4E-99E5-F94F6D86672E}"/>
              </a:ext>
            </a:extLst>
          </p:cNvPr>
          <p:cNvPicPr>
            <a:picLocks noChangeAspect="1"/>
          </p:cNvPicPr>
          <p:nvPr/>
        </p:nvPicPr>
        <p:blipFill>
          <a:blip r:embed="rId6"/>
          <a:stretch>
            <a:fillRect/>
          </a:stretch>
        </p:blipFill>
        <p:spPr>
          <a:xfrm>
            <a:off x="457200" y="3749040"/>
            <a:ext cx="320040" cy="320040"/>
          </a:xfrm>
          <a:prstGeom prst="rect">
            <a:avLst/>
          </a:prstGeom>
        </p:spPr>
      </p:pic>
    </p:spTree>
    <p:extLst>
      <p:ext uri="{BB962C8B-B14F-4D97-AF65-F5344CB8AC3E}">
        <p14:creationId xmlns:p14="http://schemas.microsoft.com/office/powerpoint/2010/main" val="41687393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6" name="Rectangle 505">
            <a:extLst>
              <a:ext uri="{FF2B5EF4-FFF2-40B4-BE49-F238E27FC236}">
                <a16:creationId xmlns:a16="http://schemas.microsoft.com/office/drawing/2014/main" id="{D7983774-8F32-C58B-C690-861C226085E5}"/>
              </a:ext>
            </a:extLst>
          </p:cNvPr>
          <p:cNvSpPr/>
          <p:nvPr/>
        </p:nvSpPr>
        <p:spPr>
          <a:xfrm>
            <a:off x="365760" y="292608"/>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spc="400">
                <a:solidFill>
                  <a:srgbClr val="3A6B35"/>
                </a:solidFill>
                <a:effectLst/>
                <a:latin typeface="Calibri" panose="020F0502020204030204" pitchFamily="34" charset="0"/>
              </a:rPr>
              <a:t>NAME THE SIGNAL</a:t>
            </a:r>
          </a:p>
          <a:p>
            <a:pPr algn="l">
              <a:buNone/>
            </a:pPr>
            <a:r>
              <a:rPr lang="en-US" sz="100">
                <a:effectLst/>
              </a:rPr>
              <a:t> </a:t>
            </a:r>
            <a:endParaRPr lang="en-US"/>
          </a:p>
        </p:txBody>
      </p:sp>
      <p:sp>
        <p:nvSpPr>
          <p:cNvPr id="508" name="Rectangle 507">
            <a:extLst>
              <a:ext uri="{FF2B5EF4-FFF2-40B4-BE49-F238E27FC236}">
                <a16:creationId xmlns:a16="http://schemas.microsoft.com/office/drawing/2014/main" id="{F6B118BC-D06E-1C3B-D5A1-DDA7792DB65C}"/>
              </a:ext>
            </a:extLst>
          </p:cNvPr>
          <p:cNvSpPr/>
          <p:nvPr/>
        </p:nvSpPr>
        <p:spPr>
          <a:xfrm>
            <a:off x="365760" y="566928"/>
            <a:ext cx="84124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2800" b="1">
                <a:solidFill>
                  <a:srgbClr val="1F2933"/>
                </a:solidFill>
                <a:effectLst/>
                <a:latin typeface="Calibri" panose="020F0502020204030204" pitchFamily="34" charset="0"/>
              </a:rPr>
              <a:t>Measure the signal you mean</a:t>
            </a:r>
          </a:p>
          <a:p>
            <a:pPr algn="l">
              <a:buNone/>
            </a:pPr>
            <a:r>
              <a:rPr lang="en-US" sz="100">
                <a:effectLst/>
              </a:rPr>
              <a:t> </a:t>
            </a:r>
            <a:endParaRPr lang="en-US"/>
          </a:p>
        </p:txBody>
      </p:sp>
      <p:sp>
        <p:nvSpPr>
          <p:cNvPr id="511" name="Rectangle 510">
            <a:extLst>
              <a:ext uri="{FF2B5EF4-FFF2-40B4-BE49-F238E27FC236}">
                <a16:creationId xmlns:a16="http://schemas.microsoft.com/office/drawing/2014/main" id="{A2404164-42BC-2ED0-8A24-A084BA3E286D}"/>
              </a:ext>
            </a:extLst>
          </p:cNvPr>
          <p:cNvSpPr/>
          <p:nvPr/>
        </p:nvSpPr>
        <p:spPr>
          <a:xfrm>
            <a:off x="457200" y="1225296"/>
            <a:ext cx="731520" cy="25400"/>
          </a:xfrm>
          <a:prstGeom prst="rect">
            <a:avLst/>
          </a:prstGeom>
          <a:solidFill>
            <a:srgbClr val="3A6B35"/>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5" name="Rectangle 514">
            <a:extLst>
              <a:ext uri="{FF2B5EF4-FFF2-40B4-BE49-F238E27FC236}">
                <a16:creationId xmlns:a16="http://schemas.microsoft.com/office/drawing/2014/main" id="{E0BCA6DF-D9E3-DD3F-1467-ED9D6A9313C9}"/>
              </a:ext>
            </a:extLst>
          </p:cNvPr>
          <p:cNvSpPr/>
          <p:nvPr/>
        </p:nvSpPr>
        <p:spPr>
          <a:xfrm>
            <a:off x="365760" y="1417320"/>
            <a:ext cx="84124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300">
                <a:solidFill>
                  <a:srgbClr val="52606D"/>
                </a:solidFill>
                <a:effectLst/>
                <a:latin typeface="Calibri" panose="020F0502020204030204" pitchFamily="34" charset="0"/>
              </a:rPr>
              <a:t>Five signals, five different questions.</a:t>
            </a:r>
          </a:p>
          <a:p>
            <a:pPr algn="l">
              <a:buNone/>
            </a:pPr>
            <a:r>
              <a:rPr lang="en-US" sz="100">
                <a:effectLst/>
              </a:rPr>
              <a:t> </a:t>
            </a:r>
            <a:endParaRPr lang="en-US"/>
          </a:p>
        </p:txBody>
      </p:sp>
      <p:sp>
        <p:nvSpPr>
          <p:cNvPr id="520" name="Rectangle 519">
            <a:extLst>
              <a:ext uri="{FF2B5EF4-FFF2-40B4-BE49-F238E27FC236}">
                <a16:creationId xmlns:a16="http://schemas.microsoft.com/office/drawing/2014/main" id="{0FB5B164-9D18-CA2E-AFB6-35A5EB24EEF3}"/>
              </a:ext>
            </a:extLst>
          </p:cNvPr>
          <p:cNvSpPr/>
          <p:nvPr/>
        </p:nvSpPr>
        <p:spPr>
          <a:xfrm>
            <a:off x="457200" y="1783080"/>
            <a:ext cx="8229600" cy="365760"/>
          </a:xfrm>
          <a:prstGeom prst="rect">
            <a:avLst/>
          </a:prstGeom>
          <a:solidFill>
            <a:srgbClr val="3A6B35"/>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6" name="Rectangle 525">
            <a:extLst>
              <a:ext uri="{FF2B5EF4-FFF2-40B4-BE49-F238E27FC236}">
                <a16:creationId xmlns:a16="http://schemas.microsoft.com/office/drawing/2014/main" id="{B405D0AD-02B0-AF90-EB0E-88B050521251}"/>
              </a:ext>
            </a:extLst>
          </p:cNvPr>
          <p:cNvSpPr/>
          <p:nvPr/>
        </p:nvSpPr>
        <p:spPr>
          <a:xfrm>
            <a:off x="502920" y="1783080"/>
            <a:ext cx="22402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spc="200">
                <a:solidFill>
                  <a:srgbClr val="FFFFFF"/>
                </a:solidFill>
                <a:effectLst/>
                <a:latin typeface="Calibri" panose="020F0502020204030204" pitchFamily="34" charset="0"/>
              </a:rPr>
              <a:t>SIGNAL</a:t>
            </a:r>
          </a:p>
          <a:p>
            <a:pPr algn="l">
              <a:buNone/>
            </a:pPr>
            <a:r>
              <a:rPr lang="en-US" sz="100">
                <a:effectLst/>
              </a:rPr>
              <a:t> </a:t>
            </a:r>
            <a:endParaRPr lang="en-US"/>
          </a:p>
        </p:txBody>
      </p:sp>
      <p:sp>
        <p:nvSpPr>
          <p:cNvPr id="533" name="Rectangle 532">
            <a:extLst>
              <a:ext uri="{FF2B5EF4-FFF2-40B4-BE49-F238E27FC236}">
                <a16:creationId xmlns:a16="http://schemas.microsoft.com/office/drawing/2014/main" id="{22980FB8-3146-933B-7328-DF29DB627C96}"/>
              </a:ext>
            </a:extLst>
          </p:cNvPr>
          <p:cNvSpPr/>
          <p:nvPr/>
        </p:nvSpPr>
        <p:spPr>
          <a:xfrm>
            <a:off x="2697480" y="1783080"/>
            <a:ext cx="342900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spc="200">
                <a:solidFill>
                  <a:srgbClr val="FFFFFF"/>
                </a:solidFill>
                <a:effectLst/>
                <a:latin typeface="Calibri" panose="020F0502020204030204" pitchFamily="34" charset="0"/>
              </a:rPr>
              <a:t>MEANING</a:t>
            </a:r>
          </a:p>
          <a:p>
            <a:pPr algn="l">
              <a:buNone/>
            </a:pPr>
            <a:r>
              <a:rPr lang="en-US" sz="100">
                <a:effectLst/>
              </a:rPr>
              <a:t> </a:t>
            </a:r>
            <a:endParaRPr lang="en-US"/>
          </a:p>
        </p:txBody>
      </p:sp>
      <p:sp>
        <p:nvSpPr>
          <p:cNvPr id="541" name="Rectangle 540">
            <a:extLst>
              <a:ext uri="{FF2B5EF4-FFF2-40B4-BE49-F238E27FC236}">
                <a16:creationId xmlns:a16="http://schemas.microsoft.com/office/drawing/2014/main" id="{47DFCCDA-F150-539F-35D9-C1155C4E11E4}"/>
              </a:ext>
            </a:extLst>
          </p:cNvPr>
          <p:cNvSpPr/>
          <p:nvPr/>
        </p:nvSpPr>
        <p:spPr>
          <a:xfrm>
            <a:off x="6080760" y="1783080"/>
            <a:ext cx="26974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spc="200">
                <a:solidFill>
                  <a:srgbClr val="FFFFFF"/>
                </a:solidFill>
                <a:effectLst/>
                <a:latin typeface="Calibri" panose="020F0502020204030204" pitchFamily="34" charset="0"/>
              </a:rPr>
              <a:t>USE IT TO ASK</a:t>
            </a:r>
          </a:p>
          <a:p>
            <a:pPr algn="l">
              <a:buNone/>
            </a:pPr>
            <a:r>
              <a:rPr lang="en-US" sz="100">
                <a:effectLst/>
              </a:rPr>
              <a:t> </a:t>
            </a:r>
            <a:endParaRPr lang="en-US"/>
          </a:p>
        </p:txBody>
      </p:sp>
      <p:sp>
        <p:nvSpPr>
          <p:cNvPr id="550" name="Rectangle 549">
            <a:extLst>
              <a:ext uri="{FF2B5EF4-FFF2-40B4-BE49-F238E27FC236}">
                <a16:creationId xmlns:a16="http://schemas.microsoft.com/office/drawing/2014/main" id="{6FB9FB88-E57F-ED93-C217-E4416FFD24B0}"/>
              </a:ext>
            </a:extLst>
          </p:cNvPr>
          <p:cNvSpPr/>
          <p:nvPr/>
        </p:nvSpPr>
        <p:spPr>
          <a:xfrm>
            <a:off x="502920" y="2103120"/>
            <a:ext cx="224028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a:solidFill>
                  <a:srgbClr val="1F2933"/>
                </a:solidFill>
                <a:effectLst/>
                <a:latin typeface="Calibri" panose="020F0502020204030204" pitchFamily="34" charset="0"/>
              </a:rPr>
              <a:t>Latency</a:t>
            </a:r>
          </a:p>
          <a:p>
            <a:pPr algn="l">
              <a:buNone/>
            </a:pPr>
            <a:r>
              <a:rPr lang="en-US" sz="100">
                <a:effectLst/>
              </a:rPr>
              <a:t> </a:t>
            </a:r>
            <a:endParaRPr lang="en-US"/>
          </a:p>
        </p:txBody>
      </p:sp>
      <p:sp>
        <p:nvSpPr>
          <p:cNvPr id="560" name="Rectangle 559">
            <a:extLst>
              <a:ext uri="{FF2B5EF4-FFF2-40B4-BE49-F238E27FC236}">
                <a16:creationId xmlns:a16="http://schemas.microsoft.com/office/drawing/2014/main" id="{605CCFE9-4978-D0CF-F27B-6927B6667D45}"/>
              </a:ext>
            </a:extLst>
          </p:cNvPr>
          <p:cNvSpPr/>
          <p:nvPr/>
        </p:nvSpPr>
        <p:spPr>
          <a:xfrm>
            <a:off x="2697480" y="2103120"/>
            <a:ext cx="342900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52606D"/>
                </a:solidFill>
                <a:effectLst/>
                <a:latin typeface="Calibri" panose="020F0502020204030204" pitchFamily="34" charset="0"/>
              </a:rPr>
              <a:t>Elapsed time for one request or operation</a:t>
            </a:r>
          </a:p>
          <a:p>
            <a:pPr algn="l">
              <a:buNone/>
            </a:pPr>
            <a:r>
              <a:rPr lang="en-US" sz="100">
                <a:effectLst/>
              </a:rPr>
              <a:t> </a:t>
            </a:r>
            <a:endParaRPr lang="en-US"/>
          </a:p>
        </p:txBody>
      </p:sp>
      <p:sp>
        <p:nvSpPr>
          <p:cNvPr id="571" name="Rectangle 570">
            <a:extLst>
              <a:ext uri="{FF2B5EF4-FFF2-40B4-BE49-F238E27FC236}">
                <a16:creationId xmlns:a16="http://schemas.microsoft.com/office/drawing/2014/main" id="{2B20D8E2-1595-9B4B-3D06-D200EF0BD191}"/>
              </a:ext>
            </a:extLst>
          </p:cNvPr>
          <p:cNvSpPr/>
          <p:nvPr/>
        </p:nvSpPr>
        <p:spPr>
          <a:xfrm>
            <a:off x="6080760" y="2103120"/>
            <a:ext cx="269748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52606D"/>
                </a:solidFill>
                <a:effectLst/>
                <a:latin typeface="Calibri" panose="020F0502020204030204" pitchFamily="34" charset="0"/>
              </a:rPr>
              <a:t>How long did this request take?</a:t>
            </a:r>
          </a:p>
          <a:p>
            <a:pPr algn="l">
              <a:buNone/>
            </a:pPr>
            <a:r>
              <a:rPr lang="en-US" sz="100">
                <a:effectLst/>
              </a:rPr>
              <a:t> </a:t>
            </a:r>
            <a:endParaRPr lang="en-US"/>
          </a:p>
        </p:txBody>
      </p:sp>
      <p:sp>
        <p:nvSpPr>
          <p:cNvPr id="583" name="Rectangle 582">
            <a:extLst>
              <a:ext uri="{FF2B5EF4-FFF2-40B4-BE49-F238E27FC236}">
                <a16:creationId xmlns:a16="http://schemas.microsoft.com/office/drawing/2014/main" id="{4FD2866E-A903-34ED-E3E4-AAA38ED4D798}"/>
              </a:ext>
            </a:extLst>
          </p:cNvPr>
          <p:cNvSpPr/>
          <p:nvPr/>
        </p:nvSpPr>
        <p:spPr>
          <a:xfrm>
            <a:off x="457200" y="2550795"/>
            <a:ext cx="8229600" cy="9525"/>
          </a:xfrm>
          <a:prstGeom prst="rect">
            <a:avLst/>
          </a:prstGeom>
          <a:solidFill>
            <a:srgbClr val="E2E8DE"/>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6" name="Rectangle 595">
            <a:extLst>
              <a:ext uri="{FF2B5EF4-FFF2-40B4-BE49-F238E27FC236}">
                <a16:creationId xmlns:a16="http://schemas.microsoft.com/office/drawing/2014/main" id="{6726BDB7-ABAF-3039-8985-6A9221AF7464}"/>
              </a:ext>
            </a:extLst>
          </p:cNvPr>
          <p:cNvSpPr/>
          <p:nvPr/>
        </p:nvSpPr>
        <p:spPr>
          <a:xfrm>
            <a:off x="457200" y="2560320"/>
            <a:ext cx="8229600" cy="457200"/>
          </a:xfrm>
          <a:prstGeom prst="rect">
            <a:avLst/>
          </a:prstGeom>
          <a:solidFill>
            <a:srgbClr val="F5F8F3"/>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0" name="Rectangle 609">
            <a:extLst>
              <a:ext uri="{FF2B5EF4-FFF2-40B4-BE49-F238E27FC236}">
                <a16:creationId xmlns:a16="http://schemas.microsoft.com/office/drawing/2014/main" id="{78D2C412-ABB9-7114-F7CC-7274ECD032AA}"/>
              </a:ext>
            </a:extLst>
          </p:cNvPr>
          <p:cNvSpPr/>
          <p:nvPr/>
        </p:nvSpPr>
        <p:spPr>
          <a:xfrm>
            <a:off x="502920" y="2560320"/>
            <a:ext cx="224028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a:solidFill>
                  <a:srgbClr val="1F2933"/>
                </a:solidFill>
                <a:effectLst/>
                <a:latin typeface="Calibri" panose="020F0502020204030204" pitchFamily="34" charset="0"/>
              </a:rPr>
              <a:t>Throughput</a:t>
            </a:r>
          </a:p>
          <a:p>
            <a:pPr algn="l">
              <a:buNone/>
            </a:pPr>
            <a:r>
              <a:rPr lang="en-US" sz="100">
                <a:effectLst/>
              </a:rPr>
              <a:t> </a:t>
            </a:r>
            <a:endParaRPr lang="en-US"/>
          </a:p>
        </p:txBody>
      </p:sp>
      <p:sp>
        <p:nvSpPr>
          <p:cNvPr id="625" name="Rectangle 624">
            <a:extLst>
              <a:ext uri="{FF2B5EF4-FFF2-40B4-BE49-F238E27FC236}">
                <a16:creationId xmlns:a16="http://schemas.microsoft.com/office/drawing/2014/main" id="{7EAAF2AE-DF4F-1161-B9A9-30E018A86D02}"/>
              </a:ext>
            </a:extLst>
          </p:cNvPr>
          <p:cNvSpPr/>
          <p:nvPr/>
        </p:nvSpPr>
        <p:spPr>
          <a:xfrm>
            <a:off x="2697480" y="2560320"/>
            <a:ext cx="342900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52606D"/>
                </a:solidFill>
                <a:effectLst/>
                <a:latin typeface="Calibri" panose="020F0502020204030204" pitchFamily="34" charset="0"/>
              </a:rPr>
              <a:t>Work completed per unit time</a:t>
            </a:r>
          </a:p>
          <a:p>
            <a:pPr algn="l">
              <a:buNone/>
            </a:pPr>
            <a:r>
              <a:rPr lang="en-US" sz="100">
                <a:effectLst/>
              </a:rPr>
              <a:t> </a:t>
            </a:r>
            <a:endParaRPr lang="en-US"/>
          </a:p>
        </p:txBody>
      </p:sp>
      <p:sp>
        <p:nvSpPr>
          <p:cNvPr id="641" name="Rectangle 640">
            <a:extLst>
              <a:ext uri="{FF2B5EF4-FFF2-40B4-BE49-F238E27FC236}">
                <a16:creationId xmlns:a16="http://schemas.microsoft.com/office/drawing/2014/main" id="{CD7B0692-0474-BC60-2D22-11A7123D85AE}"/>
              </a:ext>
            </a:extLst>
          </p:cNvPr>
          <p:cNvSpPr/>
          <p:nvPr/>
        </p:nvSpPr>
        <p:spPr>
          <a:xfrm>
            <a:off x="6080760" y="2560320"/>
            <a:ext cx="269748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52606D"/>
                </a:solidFill>
                <a:effectLst/>
                <a:latin typeface="Calibri" panose="020F0502020204030204" pitchFamily="34" charset="0"/>
              </a:rPr>
              <a:t>How much load can the system sustain?</a:t>
            </a:r>
          </a:p>
          <a:p>
            <a:pPr algn="l">
              <a:buNone/>
            </a:pPr>
            <a:r>
              <a:rPr lang="en-US" sz="100">
                <a:effectLst/>
              </a:rPr>
              <a:t> </a:t>
            </a:r>
            <a:endParaRPr lang="en-US"/>
          </a:p>
        </p:txBody>
      </p:sp>
      <p:sp>
        <p:nvSpPr>
          <p:cNvPr id="658" name="Rectangle 657">
            <a:extLst>
              <a:ext uri="{FF2B5EF4-FFF2-40B4-BE49-F238E27FC236}">
                <a16:creationId xmlns:a16="http://schemas.microsoft.com/office/drawing/2014/main" id="{71B812A9-9A7B-D73A-F158-1DAAF1D30306}"/>
              </a:ext>
            </a:extLst>
          </p:cNvPr>
          <p:cNvSpPr/>
          <p:nvPr/>
        </p:nvSpPr>
        <p:spPr>
          <a:xfrm>
            <a:off x="457200" y="3007995"/>
            <a:ext cx="8229600" cy="9525"/>
          </a:xfrm>
          <a:prstGeom prst="rect">
            <a:avLst/>
          </a:prstGeom>
          <a:solidFill>
            <a:srgbClr val="E2E8DE"/>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6" name="Rectangle 675">
            <a:extLst>
              <a:ext uri="{FF2B5EF4-FFF2-40B4-BE49-F238E27FC236}">
                <a16:creationId xmlns:a16="http://schemas.microsoft.com/office/drawing/2014/main" id="{3026311E-2F03-6EC8-AA06-4B99A03C673C}"/>
              </a:ext>
            </a:extLst>
          </p:cNvPr>
          <p:cNvSpPr/>
          <p:nvPr/>
        </p:nvSpPr>
        <p:spPr>
          <a:xfrm>
            <a:off x="502920" y="3017520"/>
            <a:ext cx="224028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a:solidFill>
                  <a:srgbClr val="1F2933"/>
                </a:solidFill>
                <a:effectLst/>
                <a:latin typeface="Calibri" panose="020F0502020204030204" pitchFamily="34" charset="0"/>
              </a:rPr>
              <a:t>TTFT</a:t>
            </a:r>
          </a:p>
          <a:p>
            <a:pPr algn="l">
              <a:buNone/>
            </a:pPr>
            <a:r>
              <a:rPr lang="en-US" sz="100">
                <a:effectLst/>
              </a:rPr>
              <a:t> </a:t>
            </a:r>
            <a:endParaRPr lang="en-US"/>
          </a:p>
        </p:txBody>
      </p:sp>
      <p:sp>
        <p:nvSpPr>
          <p:cNvPr id="695" name="Rectangle 694">
            <a:extLst>
              <a:ext uri="{FF2B5EF4-FFF2-40B4-BE49-F238E27FC236}">
                <a16:creationId xmlns:a16="http://schemas.microsoft.com/office/drawing/2014/main" id="{33CB0198-95E6-F6FA-C33C-2AF9354C6687}"/>
              </a:ext>
            </a:extLst>
          </p:cNvPr>
          <p:cNvSpPr/>
          <p:nvPr/>
        </p:nvSpPr>
        <p:spPr>
          <a:xfrm>
            <a:off x="2697480" y="3017520"/>
            <a:ext cx="342900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52606D"/>
                </a:solidFill>
                <a:effectLst/>
                <a:latin typeface="Calibri" panose="020F0502020204030204" pitchFamily="34" charset="0"/>
              </a:rPr>
              <a:t>Time from model request to first token</a:t>
            </a:r>
          </a:p>
          <a:p>
            <a:pPr algn="l">
              <a:buNone/>
            </a:pPr>
            <a:r>
              <a:rPr lang="en-US" sz="100">
                <a:effectLst/>
              </a:rPr>
              <a:t> </a:t>
            </a:r>
            <a:endParaRPr lang="en-US"/>
          </a:p>
        </p:txBody>
      </p:sp>
      <p:sp>
        <p:nvSpPr>
          <p:cNvPr id="715" name="Rectangle 714">
            <a:extLst>
              <a:ext uri="{FF2B5EF4-FFF2-40B4-BE49-F238E27FC236}">
                <a16:creationId xmlns:a16="http://schemas.microsoft.com/office/drawing/2014/main" id="{1EDDB23F-F0B7-6C79-20E4-47D824F240D1}"/>
              </a:ext>
            </a:extLst>
          </p:cNvPr>
          <p:cNvSpPr/>
          <p:nvPr/>
        </p:nvSpPr>
        <p:spPr>
          <a:xfrm>
            <a:off x="6080760" y="3017520"/>
            <a:ext cx="269748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52606D"/>
                </a:solidFill>
                <a:effectLst/>
                <a:latin typeface="Calibri" panose="020F0502020204030204" pitchFamily="34" charset="0"/>
              </a:rPr>
              <a:t>When does a streamed response begin?</a:t>
            </a:r>
          </a:p>
          <a:p>
            <a:pPr algn="l">
              <a:buNone/>
            </a:pPr>
            <a:r>
              <a:rPr lang="en-US" sz="100">
                <a:effectLst/>
              </a:rPr>
              <a:t> </a:t>
            </a:r>
            <a:endParaRPr lang="en-US"/>
          </a:p>
        </p:txBody>
      </p:sp>
      <p:sp>
        <p:nvSpPr>
          <p:cNvPr id="736" name="Rectangle 735">
            <a:extLst>
              <a:ext uri="{FF2B5EF4-FFF2-40B4-BE49-F238E27FC236}">
                <a16:creationId xmlns:a16="http://schemas.microsoft.com/office/drawing/2014/main" id="{41F0BD57-1C3D-E39D-5DEF-D18215C49940}"/>
              </a:ext>
            </a:extLst>
          </p:cNvPr>
          <p:cNvSpPr/>
          <p:nvPr/>
        </p:nvSpPr>
        <p:spPr>
          <a:xfrm>
            <a:off x="457200" y="3465195"/>
            <a:ext cx="8229600" cy="9525"/>
          </a:xfrm>
          <a:prstGeom prst="rect">
            <a:avLst/>
          </a:prstGeom>
          <a:solidFill>
            <a:srgbClr val="E2E8DE"/>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8" name="Rectangle 757">
            <a:extLst>
              <a:ext uri="{FF2B5EF4-FFF2-40B4-BE49-F238E27FC236}">
                <a16:creationId xmlns:a16="http://schemas.microsoft.com/office/drawing/2014/main" id="{C95E588A-D7F1-2D06-F2AA-57D4C22DBD1A}"/>
              </a:ext>
            </a:extLst>
          </p:cNvPr>
          <p:cNvSpPr/>
          <p:nvPr/>
        </p:nvSpPr>
        <p:spPr>
          <a:xfrm>
            <a:off x="457200" y="3474720"/>
            <a:ext cx="8229600" cy="457200"/>
          </a:xfrm>
          <a:prstGeom prst="rect">
            <a:avLst/>
          </a:prstGeom>
          <a:solidFill>
            <a:srgbClr val="F5F8F3"/>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1" name="Rectangle 780">
            <a:extLst>
              <a:ext uri="{FF2B5EF4-FFF2-40B4-BE49-F238E27FC236}">
                <a16:creationId xmlns:a16="http://schemas.microsoft.com/office/drawing/2014/main" id="{91955CBE-D96B-821E-4AE7-64EBC93A6995}"/>
              </a:ext>
            </a:extLst>
          </p:cNvPr>
          <p:cNvSpPr/>
          <p:nvPr/>
        </p:nvSpPr>
        <p:spPr>
          <a:xfrm>
            <a:off x="502920" y="3474720"/>
            <a:ext cx="224028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a:solidFill>
                  <a:srgbClr val="1F2933"/>
                </a:solidFill>
                <a:effectLst/>
                <a:latin typeface="Calibri" panose="020F0502020204030204" pitchFamily="34" charset="0"/>
              </a:rPr>
              <a:t>TTLT</a:t>
            </a:r>
          </a:p>
          <a:p>
            <a:pPr algn="l">
              <a:buNone/>
            </a:pPr>
            <a:r>
              <a:rPr lang="en-US" sz="100">
                <a:effectLst/>
              </a:rPr>
              <a:t> </a:t>
            </a:r>
            <a:endParaRPr lang="en-US"/>
          </a:p>
        </p:txBody>
      </p:sp>
      <p:sp>
        <p:nvSpPr>
          <p:cNvPr id="805" name="Rectangle 804">
            <a:extLst>
              <a:ext uri="{FF2B5EF4-FFF2-40B4-BE49-F238E27FC236}">
                <a16:creationId xmlns:a16="http://schemas.microsoft.com/office/drawing/2014/main" id="{9B732DA8-36B2-91F8-8BF7-32E162A104F2}"/>
              </a:ext>
            </a:extLst>
          </p:cNvPr>
          <p:cNvSpPr/>
          <p:nvPr/>
        </p:nvSpPr>
        <p:spPr>
          <a:xfrm>
            <a:off x="2697480" y="3474720"/>
            <a:ext cx="342900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52606D"/>
                </a:solidFill>
                <a:effectLst/>
                <a:latin typeface="Calibri" panose="020F0502020204030204" pitchFamily="34" charset="0"/>
              </a:rPr>
              <a:t>Time from model request to last token</a:t>
            </a:r>
          </a:p>
          <a:p>
            <a:pPr algn="l">
              <a:buNone/>
            </a:pPr>
            <a:r>
              <a:rPr lang="en-US" sz="100">
                <a:effectLst/>
              </a:rPr>
              <a:t> </a:t>
            </a:r>
            <a:endParaRPr lang="en-US"/>
          </a:p>
        </p:txBody>
      </p:sp>
      <p:sp>
        <p:nvSpPr>
          <p:cNvPr id="830" name="Rectangle 829">
            <a:extLst>
              <a:ext uri="{FF2B5EF4-FFF2-40B4-BE49-F238E27FC236}">
                <a16:creationId xmlns:a16="http://schemas.microsoft.com/office/drawing/2014/main" id="{5243EFA6-F18A-C9FA-3345-9D61A2126128}"/>
              </a:ext>
            </a:extLst>
          </p:cNvPr>
          <p:cNvSpPr/>
          <p:nvPr/>
        </p:nvSpPr>
        <p:spPr>
          <a:xfrm>
            <a:off x="6080760" y="3474720"/>
            <a:ext cx="269748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52606D"/>
                </a:solidFill>
                <a:effectLst/>
                <a:latin typeface="Calibri" panose="020F0502020204030204" pitchFamily="34" charset="0"/>
              </a:rPr>
              <a:t>When does that model call finish?</a:t>
            </a:r>
          </a:p>
          <a:p>
            <a:pPr algn="l">
              <a:buNone/>
            </a:pPr>
            <a:r>
              <a:rPr lang="en-US" sz="100">
                <a:effectLst/>
              </a:rPr>
              <a:t> </a:t>
            </a:r>
            <a:endParaRPr lang="en-US"/>
          </a:p>
        </p:txBody>
      </p:sp>
      <p:sp>
        <p:nvSpPr>
          <p:cNvPr id="856" name="Rectangle 855">
            <a:extLst>
              <a:ext uri="{FF2B5EF4-FFF2-40B4-BE49-F238E27FC236}">
                <a16:creationId xmlns:a16="http://schemas.microsoft.com/office/drawing/2014/main" id="{7A23938F-23FD-D625-6572-31622A0EEC02}"/>
              </a:ext>
            </a:extLst>
          </p:cNvPr>
          <p:cNvSpPr/>
          <p:nvPr/>
        </p:nvSpPr>
        <p:spPr>
          <a:xfrm>
            <a:off x="457200" y="3922395"/>
            <a:ext cx="8229600" cy="9525"/>
          </a:xfrm>
          <a:prstGeom prst="rect">
            <a:avLst/>
          </a:prstGeom>
          <a:solidFill>
            <a:srgbClr val="E2E8DE"/>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3" name="Rectangle 882">
            <a:extLst>
              <a:ext uri="{FF2B5EF4-FFF2-40B4-BE49-F238E27FC236}">
                <a16:creationId xmlns:a16="http://schemas.microsoft.com/office/drawing/2014/main" id="{8ABD7D6F-BA39-4626-3ADF-ED86406FF8B0}"/>
              </a:ext>
            </a:extLst>
          </p:cNvPr>
          <p:cNvSpPr/>
          <p:nvPr/>
        </p:nvSpPr>
        <p:spPr>
          <a:xfrm>
            <a:off x="502920" y="3931920"/>
            <a:ext cx="224028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a:solidFill>
                  <a:srgbClr val="1F2933"/>
                </a:solidFill>
                <a:effectLst/>
                <a:latin typeface="Calibri" panose="020F0502020204030204" pitchFamily="34" charset="0"/>
              </a:rPr>
              <a:t>Workflow completion</a:t>
            </a:r>
          </a:p>
          <a:p>
            <a:pPr algn="l">
              <a:buNone/>
            </a:pPr>
            <a:r>
              <a:rPr lang="en-US" sz="100">
                <a:effectLst/>
              </a:rPr>
              <a:t> </a:t>
            </a:r>
            <a:endParaRPr lang="en-US"/>
          </a:p>
        </p:txBody>
      </p:sp>
      <p:sp>
        <p:nvSpPr>
          <p:cNvPr id="911" name="Rectangle 910">
            <a:extLst>
              <a:ext uri="{FF2B5EF4-FFF2-40B4-BE49-F238E27FC236}">
                <a16:creationId xmlns:a16="http://schemas.microsoft.com/office/drawing/2014/main" id="{816533AD-5255-BABA-F0EC-D1F928264774}"/>
              </a:ext>
            </a:extLst>
          </p:cNvPr>
          <p:cNvSpPr/>
          <p:nvPr/>
        </p:nvSpPr>
        <p:spPr>
          <a:xfrm>
            <a:off x="2697480" y="3931920"/>
            <a:ext cx="342900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52606D"/>
                </a:solidFill>
                <a:effectLst/>
                <a:latin typeface="Calibri" panose="020F0502020204030204" pitchFamily="34" charset="0"/>
              </a:rPr>
              <a:t>End-to-end time across model, retrieval, tools, and revisions</a:t>
            </a:r>
          </a:p>
          <a:p>
            <a:pPr algn="l">
              <a:buNone/>
            </a:pPr>
            <a:r>
              <a:rPr lang="en-US" sz="100">
                <a:effectLst/>
              </a:rPr>
              <a:t> </a:t>
            </a:r>
            <a:endParaRPr lang="en-US"/>
          </a:p>
        </p:txBody>
      </p:sp>
      <p:sp>
        <p:nvSpPr>
          <p:cNvPr id="940" name="Rectangle 939">
            <a:extLst>
              <a:ext uri="{FF2B5EF4-FFF2-40B4-BE49-F238E27FC236}">
                <a16:creationId xmlns:a16="http://schemas.microsoft.com/office/drawing/2014/main" id="{4A700683-462F-9075-4373-A11121CF6998}"/>
              </a:ext>
            </a:extLst>
          </p:cNvPr>
          <p:cNvSpPr/>
          <p:nvPr/>
        </p:nvSpPr>
        <p:spPr>
          <a:xfrm>
            <a:off x="6080760" y="3931920"/>
            <a:ext cx="269748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52606D"/>
                </a:solidFill>
                <a:effectLst/>
                <a:latin typeface="Calibri" panose="020F0502020204030204" pitchFamily="34" charset="0"/>
              </a:rPr>
              <a:t>When is the usable outcome ready?</a:t>
            </a:r>
          </a:p>
          <a:p>
            <a:pPr algn="l">
              <a:buNone/>
            </a:pPr>
            <a:r>
              <a:rPr lang="en-US" sz="100">
                <a:effectLst/>
              </a:rPr>
              <a:t> </a:t>
            </a:r>
            <a:endParaRPr lang="en-US"/>
          </a:p>
        </p:txBody>
      </p:sp>
      <p:sp>
        <p:nvSpPr>
          <p:cNvPr id="970" name="Rectangle 969">
            <a:extLst>
              <a:ext uri="{FF2B5EF4-FFF2-40B4-BE49-F238E27FC236}">
                <a16:creationId xmlns:a16="http://schemas.microsoft.com/office/drawing/2014/main" id="{4D47BA48-1929-1EED-495F-5AB0EE5284F1}"/>
              </a:ext>
            </a:extLst>
          </p:cNvPr>
          <p:cNvSpPr/>
          <p:nvPr/>
        </p:nvSpPr>
        <p:spPr>
          <a:xfrm>
            <a:off x="457200" y="4379595"/>
            <a:ext cx="8229600" cy="9525"/>
          </a:xfrm>
          <a:prstGeom prst="rect">
            <a:avLst/>
          </a:prstGeom>
          <a:solidFill>
            <a:srgbClr val="E2E8DE"/>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1" name="Rectangle 1000">
            <a:extLst>
              <a:ext uri="{FF2B5EF4-FFF2-40B4-BE49-F238E27FC236}">
                <a16:creationId xmlns:a16="http://schemas.microsoft.com/office/drawing/2014/main" id="{552565A6-21A4-DAFF-75F7-EA9C40557783}"/>
              </a:ext>
            </a:extLst>
          </p:cNvPr>
          <p:cNvSpPr/>
          <p:nvPr/>
        </p:nvSpPr>
        <p:spPr>
          <a:xfrm>
            <a:off x="365760" y="4480560"/>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i="1">
                <a:solidFill>
                  <a:srgbClr val="52606D"/>
                </a:solidFill>
                <a:effectLst/>
                <a:latin typeface="Calibri" panose="020F0502020204030204" pitchFamily="34" charset="0"/>
              </a:rPr>
              <a:t>TTFT and TTLT do not automatically include retrieval, tools, queues, retries, or later model calls.</a:t>
            </a:r>
          </a:p>
          <a:p>
            <a:pPr algn="l">
              <a:buNone/>
            </a:pPr>
            <a:r>
              <a:rPr lang="en-US" sz="100">
                <a:effectLst/>
              </a:rPr>
              <a:t> </a:t>
            </a:r>
            <a:endParaRPr lang="en-US"/>
          </a:p>
        </p:txBody>
      </p:sp>
      <p:sp>
        <p:nvSpPr>
          <p:cNvPr id="1033" name="Rectangle 1032">
            <a:extLst>
              <a:ext uri="{FF2B5EF4-FFF2-40B4-BE49-F238E27FC236}">
                <a16:creationId xmlns:a16="http://schemas.microsoft.com/office/drawing/2014/main" id="{968FEA0A-80A0-C2BE-B739-502E46E4FC03}"/>
              </a:ext>
            </a:extLst>
          </p:cNvPr>
          <p:cNvSpPr/>
          <p:nvPr/>
        </p:nvSpPr>
        <p:spPr>
          <a:xfrm>
            <a:off x="365760" y="4823460"/>
            <a:ext cx="566928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52606D"/>
                </a:solidFill>
                <a:effectLst/>
                <a:latin typeface="Calibri" panose="020F0502020204030204" pitchFamily="34" charset="0"/>
              </a:rPr>
              <a:t>Cost &amp; Routing  ·  Microsoft Agent Framework</a:t>
            </a:r>
          </a:p>
          <a:p>
            <a:pPr algn="l">
              <a:buNone/>
            </a:pPr>
            <a:r>
              <a:rPr lang="en-US" sz="100">
                <a:effectLst/>
              </a:rPr>
              <a:t> </a:t>
            </a:r>
            <a:endParaRPr lang="en-US"/>
          </a:p>
        </p:txBody>
      </p:sp>
      <p:sp>
        <p:nvSpPr>
          <p:cNvPr id="1066" name="Rectangle 1065">
            <a:extLst>
              <a:ext uri="{FF2B5EF4-FFF2-40B4-BE49-F238E27FC236}">
                <a16:creationId xmlns:a16="http://schemas.microsoft.com/office/drawing/2014/main" id="{F804E12C-0B44-6F0C-CF5E-576F5F727939}"/>
              </a:ext>
            </a:extLst>
          </p:cNvPr>
          <p:cNvSpPr/>
          <p:nvPr/>
        </p:nvSpPr>
        <p:spPr>
          <a:xfrm>
            <a:off x="7680960" y="4823460"/>
            <a:ext cx="128016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buNone/>
            </a:pPr>
            <a:r>
              <a:rPr lang="en-US" sz="1200">
                <a:solidFill>
                  <a:srgbClr val="52606D"/>
                </a:solidFill>
                <a:effectLst/>
                <a:latin typeface="Calibri" panose="020F0502020204030204" pitchFamily="34" charset="0"/>
              </a:rPr>
              <a:t>4 / 11</a:t>
            </a:r>
          </a:p>
          <a:p>
            <a:pPr algn="r">
              <a:buNone/>
            </a:pPr>
            <a:r>
              <a:rPr lang="en-US" sz="100">
                <a:effectLst/>
              </a:rPr>
              <a:t> </a:t>
            </a:r>
            <a:endParaRPr lang="en-US"/>
          </a:p>
        </p:txBody>
      </p:sp>
    </p:spTree>
    <p:extLst>
      <p:ext uri="{BB962C8B-B14F-4D97-AF65-F5344CB8AC3E}">
        <p14:creationId xmlns:p14="http://schemas.microsoft.com/office/powerpoint/2010/main" val="258335872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7" name="Rectangle 1256">
            <a:extLst>
              <a:ext uri="{FF2B5EF4-FFF2-40B4-BE49-F238E27FC236}">
                <a16:creationId xmlns:a16="http://schemas.microsoft.com/office/drawing/2014/main" id="{BC94E48F-B198-4969-15F5-D7DB1E7674A3}"/>
              </a:ext>
            </a:extLst>
          </p:cNvPr>
          <p:cNvSpPr/>
          <p:nvPr/>
        </p:nvSpPr>
        <p:spPr>
          <a:xfrm>
            <a:off x="365760" y="292608"/>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spc="400">
                <a:solidFill>
                  <a:srgbClr val="3A6B35"/>
                </a:solidFill>
                <a:effectLst/>
                <a:latin typeface="Calibri" panose="020F0502020204030204" pitchFamily="34" charset="0"/>
              </a:rPr>
              <a:t>FROM TOKENS TO CURRENCY</a:t>
            </a:r>
          </a:p>
          <a:p>
            <a:pPr algn="l">
              <a:buNone/>
            </a:pPr>
            <a:r>
              <a:rPr lang="en-US" sz="100">
                <a:effectLst/>
              </a:rPr>
              <a:t> </a:t>
            </a:r>
            <a:endParaRPr lang="en-US"/>
          </a:p>
        </p:txBody>
      </p:sp>
      <p:sp>
        <p:nvSpPr>
          <p:cNvPr id="1259" name="Rectangle 1258">
            <a:extLst>
              <a:ext uri="{FF2B5EF4-FFF2-40B4-BE49-F238E27FC236}">
                <a16:creationId xmlns:a16="http://schemas.microsoft.com/office/drawing/2014/main" id="{7ECCB3BB-7995-777C-990A-B7FE81F20E95}"/>
              </a:ext>
            </a:extLst>
          </p:cNvPr>
          <p:cNvSpPr/>
          <p:nvPr/>
        </p:nvSpPr>
        <p:spPr>
          <a:xfrm>
            <a:off x="365760" y="566928"/>
            <a:ext cx="84124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2800" b="1">
                <a:solidFill>
                  <a:srgbClr val="1F2933"/>
                </a:solidFill>
                <a:effectLst/>
                <a:latin typeface="Calibri" panose="020F0502020204030204" pitchFamily="34" charset="0"/>
              </a:rPr>
              <a:t>Tokens are usage — not dollars</a:t>
            </a:r>
          </a:p>
          <a:p>
            <a:pPr algn="l">
              <a:buNone/>
            </a:pPr>
            <a:r>
              <a:rPr lang="en-US" sz="100">
                <a:effectLst/>
              </a:rPr>
              <a:t> </a:t>
            </a:r>
            <a:endParaRPr lang="en-US"/>
          </a:p>
        </p:txBody>
      </p:sp>
      <p:sp>
        <p:nvSpPr>
          <p:cNvPr id="1262" name="Rectangle 1261">
            <a:extLst>
              <a:ext uri="{FF2B5EF4-FFF2-40B4-BE49-F238E27FC236}">
                <a16:creationId xmlns:a16="http://schemas.microsoft.com/office/drawing/2014/main" id="{F20D5DF8-119E-05B2-28BA-016228BCAA1A}"/>
              </a:ext>
            </a:extLst>
          </p:cNvPr>
          <p:cNvSpPr/>
          <p:nvPr/>
        </p:nvSpPr>
        <p:spPr>
          <a:xfrm>
            <a:off x="457200" y="1225296"/>
            <a:ext cx="731520" cy="25400"/>
          </a:xfrm>
          <a:prstGeom prst="rect">
            <a:avLst/>
          </a:prstGeom>
          <a:solidFill>
            <a:srgbClr val="3A6B35"/>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66" name="Rectangle 1265">
            <a:extLst>
              <a:ext uri="{FF2B5EF4-FFF2-40B4-BE49-F238E27FC236}">
                <a16:creationId xmlns:a16="http://schemas.microsoft.com/office/drawing/2014/main" id="{8EC792B1-0C05-6FEE-55C9-4429CD8F5032}"/>
              </a:ext>
            </a:extLst>
          </p:cNvPr>
          <p:cNvSpPr/>
          <p:nvPr/>
        </p:nvSpPr>
        <p:spPr>
          <a:xfrm>
            <a:off x="365760" y="1417320"/>
            <a:ext cx="84124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300">
                <a:solidFill>
                  <a:srgbClr val="52606D"/>
                </a:solidFill>
                <a:effectLst/>
                <a:latin typeface="Calibri" panose="020F0502020204030204" pitchFamily="34" charset="0"/>
              </a:rPr>
              <a:t>Token telemetry is a usage proxy, not a bill. Four steps stand between them.</a:t>
            </a:r>
          </a:p>
          <a:p>
            <a:pPr algn="l">
              <a:buNone/>
            </a:pPr>
            <a:r>
              <a:rPr lang="en-US" sz="100">
                <a:effectLst/>
              </a:rPr>
              <a:t> </a:t>
            </a:r>
            <a:endParaRPr lang="en-US"/>
          </a:p>
        </p:txBody>
      </p:sp>
      <p:sp>
        <p:nvSpPr>
          <p:cNvPr id="1271" name="Oval 1270">
            <a:extLst>
              <a:ext uri="{FF2B5EF4-FFF2-40B4-BE49-F238E27FC236}">
                <a16:creationId xmlns:a16="http://schemas.microsoft.com/office/drawing/2014/main" id="{9E394BFC-02B8-4880-7E6C-87697849DE84}"/>
              </a:ext>
            </a:extLst>
          </p:cNvPr>
          <p:cNvSpPr/>
          <p:nvPr/>
        </p:nvSpPr>
        <p:spPr>
          <a:xfrm>
            <a:off x="457200" y="1965960"/>
            <a:ext cx="365760" cy="365760"/>
          </a:xfrm>
          <a:prstGeom prst="ellipse">
            <a:avLst/>
          </a:prstGeom>
          <a:solidFill>
            <a:srgbClr val="3A6B35"/>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uNone/>
            </a:pPr>
            <a:r>
              <a:rPr lang="en-US" sz="1200" b="1">
                <a:solidFill>
                  <a:srgbClr val="FFFFFF"/>
                </a:solidFill>
                <a:effectLst/>
                <a:latin typeface="Calibri" panose="020F0502020204030204" pitchFamily="34" charset="0"/>
              </a:rPr>
              <a:t>1</a:t>
            </a:r>
          </a:p>
          <a:p>
            <a:pPr algn="ctr">
              <a:buNone/>
            </a:pPr>
            <a:r>
              <a:rPr lang="en-US" sz="100">
                <a:effectLst/>
              </a:rPr>
              <a:t> </a:t>
            </a:r>
            <a:endParaRPr lang="en-US"/>
          </a:p>
        </p:txBody>
      </p:sp>
      <p:sp>
        <p:nvSpPr>
          <p:cNvPr id="1277" name="Rectangle 1276">
            <a:extLst>
              <a:ext uri="{FF2B5EF4-FFF2-40B4-BE49-F238E27FC236}">
                <a16:creationId xmlns:a16="http://schemas.microsoft.com/office/drawing/2014/main" id="{82079A25-4D59-5688-822A-EF931312549E}"/>
              </a:ext>
            </a:extLst>
          </p:cNvPr>
          <p:cNvSpPr/>
          <p:nvPr/>
        </p:nvSpPr>
        <p:spPr>
          <a:xfrm>
            <a:off x="868680" y="1965960"/>
            <a:ext cx="38404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600" b="1">
                <a:solidFill>
                  <a:srgbClr val="1F2933"/>
                </a:solidFill>
                <a:effectLst/>
                <a:latin typeface="Calibri" panose="020F0502020204030204" pitchFamily="34" charset="0"/>
              </a:rPr>
              <a:t>Usage</a:t>
            </a:r>
          </a:p>
          <a:p>
            <a:pPr algn="l">
              <a:buNone/>
            </a:pPr>
            <a:r>
              <a:rPr lang="en-US" sz="100">
                <a:effectLst/>
              </a:rPr>
              <a:t> </a:t>
            </a:r>
            <a:endParaRPr lang="en-US"/>
          </a:p>
        </p:txBody>
      </p:sp>
      <p:sp>
        <p:nvSpPr>
          <p:cNvPr id="1284" name="Rectangle 1283">
            <a:extLst>
              <a:ext uri="{FF2B5EF4-FFF2-40B4-BE49-F238E27FC236}">
                <a16:creationId xmlns:a16="http://schemas.microsoft.com/office/drawing/2014/main" id="{D916AD33-74C1-0930-3831-8E602DE430CD}"/>
              </a:ext>
            </a:extLst>
          </p:cNvPr>
          <p:cNvSpPr/>
          <p:nvPr/>
        </p:nvSpPr>
        <p:spPr>
          <a:xfrm>
            <a:off x="868680" y="2377440"/>
            <a:ext cx="3840480" cy="548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52606D"/>
                </a:solidFill>
                <a:effectLst/>
                <a:latin typeface="Calibri" panose="020F0502020204030204" pitchFamily="34" charset="0"/>
              </a:rPr>
              <a:t>Input, output, and cached-token fields describe model work</a:t>
            </a:r>
          </a:p>
          <a:p>
            <a:pPr algn="l">
              <a:buNone/>
            </a:pPr>
            <a:r>
              <a:rPr lang="en-US" sz="100">
                <a:effectLst/>
              </a:rPr>
              <a:t> </a:t>
            </a:r>
            <a:endParaRPr lang="en-US"/>
          </a:p>
        </p:txBody>
      </p:sp>
      <p:sp>
        <p:nvSpPr>
          <p:cNvPr id="1292" name="Oval 1291">
            <a:extLst>
              <a:ext uri="{FF2B5EF4-FFF2-40B4-BE49-F238E27FC236}">
                <a16:creationId xmlns:a16="http://schemas.microsoft.com/office/drawing/2014/main" id="{31D48ED8-E2AD-C792-7DCA-92AD8E310EC9}"/>
              </a:ext>
            </a:extLst>
          </p:cNvPr>
          <p:cNvSpPr/>
          <p:nvPr/>
        </p:nvSpPr>
        <p:spPr>
          <a:xfrm>
            <a:off x="4663440" y="1965960"/>
            <a:ext cx="365760" cy="365760"/>
          </a:xfrm>
          <a:prstGeom prst="ellipse">
            <a:avLst/>
          </a:prstGeom>
          <a:solidFill>
            <a:srgbClr val="3A6B35"/>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uNone/>
            </a:pPr>
            <a:r>
              <a:rPr lang="en-US" sz="1200" b="1">
                <a:solidFill>
                  <a:srgbClr val="FFFFFF"/>
                </a:solidFill>
                <a:effectLst/>
                <a:latin typeface="Calibri" panose="020F0502020204030204" pitchFamily="34" charset="0"/>
              </a:rPr>
              <a:t>2</a:t>
            </a:r>
          </a:p>
          <a:p>
            <a:pPr algn="ctr">
              <a:buNone/>
            </a:pPr>
            <a:r>
              <a:rPr lang="en-US" sz="100">
                <a:effectLst/>
              </a:rPr>
              <a:t> </a:t>
            </a:r>
            <a:endParaRPr lang="en-US"/>
          </a:p>
        </p:txBody>
      </p:sp>
      <p:sp>
        <p:nvSpPr>
          <p:cNvPr id="1301" name="Rectangle 1300">
            <a:extLst>
              <a:ext uri="{FF2B5EF4-FFF2-40B4-BE49-F238E27FC236}">
                <a16:creationId xmlns:a16="http://schemas.microsoft.com/office/drawing/2014/main" id="{8F0C078E-3245-A1B0-14C6-EBEA2BF093F2}"/>
              </a:ext>
            </a:extLst>
          </p:cNvPr>
          <p:cNvSpPr/>
          <p:nvPr/>
        </p:nvSpPr>
        <p:spPr>
          <a:xfrm>
            <a:off x="5074920" y="1965960"/>
            <a:ext cx="38404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600" b="1">
                <a:solidFill>
                  <a:srgbClr val="1F2933"/>
                </a:solidFill>
                <a:effectLst/>
                <a:latin typeface="Calibri" panose="020F0502020204030204" pitchFamily="34" charset="0"/>
              </a:rPr>
              <a:t>Price</a:t>
            </a:r>
          </a:p>
          <a:p>
            <a:pPr algn="l">
              <a:buNone/>
            </a:pPr>
            <a:r>
              <a:rPr lang="en-US" sz="100">
                <a:effectLst/>
              </a:rPr>
              <a:t> </a:t>
            </a:r>
            <a:endParaRPr lang="en-US"/>
          </a:p>
        </p:txBody>
      </p:sp>
      <p:sp>
        <p:nvSpPr>
          <p:cNvPr id="1311" name="Rectangle 1310">
            <a:extLst>
              <a:ext uri="{FF2B5EF4-FFF2-40B4-BE49-F238E27FC236}">
                <a16:creationId xmlns:a16="http://schemas.microsoft.com/office/drawing/2014/main" id="{5462C3FC-ADED-7BE4-8763-432156728B07}"/>
              </a:ext>
            </a:extLst>
          </p:cNvPr>
          <p:cNvSpPr/>
          <p:nvPr/>
        </p:nvSpPr>
        <p:spPr>
          <a:xfrm>
            <a:off x="5074920" y="2377440"/>
            <a:ext cx="3840480" cy="548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52606D"/>
                </a:solidFill>
                <a:effectLst/>
                <a:latin typeface="Calibri" panose="020F0502020204030204" pitchFamily="34" charset="0"/>
              </a:rPr>
              <a:t>Apply the correct model/version rate, currency, and pricing date</a:t>
            </a:r>
          </a:p>
          <a:p>
            <a:pPr algn="l">
              <a:buNone/>
            </a:pPr>
            <a:r>
              <a:rPr lang="en-US" sz="100">
                <a:effectLst/>
              </a:rPr>
              <a:t> </a:t>
            </a:r>
            <a:endParaRPr lang="en-US"/>
          </a:p>
        </p:txBody>
      </p:sp>
      <p:sp>
        <p:nvSpPr>
          <p:cNvPr id="1322" name="Oval 1321">
            <a:extLst>
              <a:ext uri="{FF2B5EF4-FFF2-40B4-BE49-F238E27FC236}">
                <a16:creationId xmlns:a16="http://schemas.microsoft.com/office/drawing/2014/main" id="{A00814DC-227B-0A78-6AE7-4021DE4D98F2}"/>
              </a:ext>
            </a:extLst>
          </p:cNvPr>
          <p:cNvSpPr/>
          <p:nvPr/>
        </p:nvSpPr>
        <p:spPr>
          <a:xfrm>
            <a:off x="457200" y="3246120"/>
            <a:ext cx="365760" cy="365760"/>
          </a:xfrm>
          <a:prstGeom prst="ellipse">
            <a:avLst/>
          </a:prstGeom>
          <a:solidFill>
            <a:srgbClr val="3A6B35"/>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uNone/>
            </a:pPr>
            <a:r>
              <a:rPr lang="en-US" sz="1200" b="1">
                <a:solidFill>
                  <a:srgbClr val="FFFFFF"/>
                </a:solidFill>
                <a:effectLst/>
                <a:latin typeface="Calibri" panose="020F0502020204030204" pitchFamily="34" charset="0"/>
              </a:rPr>
              <a:t>3</a:t>
            </a:r>
          </a:p>
          <a:p>
            <a:pPr algn="ctr">
              <a:buNone/>
            </a:pPr>
            <a:r>
              <a:rPr lang="en-US" sz="100">
                <a:effectLst/>
              </a:rPr>
              <a:t> </a:t>
            </a:r>
            <a:endParaRPr lang="en-US"/>
          </a:p>
        </p:txBody>
      </p:sp>
      <p:sp>
        <p:nvSpPr>
          <p:cNvPr id="1334" name="Rectangle 1333">
            <a:extLst>
              <a:ext uri="{FF2B5EF4-FFF2-40B4-BE49-F238E27FC236}">
                <a16:creationId xmlns:a16="http://schemas.microsoft.com/office/drawing/2014/main" id="{D41F1FC8-B137-5646-D60F-3E0A94BE213D}"/>
              </a:ext>
            </a:extLst>
          </p:cNvPr>
          <p:cNvSpPr/>
          <p:nvPr/>
        </p:nvSpPr>
        <p:spPr>
          <a:xfrm>
            <a:off x="868680" y="3246120"/>
            <a:ext cx="38404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600" b="1">
                <a:solidFill>
                  <a:srgbClr val="1F2933"/>
                </a:solidFill>
                <a:effectLst/>
                <a:latin typeface="Calibri" panose="020F0502020204030204" pitchFamily="34" charset="0"/>
              </a:rPr>
              <a:t>Whole-system cost</a:t>
            </a:r>
          </a:p>
          <a:p>
            <a:pPr algn="l">
              <a:buNone/>
            </a:pPr>
            <a:r>
              <a:rPr lang="en-US" sz="100">
                <a:effectLst/>
              </a:rPr>
              <a:t> </a:t>
            </a:r>
            <a:endParaRPr lang="en-US"/>
          </a:p>
        </p:txBody>
      </p:sp>
      <p:sp>
        <p:nvSpPr>
          <p:cNvPr id="1347" name="Rectangle 1346">
            <a:extLst>
              <a:ext uri="{FF2B5EF4-FFF2-40B4-BE49-F238E27FC236}">
                <a16:creationId xmlns:a16="http://schemas.microsoft.com/office/drawing/2014/main" id="{8EB21A31-9669-17FE-9C18-F1D653B573E3}"/>
              </a:ext>
            </a:extLst>
          </p:cNvPr>
          <p:cNvSpPr/>
          <p:nvPr/>
        </p:nvSpPr>
        <p:spPr>
          <a:xfrm>
            <a:off x="868680" y="3657600"/>
            <a:ext cx="3840480" cy="548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52606D"/>
                </a:solidFill>
                <a:effectLst/>
                <a:latin typeface="Calibri" panose="020F0502020204030204" pitchFamily="34" charset="0"/>
              </a:rPr>
              <a:t>Add retrieval, tools, telemetry, evaluation, and hosting</a:t>
            </a:r>
          </a:p>
          <a:p>
            <a:pPr algn="l">
              <a:buNone/>
            </a:pPr>
            <a:r>
              <a:rPr lang="en-US" sz="100">
                <a:effectLst/>
              </a:rPr>
              <a:t> </a:t>
            </a:r>
            <a:endParaRPr lang="en-US"/>
          </a:p>
        </p:txBody>
      </p:sp>
      <p:sp>
        <p:nvSpPr>
          <p:cNvPr id="1361" name="Oval 1360">
            <a:extLst>
              <a:ext uri="{FF2B5EF4-FFF2-40B4-BE49-F238E27FC236}">
                <a16:creationId xmlns:a16="http://schemas.microsoft.com/office/drawing/2014/main" id="{E7719C90-A1CD-0674-24E9-FB4C8009E747}"/>
              </a:ext>
            </a:extLst>
          </p:cNvPr>
          <p:cNvSpPr/>
          <p:nvPr/>
        </p:nvSpPr>
        <p:spPr>
          <a:xfrm>
            <a:off x="4663440" y="3246120"/>
            <a:ext cx="365760" cy="365760"/>
          </a:xfrm>
          <a:prstGeom prst="ellipse">
            <a:avLst/>
          </a:prstGeom>
          <a:solidFill>
            <a:srgbClr val="3A6B35"/>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uNone/>
            </a:pPr>
            <a:r>
              <a:rPr lang="en-US" sz="1200" b="1">
                <a:solidFill>
                  <a:srgbClr val="FFFFFF"/>
                </a:solidFill>
                <a:effectLst/>
                <a:latin typeface="Calibri" panose="020F0502020204030204" pitchFamily="34" charset="0"/>
              </a:rPr>
              <a:t>4</a:t>
            </a:r>
          </a:p>
          <a:p>
            <a:pPr algn="ctr">
              <a:buNone/>
            </a:pPr>
            <a:r>
              <a:rPr lang="en-US" sz="100">
                <a:effectLst/>
              </a:rPr>
              <a:t> </a:t>
            </a:r>
            <a:endParaRPr lang="en-US"/>
          </a:p>
        </p:txBody>
      </p:sp>
      <p:sp>
        <p:nvSpPr>
          <p:cNvPr id="1376" name="Rectangle 1375">
            <a:extLst>
              <a:ext uri="{FF2B5EF4-FFF2-40B4-BE49-F238E27FC236}">
                <a16:creationId xmlns:a16="http://schemas.microsoft.com/office/drawing/2014/main" id="{25717CA5-E87F-5586-0557-AD50D7A85336}"/>
              </a:ext>
            </a:extLst>
          </p:cNvPr>
          <p:cNvSpPr/>
          <p:nvPr/>
        </p:nvSpPr>
        <p:spPr>
          <a:xfrm>
            <a:off x="5074920" y="3246120"/>
            <a:ext cx="38404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600" b="1">
                <a:solidFill>
                  <a:srgbClr val="1F2933"/>
                </a:solidFill>
                <a:effectLst/>
                <a:latin typeface="Calibri" panose="020F0502020204030204" pitchFamily="34" charset="0"/>
              </a:rPr>
              <a:t>Efficiency</a:t>
            </a:r>
          </a:p>
          <a:p>
            <a:pPr algn="l">
              <a:buNone/>
            </a:pPr>
            <a:r>
              <a:rPr lang="en-US" sz="100">
                <a:effectLst/>
              </a:rPr>
              <a:t> </a:t>
            </a:r>
            <a:endParaRPr lang="en-US"/>
          </a:p>
        </p:txBody>
      </p:sp>
      <p:sp>
        <p:nvSpPr>
          <p:cNvPr id="1392" name="Rectangle 1391">
            <a:extLst>
              <a:ext uri="{FF2B5EF4-FFF2-40B4-BE49-F238E27FC236}">
                <a16:creationId xmlns:a16="http://schemas.microsoft.com/office/drawing/2014/main" id="{D7C9E60E-C204-E31F-3A26-8D99805F0619}"/>
              </a:ext>
            </a:extLst>
          </p:cNvPr>
          <p:cNvSpPr/>
          <p:nvPr/>
        </p:nvSpPr>
        <p:spPr>
          <a:xfrm>
            <a:off x="5074920" y="3657600"/>
            <a:ext cx="3840480" cy="548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52606D"/>
                </a:solidFill>
                <a:effectLst/>
                <a:latin typeface="Calibri" panose="020F0502020204030204" pitchFamily="34" charset="0"/>
              </a:rPr>
              <a:t>Compare cost per accepted outcome, not tokens per request alone</a:t>
            </a:r>
          </a:p>
          <a:p>
            <a:pPr algn="l">
              <a:buNone/>
            </a:pPr>
            <a:r>
              <a:rPr lang="en-US" sz="100">
                <a:effectLst/>
              </a:rPr>
              <a:t> </a:t>
            </a:r>
            <a:endParaRPr lang="en-US"/>
          </a:p>
        </p:txBody>
      </p:sp>
      <p:sp>
        <p:nvSpPr>
          <p:cNvPr id="1409" name="Rectangle 1408">
            <a:extLst>
              <a:ext uri="{FF2B5EF4-FFF2-40B4-BE49-F238E27FC236}">
                <a16:creationId xmlns:a16="http://schemas.microsoft.com/office/drawing/2014/main" id="{43358DEF-D6B1-E0E7-F887-55787237BED7}"/>
              </a:ext>
            </a:extLst>
          </p:cNvPr>
          <p:cNvSpPr/>
          <p:nvPr/>
        </p:nvSpPr>
        <p:spPr>
          <a:xfrm>
            <a:off x="365760" y="4480560"/>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i="1">
                <a:solidFill>
                  <a:srgbClr val="52606D"/>
                </a:solidFill>
                <a:effectLst/>
                <a:latin typeface="Calibri" panose="020F0502020204030204" pitchFamily="34" charset="0"/>
              </a:rPr>
              <a:t>With zero successes, cost per successful outcome is undefined — not zero.</a:t>
            </a:r>
          </a:p>
          <a:p>
            <a:pPr algn="l">
              <a:buNone/>
            </a:pPr>
            <a:r>
              <a:rPr lang="en-US" sz="100">
                <a:effectLst/>
              </a:rPr>
              <a:t> </a:t>
            </a:r>
            <a:endParaRPr lang="en-US"/>
          </a:p>
        </p:txBody>
      </p:sp>
      <p:sp>
        <p:nvSpPr>
          <p:cNvPr id="1427" name="Rectangle 1426">
            <a:extLst>
              <a:ext uri="{FF2B5EF4-FFF2-40B4-BE49-F238E27FC236}">
                <a16:creationId xmlns:a16="http://schemas.microsoft.com/office/drawing/2014/main" id="{F244E4DE-3504-C373-3A6D-B54CFC2C3E53}"/>
              </a:ext>
            </a:extLst>
          </p:cNvPr>
          <p:cNvSpPr/>
          <p:nvPr/>
        </p:nvSpPr>
        <p:spPr>
          <a:xfrm>
            <a:off x="365760" y="4823460"/>
            <a:ext cx="566928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52606D"/>
                </a:solidFill>
                <a:effectLst/>
                <a:latin typeface="Calibri" panose="020F0502020204030204" pitchFamily="34" charset="0"/>
              </a:rPr>
              <a:t>Cost &amp; Routing  ·  Microsoft Agent Framework</a:t>
            </a:r>
          </a:p>
          <a:p>
            <a:pPr algn="l">
              <a:buNone/>
            </a:pPr>
            <a:r>
              <a:rPr lang="en-US" sz="100">
                <a:effectLst/>
              </a:rPr>
              <a:t> </a:t>
            </a:r>
            <a:endParaRPr lang="en-US"/>
          </a:p>
        </p:txBody>
      </p:sp>
      <p:sp>
        <p:nvSpPr>
          <p:cNvPr id="1446" name="Rectangle 1445">
            <a:extLst>
              <a:ext uri="{FF2B5EF4-FFF2-40B4-BE49-F238E27FC236}">
                <a16:creationId xmlns:a16="http://schemas.microsoft.com/office/drawing/2014/main" id="{F0972B17-5236-74E1-4F5F-97016EBB181D}"/>
              </a:ext>
            </a:extLst>
          </p:cNvPr>
          <p:cNvSpPr/>
          <p:nvPr/>
        </p:nvSpPr>
        <p:spPr>
          <a:xfrm>
            <a:off x="7680960" y="4823460"/>
            <a:ext cx="128016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buNone/>
            </a:pPr>
            <a:r>
              <a:rPr lang="en-US" sz="1200">
                <a:solidFill>
                  <a:srgbClr val="52606D"/>
                </a:solidFill>
                <a:effectLst/>
                <a:latin typeface="Calibri" panose="020F0502020204030204" pitchFamily="34" charset="0"/>
              </a:rPr>
              <a:t>5 / 11</a:t>
            </a:r>
          </a:p>
          <a:p>
            <a:pPr algn="r">
              <a:buNone/>
            </a:pPr>
            <a:r>
              <a:rPr lang="en-US" sz="100">
                <a:effectLst/>
              </a:rPr>
              <a:t> </a:t>
            </a:r>
            <a:endParaRPr lang="en-US"/>
          </a:p>
        </p:txBody>
      </p:sp>
    </p:spTree>
    <p:extLst>
      <p:ext uri="{BB962C8B-B14F-4D97-AF65-F5344CB8AC3E}">
        <p14:creationId xmlns:p14="http://schemas.microsoft.com/office/powerpoint/2010/main" val="6197880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47" name="Rectangle 1446">
            <a:extLst>
              <a:ext uri="{FF2B5EF4-FFF2-40B4-BE49-F238E27FC236}">
                <a16:creationId xmlns:a16="http://schemas.microsoft.com/office/drawing/2014/main" id="{7C9A62E6-CFCD-7307-12F0-5589CDBD4C23}"/>
              </a:ext>
            </a:extLst>
          </p:cNvPr>
          <p:cNvSpPr/>
          <p:nvPr/>
        </p:nvSpPr>
        <p:spPr>
          <a:xfrm>
            <a:off x="365760" y="292608"/>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spc="400">
                <a:solidFill>
                  <a:srgbClr val="3A6B35"/>
                </a:solidFill>
                <a:effectLst/>
                <a:latin typeface="Calibri" panose="020F0502020204030204" pitchFamily="34" charset="0"/>
              </a:rPr>
              <a:t>TWO DIFFERENT MECHANISMS</a:t>
            </a:r>
          </a:p>
          <a:p>
            <a:pPr algn="l">
              <a:buNone/>
            </a:pPr>
            <a:r>
              <a:rPr lang="en-US" sz="100">
                <a:effectLst/>
              </a:rPr>
              <a:t> </a:t>
            </a:r>
            <a:endParaRPr lang="en-US"/>
          </a:p>
        </p:txBody>
      </p:sp>
      <p:sp>
        <p:nvSpPr>
          <p:cNvPr id="1449" name="Rectangle 1448">
            <a:extLst>
              <a:ext uri="{FF2B5EF4-FFF2-40B4-BE49-F238E27FC236}">
                <a16:creationId xmlns:a16="http://schemas.microsoft.com/office/drawing/2014/main" id="{B17E5D85-1B03-8232-F8DE-355A1F4D7EB1}"/>
              </a:ext>
            </a:extLst>
          </p:cNvPr>
          <p:cNvSpPr/>
          <p:nvPr/>
        </p:nvSpPr>
        <p:spPr>
          <a:xfrm>
            <a:off x="365760" y="566928"/>
            <a:ext cx="84124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2800" b="1">
                <a:solidFill>
                  <a:srgbClr val="1F2933"/>
                </a:solidFill>
                <a:effectLst/>
                <a:latin typeface="Calibri" panose="020F0502020204030204" pitchFamily="34" charset="0"/>
              </a:rPr>
              <a:t>Prompt cache is not response cache</a:t>
            </a:r>
          </a:p>
          <a:p>
            <a:pPr algn="l">
              <a:buNone/>
            </a:pPr>
            <a:r>
              <a:rPr lang="en-US" sz="100">
                <a:effectLst/>
              </a:rPr>
              <a:t> </a:t>
            </a:r>
            <a:endParaRPr lang="en-US"/>
          </a:p>
        </p:txBody>
      </p:sp>
      <p:sp>
        <p:nvSpPr>
          <p:cNvPr id="1452" name="Rectangle 1451">
            <a:extLst>
              <a:ext uri="{FF2B5EF4-FFF2-40B4-BE49-F238E27FC236}">
                <a16:creationId xmlns:a16="http://schemas.microsoft.com/office/drawing/2014/main" id="{A0AC3A03-BDF0-8F01-E9C9-F05E632B1C14}"/>
              </a:ext>
            </a:extLst>
          </p:cNvPr>
          <p:cNvSpPr/>
          <p:nvPr/>
        </p:nvSpPr>
        <p:spPr>
          <a:xfrm>
            <a:off x="457200" y="1225296"/>
            <a:ext cx="731520" cy="25400"/>
          </a:xfrm>
          <a:prstGeom prst="rect">
            <a:avLst/>
          </a:prstGeom>
          <a:solidFill>
            <a:srgbClr val="3A6B35"/>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56" name="Rectangle 1455">
            <a:extLst>
              <a:ext uri="{FF2B5EF4-FFF2-40B4-BE49-F238E27FC236}">
                <a16:creationId xmlns:a16="http://schemas.microsoft.com/office/drawing/2014/main" id="{226FD5D6-1549-91BA-86DC-690FDC6FD527}"/>
              </a:ext>
            </a:extLst>
          </p:cNvPr>
          <p:cNvSpPr/>
          <p:nvPr/>
        </p:nvSpPr>
        <p:spPr>
          <a:xfrm>
            <a:off x="365760" y="1417320"/>
            <a:ext cx="84124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300">
                <a:solidFill>
                  <a:srgbClr val="52606D"/>
                </a:solidFill>
                <a:effectLst/>
                <a:latin typeface="Calibri" panose="020F0502020204030204" pitchFamily="34" charset="0"/>
              </a:rPr>
              <a:t>One reuses computation; the other reuses an answer you stored and must now govern.</a:t>
            </a:r>
          </a:p>
          <a:p>
            <a:pPr algn="l">
              <a:buNone/>
            </a:pPr>
            <a:r>
              <a:rPr lang="en-US" sz="100">
                <a:effectLst/>
              </a:rPr>
              <a:t> </a:t>
            </a:r>
            <a:endParaRPr lang="en-US"/>
          </a:p>
        </p:txBody>
      </p:sp>
      <p:sp>
        <p:nvSpPr>
          <p:cNvPr id="1461" name="Rectangle 1460">
            <a:extLst>
              <a:ext uri="{FF2B5EF4-FFF2-40B4-BE49-F238E27FC236}">
                <a16:creationId xmlns:a16="http://schemas.microsoft.com/office/drawing/2014/main" id="{F07C65EA-A2DC-E33C-14A3-81B85616994D}"/>
              </a:ext>
            </a:extLst>
          </p:cNvPr>
          <p:cNvSpPr/>
          <p:nvPr/>
        </p:nvSpPr>
        <p:spPr>
          <a:xfrm>
            <a:off x="457200" y="1965960"/>
            <a:ext cx="3977640" cy="2423160"/>
          </a:xfrm>
          <a:prstGeom prst="rect">
            <a:avLst/>
          </a:prstGeom>
          <a:solidFill>
            <a:srgbClr val="FFFFFF"/>
          </a:solidFill>
          <a:ln w="9525">
            <a:solidFill>
              <a:srgbClr val="E2E8DE"/>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7" name="Rectangle 1466">
            <a:extLst>
              <a:ext uri="{FF2B5EF4-FFF2-40B4-BE49-F238E27FC236}">
                <a16:creationId xmlns:a16="http://schemas.microsoft.com/office/drawing/2014/main" id="{885C93E4-2B9D-8489-5013-64F59C0DB095}"/>
              </a:ext>
            </a:extLst>
          </p:cNvPr>
          <p:cNvSpPr/>
          <p:nvPr/>
        </p:nvSpPr>
        <p:spPr>
          <a:xfrm>
            <a:off x="1005840" y="2057400"/>
            <a:ext cx="333756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spc="200">
                <a:solidFill>
                  <a:srgbClr val="3A6B35"/>
                </a:solidFill>
                <a:effectLst/>
                <a:latin typeface="Calibri" panose="020F0502020204030204" pitchFamily="34" charset="0"/>
              </a:rPr>
              <a:t>PROMPT CACHE</a:t>
            </a:r>
          </a:p>
          <a:p>
            <a:pPr algn="l">
              <a:buNone/>
            </a:pPr>
            <a:r>
              <a:rPr lang="en-US" sz="100">
                <a:effectLst/>
              </a:rPr>
              <a:t> </a:t>
            </a:r>
            <a:endParaRPr lang="en-US"/>
          </a:p>
        </p:txBody>
      </p:sp>
      <p:sp>
        <p:nvSpPr>
          <p:cNvPr id="1474" name="Rectangle 1473">
            <a:extLst>
              <a:ext uri="{FF2B5EF4-FFF2-40B4-BE49-F238E27FC236}">
                <a16:creationId xmlns:a16="http://schemas.microsoft.com/office/drawing/2014/main" id="{9A79FBAE-B6D9-EB0A-4CE3-268C18417515}"/>
              </a:ext>
            </a:extLst>
          </p:cNvPr>
          <p:cNvSpPr/>
          <p:nvPr/>
        </p:nvSpPr>
        <p:spPr>
          <a:xfrm>
            <a:off x="594360" y="2423160"/>
            <a:ext cx="374904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600" b="1">
                <a:solidFill>
                  <a:srgbClr val="1F2933"/>
                </a:solidFill>
                <a:effectLst/>
                <a:latin typeface="Calibri" panose="020F0502020204030204" pitchFamily="34" charset="0"/>
              </a:rPr>
              <a:t>Prompt caching</a:t>
            </a:r>
          </a:p>
          <a:p>
            <a:pPr algn="l">
              <a:buNone/>
            </a:pPr>
            <a:r>
              <a:rPr lang="en-US" sz="100">
                <a:effectLst/>
              </a:rPr>
              <a:t> </a:t>
            </a:r>
            <a:endParaRPr lang="en-US"/>
          </a:p>
        </p:txBody>
      </p:sp>
      <p:sp>
        <p:nvSpPr>
          <p:cNvPr id="1482" name="Rectangle 1481">
            <a:extLst>
              <a:ext uri="{FF2B5EF4-FFF2-40B4-BE49-F238E27FC236}">
                <a16:creationId xmlns:a16="http://schemas.microsoft.com/office/drawing/2014/main" id="{1CFCECC3-9702-1A28-6AAD-7A70B5DBBA62}"/>
              </a:ext>
            </a:extLst>
          </p:cNvPr>
          <p:cNvSpPr/>
          <p:nvPr/>
        </p:nvSpPr>
        <p:spPr>
          <a:xfrm>
            <a:off x="685800" y="2743200"/>
            <a:ext cx="3566160" cy="9525"/>
          </a:xfrm>
          <a:prstGeom prst="rect">
            <a:avLst/>
          </a:prstGeom>
          <a:solidFill>
            <a:srgbClr val="E2E8DE"/>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91" name="Rectangle 1490">
            <a:extLst>
              <a:ext uri="{FF2B5EF4-FFF2-40B4-BE49-F238E27FC236}">
                <a16:creationId xmlns:a16="http://schemas.microsoft.com/office/drawing/2014/main" id="{BF197C88-D5CC-9C13-6B06-291B3378CDCB}"/>
              </a:ext>
            </a:extLst>
          </p:cNvPr>
          <p:cNvSpPr/>
          <p:nvPr/>
        </p:nvSpPr>
        <p:spPr>
          <a:xfrm>
            <a:off x="594360" y="2834640"/>
            <a:ext cx="3749040" cy="4114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Reuses computation for matching input prefixes</a:t>
            </a:r>
          </a:p>
          <a:p>
            <a:pPr algn="l">
              <a:buNone/>
            </a:pPr>
            <a:r>
              <a:rPr lang="en-US" sz="100">
                <a:effectLst/>
              </a:rPr>
              <a:t> </a:t>
            </a:r>
            <a:endParaRPr lang="en-US"/>
          </a:p>
        </p:txBody>
      </p:sp>
      <p:sp>
        <p:nvSpPr>
          <p:cNvPr id="1501" name="Rectangle 1500">
            <a:extLst>
              <a:ext uri="{FF2B5EF4-FFF2-40B4-BE49-F238E27FC236}">
                <a16:creationId xmlns:a16="http://schemas.microsoft.com/office/drawing/2014/main" id="{854BC387-7B2D-C53E-D0B0-431EF8C12789}"/>
              </a:ext>
            </a:extLst>
          </p:cNvPr>
          <p:cNvSpPr/>
          <p:nvPr/>
        </p:nvSpPr>
        <p:spPr>
          <a:xfrm>
            <a:off x="594360" y="3337560"/>
            <a:ext cx="3749040" cy="4114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Still generates a new model response</a:t>
            </a:r>
          </a:p>
          <a:p>
            <a:pPr algn="l">
              <a:buNone/>
            </a:pPr>
            <a:r>
              <a:rPr lang="en-US" sz="100">
                <a:effectLst/>
              </a:rPr>
              <a:t> </a:t>
            </a:r>
            <a:endParaRPr lang="en-US"/>
          </a:p>
        </p:txBody>
      </p:sp>
      <p:sp>
        <p:nvSpPr>
          <p:cNvPr id="1512" name="Rectangle 1511">
            <a:extLst>
              <a:ext uri="{FF2B5EF4-FFF2-40B4-BE49-F238E27FC236}">
                <a16:creationId xmlns:a16="http://schemas.microsoft.com/office/drawing/2014/main" id="{10D5E8CF-184C-4C59-2DED-D8EAA44EE18C}"/>
              </a:ext>
            </a:extLst>
          </p:cNvPr>
          <p:cNvSpPr/>
          <p:nvPr/>
        </p:nvSpPr>
        <p:spPr>
          <a:xfrm>
            <a:off x="594360" y="3840480"/>
            <a:ext cx="3749040" cy="5029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Observe cache-token fields; support and charges vary</a:t>
            </a:r>
          </a:p>
          <a:p>
            <a:pPr algn="l">
              <a:buNone/>
            </a:pPr>
            <a:r>
              <a:rPr lang="en-US" sz="100">
                <a:effectLst/>
              </a:rPr>
              <a:t> </a:t>
            </a:r>
            <a:endParaRPr lang="en-US"/>
          </a:p>
        </p:txBody>
      </p:sp>
      <p:sp>
        <p:nvSpPr>
          <p:cNvPr id="1524" name="Rectangle 1523">
            <a:extLst>
              <a:ext uri="{FF2B5EF4-FFF2-40B4-BE49-F238E27FC236}">
                <a16:creationId xmlns:a16="http://schemas.microsoft.com/office/drawing/2014/main" id="{C4E7E0F3-CAF1-E277-7073-87C262D1B243}"/>
              </a:ext>
            </a:extLst>
          </p:cNvPr>
          <p:cNvSpPr/>
          <p:nvPr/>
        </p:nvSpPr>
        <p:spPr>
          <a:xfrm>
            <a:off x="4709160" y="1965960"/>
            <a:ext cx="3977640" cy="2423160"/>
          </a:xfrm>
          <a:prstGeom prst="rect">
            <a:avLst/>
          </a:prstGeom>
          <a:solidFill>
            <a:srgbClr val="F5F8F3"/>
          </a:solidFill>
          <a:ln w="9525">
            <a:solidFill>
              <a:srgbClr val="E2E8DE"/>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7" name="Rectangle 1536">
            <a:extLst>
              <a:ext uri="{FF2B5EF4-FFF2-40B4-BE49-F238E27FC236}">
                <a16:creationId xmlns:a16="http://schemas.microsoft.com/office/drawing/2014/main" id="{FC3ED1F5-9FE0-6CFA-4AD7-C74ECCA989A9}"/>
              </a:ext>
            </a:extLst>
          </p:cNvPr>
          <p:cNvSpPr/>
          <p:nvPr/>
        </p:nvSpPr>
        <p:spPr>
          <a:xfrm>
            <a:off x="5257800" y="2057400"/>
            <a:ext cx="333756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spc="200">
                <a:solidFill>
                  <a:srgbClr val="3A6B35"/>
                </a:solidFill>
                <a:effectLst/>
                <a:latin typeface="Calibri" panose="020F0502020204030204" pitchFamily="34" charset="0"/>
              </a:rPr>
              <a:t>RESPONSE CACHE</a:t>
            </a:r>
          </a:p>
          <a:p>
            <a:pPr algn="l">
              <a:buNone/>
            </a:pPr>
            <a:r>
              <a:rPr lang="en-US" sz="100">
                <a:effectLst/>
              </a:rPr>
              <a:t> </a:t>
            </a:r>
            <a:endParaRPr lang="en-US"/>
          </a:p>
        </p:txBody>
      </p:sp>
      <p:sp>
        <p:nvSpPr>
          <p:cNvPr id="1551" name="Rectangle 1550">
            <a:extLst>
              <a:ext uri="{FF2B5EF4-FFF2-40B4-BE49-F238E27FC236}">
                <a16:creationId xmlns:a16="http://schemas.microsoft.com/office/drawing/2014/main" id="{3C258F9E-3220-6759-C705-7CAEADD64EF1}"/>
              </a:ext>
            </a:extLst>
          </p:cNvPr>
          <p:cNvSpPr/>
          <p:nvPr/>
        </p:nvSpPr>
        <p:spPr>
          <a:xfrm>
            <a:off x="4846320" y="2423160"/>
            <a:ext cx="374904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600" b="1">
                <a:solidFill>
                  <a:srgbClr val="1F2933"/>
                </a:solidFill>
                <a:effectLst/>
                <a:latin typeface="Calibri" panose="020F0502020204030204" pitchFamily="34" charset="0"/>
              </a:rPr>
              <a:t>Application response caching</a:t>
            </a:r>
          </a:p>
          <a:p>
            <a:pPr algn="l">
              <a:buNone/>
            </a:pPr>
            <a:r>
              <a:rPr lang="en-US" sz="100">
                <a:effectLst/>
              </a:rPr>
              <a:t> </a:t>
            </a:r>
            <a:endParaRPr lang="en-US"/>
          </a:p>
        </p:txBody>
      </p:sp>
      <p:sp>
        <p:nvSpPr>
          <p:cNvPr id="1566" name="Rectangle 1565">
            <a:extLst>
              <a:ext uri="{FF2B5EF4-FFF2-40B4-BE49-F238E27FC236}">
                <a16:creationId xmlns:a16="http://schemas.microsoft.com/office/drawing/2014/main" id="{B81D784B-0DF6-1B61-581A-F7C05B1A20AD}"/>
              </a:ext>
            </a:extLst>
          </p:cNvPr>
          <p:cNvSpPr/>
          <p:nvPr/>
        </p:nvSpPr>
        <p:spPr>
          <a:xfrm>
            <a:off x="4937760" y="2743200"/>
            <a:ext cx="3566160" cy="9525"/>
          </a:xfrm>
          <a:prstGeom prst="rect">
            <a:avLst/>
          </a:prstGeom>
          <a:solidFill>
            <a:srgbClr val="E2E8DE"/>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6" name="Rectangle 1635">
            <a:extLst>
              <a:ext uri="{FF2B5EF4-FFF2-40B4-BE49-F238E27FC236}">
                <a16:creationId xmlns:a16="http://schemas.microsoft.com/office/drawing/2014/main" id="{39C80548-9720-A717-8693-594BE8B61C86}"/>
              </a:ext>
            </a:extLst>
          </p:cNvPr>
          <p:cNvSpPr/>
          <p:nvPr/>
        </p:nvSpPr>
        <p:spPr>
          <a:xfrm>
            <a:off x="365760" y="4480560"/>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i="1">
                <a:solidFill>
                  <a:srgbClr val="52606D"/>
                </a:solidFill>
                <a:effectLst/>
                <a:latin typeface="Calibri" panose="020F0502020204030204" pitchFamily="34" charset="0"/>
              </a:rPr>
              <a:t>Cache support, retention, reads, writes, and charges are model- and deployment-specific.</a:t>
            </a:r>
          </a:p>
          <a:p>
            <a:pPr algn="l">
              <a:buNone/>
            </a:pPr>
            <a:r>
              <a:rPr lang="en-US" sz="100">
                <a:effectLst/>
              </a:rPr>
              <a:t> </a:t>
            </a:r>
            <a:endParaRPr lang="en-US"/>
          </a:p>
        </p:txBody>
      </p:sp>
      <p:sp>
        <p:nvSpPr>
          <p:cNvPr id="1656" name="Rectangle 1655">
            <a:extLst>
              <a:ext uri="{FF2B5EF4-FFF2-40B4-BE49-F238E27FC236}">
                <a16:creationId xmlns:a16="http://schemas.microsoft.com/office/drawing/2014/main" id="{4CB47D81-4D76-242D-A41E-DF45135B0B29}"/>
              </a:ext>
            </a:extLst>
          </p:cNvPr>
          <p:cNvSpPr/>
          <p:nvPr/>
        </p:nvSpPr>
        <p:spPr>
          <a:xfrm>
            <a:off x="365760" y="4823460"/>
            <a:ext cx="566928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52606D"/>
                </a:solidFill>
                <a:effectLst/>
                <a:latin typeface="Calibri" panose="020F0502020204030204" pitchFamily="34" charset="0"/>
              </a:rPr>
              <a:t>Cost &amp; Routing  ·  Microsoft Agent Framework</a:t>
            </a:r>
          </a:p>
          <a:p>
            <a:pPr algn="l">
              <a:buNone/>
            </a:pPr>
            <a:r>
              <a:rPr lang="en-US" sz="100">
                <a:effectLst/>
              </a:rPr>
              <a:t> </a:t>
            </a:r>
            <a:endParaRPr lang="en-US"/>
          </a:p>
        </p:txBody>
      </p:sp>
      <p:sp>
        <p:nvSpPr>
          <p:cNvPr id="1677" name="Rectangle 1676">
            <a:extLst>
              <a:ext uri="{FF2B5EF4-FFF2-40B4-BE49-F238E27FC236}">
                <a16:creationId xmlns:a16="http://schemas.microsoft.com/office/drawing/2014/main" id="{41CB9C5B-76D3-39AA-355B-C3E04550A187}"/>
              </a:ext>
            </a:extLst>
          </p:cNvPr>
          <p:cNvSpPr/>
          <p:nvPr/>
        </p:nvSpPr>
        <p:spPr>
          <a:xfrm>
            <a:off x="7680960" y="4823460"/>
            <a:ext cx="128016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buNone/>
            </a:pPr>
            <a:r>
              <a:rPr lang="en-US" sz="1200">
                <a:solidFill>
                  <a:srgbClr val="52606D"/>
                </a:solidFill>
                <a:effectLst/>
                <a:latin typeface="Calibri" panose="020F0502020204030204" pitchFamily="34" charset="0"/>
              </a:rPr>
              <a:t>6 / 11</a:t>
            </a:r>
          </a:p>
          <a:p>
            <a:pPr algn="r">
              <a:buNone/>
            </a:pPr>
            <a:r>
              <a:rPr lang="en-US" sz="100">
                <a:effectLst/>
              </a:rPr>
              <a:t> </a:t>
            </a:r>
            <a:endParaRPr lang="en-US"/>
          </a:p>
        </p:txBody>
      </p:sp>
      <p:pic>
        <p:nvPicPr>
          <p:cNvPr id="1678" name="Picture 1677" descr="working/ic4/i7.png">
            <a:extLst>
              <a:ext uri="{FF2B5EF4-FFF2-40B4-BE49-F238E27FC236}">
                <a16:creationId xmlns:a16="http://schemas.microsoft.com/office/drawing/2014/main" id="{AAFE396F-5FC8-2F30-0FC3-1F7BCAD6A5ED}"/>
              </a:ext>
            </a:extLst>
          </p:cNvPr>
          <p:cNvPicPr>
            <a:picLocks noChangeAspect="1"/>
          </p:cNvPicPr>
          <p:nvPr/>
        </p:nvPicPr>
        <p:blipFill>
          <a:blip r:embed="rId3"/>
          <a:stretch>
            <a:fillRect/>
          </a:stretch>
        </p:blipFill>
        <p:spPr>
          <a:xfrm>
            <a:off x="685800" y="2057400"/>
            <a:ext cx="320040" cy="320040"/>
          </a:xfrm>
          <a:prstGeom prst="rect">
            <a:avLst/>
          </a:prstGeom>
        </p:spPr>
      </p:pic>
      <p:pic>
        <p:nvPicPr>
          <p:cNvPr id="1679" name="Picture 1678" descr="working/ic4/i19.png">
            <a:extLst>
              <a:ext uri="{FF2B5EF4-FFF2-40B4-BE49-F238E27FC236}">
                <a16:creationId xmlns:a16="http://schemas.microsoft.com/office/drawing/2014/main" id="{8E869947-0992-FF55-07E7-D458FE23FFCF}"/>
              </a:ext>
            </a:extLst>
          </p:cNvPr>
          <p:cNvPicPr>
            <a:picLocks noChangeAspect="1"/>
          </p:cNvPicPr>
          <p:nvPr/>
        </p:nvPicPr>
        <p:blipFill>
          <a:blip r:embed="rId4"/>
          <a:stretch>
            <a:fillRect/>
          </a:stretch>
        </p:blipFill>
        <p:spPr>
          <a:xfrm>
            <a:off x="4937760" y="2057400"/>
            <a:ext cx="320040" cy="320040"/>
          </a:xfrm>
          <a:prstGeom prst="rect">
            <a:avLst/>
          </a:prstGeom>
        </p:spPr>
      </p:pic>
      <p:sp>
        <p:nvSpPr>
          <p:cNvPr id="2900" name="Rectangle 2899">
            <a:extLst>
              <a:ext uri="{FF2B5EF4-FFF2-40B4-BE49-F238E27FC236}">
                <a16:creationId xmlns:a16="http://schemas.microsoft.com/office/drawing/2014/main" id="{233BCF42-4E3F-D0CD-4038-6DAAB620E852}"/>
              </a:ext>
            </a:extLst>
          </p:cNvPr>
          <p:cNvSpPr/>
          <p:nvPr/>
        </p:nvSpPr>
        <p:spPr>
          <a:xfrm>
            <a:off x="4846320" y="2834640"/>
            <a:ext cx="3749040" cy="4114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Reuses a previously stored final answer</a:t>
            </a:r>
          </a:p>
          <a:p>
            <a:pPr algn="l">
              <a:buNone/>
            </a:pPr>
            <a:r>
              <a:rPr lang="en-US" sz="100">
                <a:effectLst/>
              </a:rPr>
              <a:t> </a:t>
            </a:r>
            <a:endParaRPr lang="en-US"/>
          </a:p>
        </p:txBody>
      </p:sp>
      <p:sp>
        <p:nvSpPr>
          <p:cNvPr id="2905" name="Rectangle 2904">
            <a:extLst>
              <a:ext uri="{FF2B5EF4-FFF2-40B4-BE49-F238E27FC236}">
                <a16:creationId xmlns:a16="http://schemas.microsoft.com/office/drawing/2014/main" id="{9E7D04B8-9456-A5A4-8C35-83BB273A0DD0}"/>
              </a:ext>
            </a:extLst>
          </p:cNvPr>
          <p:cNvSpPr/>
          <p:nvPr/>
        </p:nvSpPr>
        <p:spPr>
          <a:xfrm>
            <a:off x="4846320" y="3337560"/>
            <a:ext cx="3749040" cy="5029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Must enforce freshness, tenant/user access, and invalidation</a:t>
            </a:r>
          </a:p>
          <a:p>
            <a:pPr algn="l">
              <a:buNone/>
            </a:pPr>
            <a:r>
              <a:rPr lang="en-US" sz="100">
                <a:effectLst/>
              </a:rPr>
              <a:t> </a:t>
            </a:r>
            <a:endParaRPr lang="en-US"/>
          </a:p>
        </p:txBody>
      </p:sp>
      <p:sp>
        <p:nvSpPr>
          <p:cNvPr id="2911" name="Rectangle 2910">
            <a:extLst>
              <a:ext uri="{FF2B5EF4-FFF2-40B4-BE49-F238E27FC236}">
                <a16:creationId xmlns:a16="http://schemas.microsoft.com/office/drawing/2014/main" id="{C39DC17C-7EA3-BF25-449C-DC9B7810E3BA}"/>
              </a:ext>
            </a:extLst>
          </p:cNvPr>
          <p:cNvSpPr/>
          <p:nvPr/>
        </p:nvSpPr>
        <p:spPr>
          <a:xfrm>
            <a:off x="4846320" y="3840480"/>
            <a:ext cx="3749040" cy="5029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An application architecture choice, not prompt caching</a:t>
            </a:r>
          </a:p>
          <a:p>
            <a:pPr algn="l">
              <a:buNone/>
            </a:pPr>
            <a:r>
              <a:rPr lang="en-US" sz="100">
                <a:effectLst/>
              </a:rPr>
              <a:t> </a:t>
            </a:r>
            <a:endParaRPr lang="en-US"/>
          </a:p>
        </p:txBody>
      </p:sp>
    </p:spTree>
    <p:extLst>
      <p:ext uri="{BB962C8B-B14F-4D97-AF65-F5344CB8AC3E}">
        <p14:creationId xmlns:p14="http://schemas.microsoft.com/office/powerpoint/2010/main" val="15749533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80" name="Rectangle 1679">
            <a:extLst>
              <a:ext uri="{FF2B5EF4-FFF2-40B4-BE49-F238E27FC236}">
                <a16:creationId xmlns:a16="http://schemas.microsoft.com/office/drawing/2014/main" id="{40F28136-DCC7-FD77-B755-7CFEFB6EEEC9}"/>
              </a:ext>
            </a:extLst>
          </p:cNvPr>
          <p:cNvSpPr/>
          <p:nvPr/>
        </p:nvSpPr>
        <p:spPr>
          <a:xfrm>
            <a:off x="365760" y="292608"/>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spc="400">
                <a:solidFill>
                  <a:srgbClr val="3A6B35"/>
                </a:solidFill>
                <a:effectLst/>
                <a:latin typeface="Calibri" panose="020F0502020204030204" pitchFamily="34" charset="0"/>
              </a:rPr>
              <a:t>THREE CONTROL POINTS</a:t>
            </a:r>
          </a:p>
          <a:p>
            <a:pPr algn="l">
              <a:buNone/>
            </a:pPr>
            <a:r>
              <a:rPr lang="en-US" sz="100">
                <a:effectLst/>
              </a:rPr>
              <a:t> </a:t>
            </a:r>
            <a:endParaRPr lang="en-US"/>
          </a:p>
        </p:txBody>
      </p:sp>
      <p:sp>
        <p:nvSpPr>
          <p:cNvPr id="1682" name="Rectangle 1681">
            <a:extLst>
              <a:ext uri="{FF2B5EF4-FFF2-40B4-BE49-F238E27FC236}">
                <a16:creationId xmlns:a16="http://schemas.microsoft.com/office/drawing/2014/main" id="{35EC68C1-5E71-E3BC-5194-BCC17B7233F5}"/>
              </a:ext>
            </a:extLst>
          </p:cNvPr>
          <p:cNvSpPr/>
          <p:nvPr/>
        </p:nvSpPr>
        <p:spPr>
          <a:xfrm>
            <a:off x="365760" y="566928"/>
            <a:ext cx="84124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2800" b="1">
                <a:solidFill>
                  <a:srgbClr val="1F2933"/>
                </a:solidFill>
                <a:effectLst/>
                <a:latin typeface="Calibri" panose="020F0502020204030204" pitchFamily="34" charset="0"/>
              </a:rPr>
              <a:t>Three model choices</a:t>
            </a:r>
          </a:p>
          <a:p>
            <a:pPr algn="l">
              <a:buNone/>
            </a:pPr>
            <a:r>
              <a:rPr lang="en-US" sz="100">
                <a:effectLst/>
              </a:rPr>
              <a:t> </a:t>
            </a:r>
            <a:endParaRPr lang="en-US"/>
          </a:p>
        </p:txBody>
      </p:sp>
      <p:sp>
        <p:nvSpPr>
          <p:cNvPr id="1685" name="Rectangle 1684">
            <a:extLst>
              <a:ext uri="{FF2B5EF4-FFF2-40B4-BE49-F238E27FC236}">
                <a16:creationId xmlns:a16="http://schemas.microsoft.com/office/drawing/2014/main" id="{0B416E50-3C41-1B1B-2EB5-105F651E063E}"/>
              </a:ext>
            </a:extLst>
          </p:cNvPr>
          <p:cNvSpPr/>
          <p:nvPr/>
        </p:nvSpPr>
        <p:spPr>
          <a:xfrm>
            <a:off x="457200" y="1225296"/>
            <a:ext cx="731520" cy="25400"/>
          </a:xfrm>
          <a:prstGeom prst="rect">
            <a:avLst/>
          </a:prstGeom>
          <a:solidFill>
            <a:srgbClr val="3A6B35"/>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89" name="Rectangle 1688">
            <a:extLst>
              <a:ext uri="{FF2B5EF4-FFF2-40B4-BE49-F238E27FC236}">
                <a16:creationId xmlns:a16="http://schemas.microsoft.com/office/drawing/2014/main" id="{D0C52D0A-D067-7AFD-9055-F16085BF0C7E}"/>
              </a:ext>
            </a:extLst>
          </p:cNvPr>
          <p:cNvSpPr/>
          <p:nvPr/>
        </p:nvSpPr>
        <p:spPr>
          <a:xfrm>
            <a:off x="365760" y="1417320"/>
            <a:ext cx="84124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300">
                <a:solidFill>
                  <a:srgbClr val="52606D"/>
                </a:solidFill>
                <a:effectLst/>
                <a:latin typeface="Calibri" panose="020F0502020204030204" pitchFamily="34" charset="0"/>
              </a:rPr>
              <a:t>Each one decides something different, at a different moment.</a:t>
            </a:r>
          </a:p>
          <a:p>
            <a:pPr algn="l">
              <a:buNone/>
            </a:pPr>
            <a:r>
              <a:rPr lang="en-US" sz="100">
                <a:effectLst/>
              </a:rPr>
              <a:t> </a:t>
            </a:r>
            <a:endParaRPr lang="en-US"/>
          </a:p>
        </p:txBody>
      </p:sp>
      <p:sp>
        <p:nvSpPr>
          <p:cNvPr id="1694" name="Rectangle 1693">
            <a:extLst>
              <a:ext uri="{FF2B5EF4-FFF2-40B4-BE49-F238E27FC236}">
                <a16:creationId xmlns:a16="http://schemas.microsoft.com/office/drawing/2014/main" id="{3CEE0323-7D2A-A153-AEDB-86D7FB9808CC}"/>
              </a:ext>
            </a:extLst>
          </p:cNvPr>
          <p:cNvSpPr/>
          <p:nvPr/>
        </p:nvSpPr>
        <p:spPr>
          <a:xfrm>
            <a:off x="457200" y="1965960"/>
            <a:ext cx="2651760" cy="2423160"/>
          </a:xfrm>
          <a:prstGeom prst="rect">
            <a:avLst/>
          </a:prstGeom>
          <a:solidFill>
            <a:srgbClr val="FFFFFF"/>
          </a:solidFill>
          <a:ln w="9525">
            <a:solidFill>
              <a:srgbClr val="E2E8DE"/>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00" name="Rectangle 1699">
            <a:extLst>
              <a:ext uri="{FF2B5EF4-FFF2-40B4-BE49-F238E27FC236}">
                <a16:creationId xmlns:a16="http://schemas.microsoft.com/office/drawing/2014/main" id="{BD5FC6A1-F5EB-8D4C-8BE0-BF91A5B99F04}"/>
              </a:ext>
            </a:extLst>
          </p:cNvPr>
          <p:cNvSpPr/>
          <p:nvPr/>
        </p:nvSpPr>
        <p:spPr>
          <a:xfrm>
            <a:off x="548640" y="2423160"/>
            <a:ext cx="2468880" cy="43616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spc="200">
                <a:solidFill>
                  <a:srgbClr val="3A6B35"/>
                </a:solidFill>
                <a:effectLst/>
                <a:latin typeface="Calibri" panose="020F0502020204030204" pitchFamily="34" charset="0"/>
              </a:rPr>
              <a:t>FIXED</a:t>
            </a:r>
          </a:p>
          <a:p>
            <a:pPr algn="l">
              <a:buNone/>
            </a:pPr>
            <a:r>
              <a:rPr lang="en-US" sz="100">
                <a:effectLst/>
              </a:rPr>
              <a:t> </a:t>
            </a:r>
            <a:endParaRPr lang="en-US"/>
          </a:p>
        </p:txBody>
      </p:sp>
      <p:sp>
        <p:nvSpPr>
          <p:cNvPr id="1707" name="Rectangle 1706">
            <a:extLst>
              <a:ext uri="{FF2B5EF4-FFF2-40B4-BE49-F238E27FC236}">
                <a16:creationId xmlns:a16="http://schemas.microsoft.com/office/drawing/2014/main" id="{D17C7B41-6238-737A-6A39-B5F0BAD1334E}"/>
              </a:ext>
            </a:extLst>
          </p:cNvPr>
          <p:cNvSpPr/>
          <p:nvPr/>
        </p:nvSpPr>
        <p:spPr>
          <a:xfrm>
            <a:off x="548640" y="2926080"/>
            <a:ext cx="2468880" cy="548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500" b="1">
                <a:solidFill>
                  <a:srgbClr val="1F2933"/>
                </a:solidFill>
                <a:effectLst/>
                <a:latin typeface="Calibri" panose="020F0502020204030204" pitchFamily="34" charset="0"/>
              </a:rPr>
              <a:t>Fixed deployment</a:t>
            </a:r>
          </a:p>
          <a:p>
            <a:pPr algn="l">
              <a:buNone/>
            </a:pPr>
            <a:r>
              <a:rPr lang="en-US" sz="100">
                <a:effectLst/>
              </a:rPr>
              <a:t> </a:t>
            </a:r>
            <a:endParaRPr lang="en-US"/>
          </a:p>
        </p:txBody>
      </p:sp>
      <p:sp>
        <p:nvSpPr>
          <p:cNvPr id="1715" name="Rectangle 1714">
            <a:extLst>
              <a:ext uri="{FF2B5EF4-FFF2-40B4-BE49-F238E27FC236}">
                <a16:creationId xmlns:a16="http://schemas.microsoft.com/office/drawing/2014/main" id="{E822B90A-91E2-C54A-CC9B-107C8A4699BD}"/>
              </a:ext>
            </a:extLst>
          </p:cNvPr>
          <p:cNvSpPr/>
          <p:nvPr/>
        </p:nvSpPr>
        <p:spPr>
          <a:xfrm>
            <a:off x="640080" y="3520440"/>
            <a:ext cx="2286000" cy="9525"/>
          </a:xfrm>
          <a:prstGeom prst="rect">
            <a:avLst/>
          </a:prstGeom>
          <a:solidFill>
            <a:srgbClr val="E2E8DE"/>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4" name="Rectangle 1723">
            <a:extLst>
              <a:ext uri="{FF2B5EF4-FFF2-40B4-BE49-F238E27FC236}">
                <a16:creationId xmlns:a16="http://schemas.microsoft.com/office/drawing/2014/main" id="{62E91C2D-302A-6655-A297-E2EDCB926974}"/>
              </a:ext>
            </a:extLst>
          </p:cNvPr>
          <p:cNvSpPr/>
          <p:nvPr/>
        </p:nvSpPr>
        <p:spPr>
          <a:xfrm>
            <a:off x="548640" y="3611880"/>
            <a:ext cx="2468880" cy="7315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52606D"/>
                </a:solidFill>
                <a:effectLst/>
                <a:latin typeface="Calibri" panose="020F0502020204030204" pitchFamily="34" charset="0"/>
              </a:rPr>
              <a:t>One known model handles every request; the simplest baseline</a:t>
            </a:r>
          </a:p>
          <a:p>
            <a:pPr algn="l">
              <a:buNone/>
            </a:pPr>
            <a:r>
              <a:rPr lang="en-US" sz="100">
                <a:effectLst/>
              </a:rPr>
              <a:t> </a:t>
            </a:r>
            <a:endParaRPr lang="en-US"/>
          </a:p>
        </p:txBody>
      </p:sp>
      <p:sp>
        <p:nvSpPr>
          <p:cNvPr id="1734" name="Rectangle 1733">
            <a:extLst>
              <a:ext uri="{FF2B5EF4-FFF2-40B4-BE49-F238E27FC236}">
                <a16:creationId xmlns:a16="http://schemas.microsoft.com/office/drawing/2014/main" id="{40EE9DA3-ED50-368A-B906-817080A3A328}"/>
              </a:ext>
            </a:extLst>
          </p:cNvPr>
          <p:cNvSpPr/>
          <p:nvPr/>
        </p:nvSpPr>
        <p:spPr>
          <a:xfrm>
            <a:off x="3246120" y="1965960"/>
            <a:ext cx="2651760" cy="2423160"/>
          </a:xfrm>
          <a:prstGeom prst="rect">
            <a:avLst/>
          </a:prstGeom>
          <a:solidFill>
            <a:srgbClr val="FFFFFF"/>
          </a:solidFill>
          <a:ln w="9525">
            <a:solidFill>
              <a:srgbClr val="E2E8DE"/>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5" name="Rectangle 1744">
            <a:extLst>
              <a:ext uri="{FF2B5EF4-FFF2-40B4-BE49-F238E27FC236}">
                <a16:creationId xmlns:a16="http://schemas.microsoft.com/office/drawing/2014/main" id="{7DAFDCE6-D5E6-ACC1-E047-FD58C3EC577B}"/>
              </a:ext>
            </a:extLst>
          </p:cNvPr>
          <p:cNvSpPr/>
          <p:nvPr/>
        </p:nvSpPr>
        <p:spPr>
          <a:xfrm>
            <a:off x="3337560" y="2423160"/>
            <a:ext cx="2468880" cy="43616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spc="200">
                <a:solidFill>
                  <a:srgbClr val="3A6B35"/>
                </a:solidFill>
                <a:effectLst/>
                <a:latin typeface="Calibri" panose="020F0502020204030204" pitchFamily="34" charset="0"/>
              </a:rPr>
              <a:t>ROUTED</a:t>
            </a:r>
          </a:p>
          <a:p>
            <a:pPr algn="l">
              <a:buNone/>
            </a:pPr>
            <a:r>
              <a:rPr lang="en-US" sz="100">
                <a:effectLst/>
              </a:rPr>
              <a:t> </a:t>
            </a:r>
            <a:endParaRPr lang="en-US"/>
          </a:p>
        </p:txBody>
      </p:sp>
      <p:sp>
        <p:nvSpPr>
          <p:cNvPr id="1757" name="Rectangle 1756">
            <a:extLst>
              <a:ext uri="{FF2B5EF4-FFF2-40B4-BE49-F238E27FC236}">
                <a16:creationId xmlns:a16="http://schemas.microsoft.com/office/drawing/2014/main" id="{EEB0F718-8C0C-A515-DF9F-2821FB448206}"/>
              </a:ext>
            </a:extLst>
          </p:cNvPr>
          <p:cNvSpPr/>
          <p:nvPr/>
        </p:nvSpPr>
        <p:spPr>
          <a:xfrm>
            <a:off x="3337560" y="2926080"/>
            <a:ext cx="2468880" cy="548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500" b="1">
                <a:solidFill>
                  <a:srgbClr val="1F2933"/>
                </a:solidFill>
                <a:effectLst/>
                <a:latin typeface="Calibri" panose="020F0502020204030204" pitchFamily="34" charset="0"/>
              </a:rPr>
              <a:t>Managed model router</a:t>
            </a:r>
          </a:p>
          <a:p>
            <a:pPr algn="l">
              <a:buNone/>
            </a:pPr>
            <a:r>
              <a:rPr lang="en-US" sz="100">
                <a:effectLst/>
              </a:rPr>
              <a:t> </a:t>
            </a:r>
            <a:endParaRPr lang="en-US"/>
          </a:p>
        </p:txBody>
      </p:sp>
      <p:sp>
        <p:nvSpPr>
          <p:cNvPr id="1770" name="Rectangle 1769">
            <a:extLst>
              <a:ext uri="{FF2B5EF4-FFF2-40B4-BE49-F238E27FC236}">
                <a16:creationId xmlns:a16="http://schemas.microsoft.com/office/drawing/2014/main" id="{132075C6-0C9D-1366-FD19-4AFB107D1B55}"/>
              </a:ext>
            </a:extLst>
          </p:cNvPr>
          <p:cNvSpPr/>
          <p:nvPr/>
        </p:nvSpPr>
        <p:spPr>
          <a:xfrm>
            <a:off x="3429000" y="3520440"/>
            <a:ext cx="2286000" cy="9525"/>
          </a:xfrm>
          <a:prstGeom prst="rect">
            <a:avLst/>
          </a:prstGeom>
          <a:solidFill>
            <a:srgbClr val="E2E8DE"/>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4" name="Rectangle 1783">
            <a:extLst>
              <a:ext uri="{FF2B5EF4-FFF2-40B4-BE49-F238E27FC236}">
                <a16:creationId xmlns:a16="http://schemas.microsoft.com/office/drawing/2014/main" id="{56689620-F3D3-EDEA-8AAD-17EF54C4E8D7}"/>
              </a:ext>
            </a:extLst>
          </p:cNvPr>
          <p:cNvSpPr/>
          <p:nvPr/>
        </p:nvSpPr>
        <p:spPr>
          <a:xfrm>
            <a:off x="3337560" y="3611880"/>
            <a:ext cx="2468880" cy="7315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52606D"/>
                </a:solidFill>
                <a:effectLst/>
                <a:latin typeface="Calibri" panose="020F0502020204030204" pitchFamily="34" charset="0"/>
              </a:rPr>
              <a:t>Selects an eligible model at request time, before generation</a:t>
            </a:r>
          </a:p>
          <a:p>
            <a:pPr algn="l">
              <a:buNone/>
            </a:pPr>
            <a:r>
              <a:rPr lang="en-US" sz="100">
                <a:effectLst/>
              </a:rPr>
              <a:t> </a:t>
            </a:r>
            <a:endParaRPr lang="en-US"/>
          </a:p>
        </p:txBody>
      </p:sp>
      <p:sp>
        <p:nvSpPr>
          <p:cNvPr id="1799" name="Rectangle 1798">
            <a:extLst>
              <a:ext uri="{FF2B5EF4-FFF2-40B4-BE49-F238E27FC236}">
                <a16:creationId xmlns:a16="http://schemas.microsoft.com/office/drawing/2014/main" id="{9A534FDB-61C3-6A2E-0A1B-16ABC69EFCAA}"/>
              </a:ext>
            </a:extLst>
          </p:cNvPr>
          <p:cNvSpPr/>
          <p:nvPr/>
        </p:nvSpPr>
        <p:spPr>
          <a:xfrm>
            <a:off x="6035040" y="1965960"/>
            <a:ext cx="2651760" cy="2423160"/>
          </a:xfrm>
          <a:prstGeom prst="rect">
            <a:avLst/>
          </a:prstGeom>
          <a:solidFill>
            <a:srgbClr val="FFFFFF"/>
          </a:solidFill>
          <a:ln w="9525">
            <a:solidFill>
              <a:srgbClr val="E2E8DE"/>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5" name="Rectangle 1814">
            <a:extLst>
              <a:ext uri="{FF2B5EF4-FFF2-40B4-BE49-F238E27FC236}">
                <a16:creationId xmlns:a16="http://schemas.microsoft.com/office/drawing/2014/main" id="{4EEC991E-DD09-9A2B-2C43-166889C66835}"/>
              </a:ext>
            </a:extLst>
          </p:cNvPr>
          <p:cNvSpPr/>
          <p:nvPr/>
        </p:nvSpPr>
        <p:spPr>
          <a:xfrm>
            <a:off x="6126480" y="2423160"/>
            <a:ext cx="2468880" cy="43616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spc="200">
                <a:solidFill>
                  <a:srgbClr val="3A6B35"/>
                </a:solidFill>
                <a:effectLst/>
                <a:latin typeface="Calibri" panose="020F0502020204030204" pitchFamily="34" charset="0"/>
              </a:rPr>
              <a:t>RETRIED</a:t>
            </a:r>
          </a:p>
          <a:p>
            <a:pPr algn="l">
              <a:buNone/>
            </a:pPr>
            <a:r>
              <a:rPr lang="en-US" sz="100">
                <a:effectLst/>
              </a:rPr>
              <a:t> </a:t>
            </a:r>
            <a:endParaRPr lang="en-US"/>
          </a:p>
        </p:txBody>
      </p:sp>
      <p:sp>
        <p:nvSpPr>
          <p:cNvPr id="1832" name="Rectangle 1831">
            <a:extLst>
              <a:ext uri="{FF2B5EF4-FFF2-40B4-BE49-F238E27FC236}">
                <a16:creationId xmlns:a16="http://schemas.microsoft.com/office/drawing/2014/main" id="{0C964D6E-B10E-9368-CF18-7BB7F4885364}"/>
              </a:ext>
            </a:extLst>
          </p:cNvPr>
          <p:cNvSpPr/>
          <p:nvPr/>
        </p:nvSpPr>
        <p:spPr>
          <a:xfrm>
            <a:off x="6126480" y="2926080"/>
            <a:ext cx="2468880" cy="548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500" b="1">
                <a:solidFill>
                  <a:srgbClr val="1F2933"/>
                </a:solidFill>
                <a:effectLst/>
                <a:latin typeface="Calibri" panose="020F0502020204030204" pitchFamily="34" charset="0"/>
              </a:rPr>
              <a:t>Application escalation</a:t>
            </a:r>
          </a:p>
          <a:p>
            <a:pPr algn="l">
              <a:buNone/>
            </a:pPr>
            <a:r>
              <a:rPr lang="en-US" sz="100">
                <a:effectLst/>
              </a:rPr>
              <a:t> </a:t>
            </a:r>
            <a:endParaRPr lang="en-US"/>
          </a:p>
        </p:txBody>
      </p:sp>
      <p:sp>
        <p:nvSpPr>
          <p:cNvPr id="1850" name="Rectangle 1849">
            <a:extLst>
              <a:ext uri="{FF2B5EF4-FFF2-40B4-BE49-F238E27FC236}">
                <a16:creationId xmlns:a16="http://schemas.microsoft.com/office/drawing/2014/main" id="{29B5C60E-8DC9-7535-61C8-5D0DD27E1011}"/>
              </a:ext>
            </a:extLst>
          </p:cNvPr>
          <p:cNvSpPr/>
          <p:nvPr/>
        </p:nvSpPr>
        <p:spPr>
          <a:xfrm>
            <a:off x="6217920" y="3520440"/>
            <a:ext cx="2286000" cy="9525"/>
          </a:xfrm>
          <a:prstGeom prst="rect">
            <a:avLst/>
          </a:prstGeom>
          <a:solidFill>
            <a:srgbClr val="E2E8DE"/>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9" name="Rectangle 1868">
            <a:extLst>
              <a:ext uri="{FF2B5EF4-FFF2-40B4-BE49-F238E27FC236}">
                <a16:creationId xmlns:a16="http://schemas.microsoft.com/office/drawing/2014/main" id="{A12B1236-BC3F-7466-FA9B-DB26AF8048F8}"/>
              </a:ext>
            </a:extLst>
          </p:cNvPr>
          <p:cNvSpPr/>
          <p:nvPr/>
        </p:nvSpPr>
        <p:spPr>
          <a:xfrm>
            <a:off x="6126480" y="3611880"/>
            <a:ext cx="2468880" cy="7315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52606D"/>
                </a:solidFill>
                <a:effectLst/>
                <a:latin typeface="Calibri" panose="020F0502020204030204" pitchFamily="34" charset="0"/>
              </a:rPr>
              <a:t>Evaluates an outcome, then may retry through application logic</a:t>
            </a:r>
          </a:p>
          <a:p>
            <a:pPr algn="l">
              <a:buNone/>
            </a:pPr>
            <a:r>
              <a:rPr lang="en-US" sz="100">
                <a:effectLst/>
              </a:rPr>
              <a:t> </a:t>
            </a:r>
            <a:endParaRPr lang="en-US"/>
          </a:p>
        </p:txBody>
      </p:sp>
      <p:sp>
        <p:nvSpPr>
          <p:cNvPr id="1889" name="Rectangle 1888">
            <a:extLst>
              <a:ext uri="{FF2B5EF4-FFF2-40B4-BE49-F238E27FC236}">
                <a16:creationId xmlns:a16="http://schemas.microsoft.com/office/drawing/2014/main" id="{DE32B11D-D31E-FCC7-9E30-3758EF29301C}"/>
              </a:ext>
            </a:extLst>
          </p:cNvPr>
          <p:cNvSpPr/>
          <p:nvPr/>
        </p:nvSpPr>
        <p:spPr>
          <a:xfrm>
            <a:off x="365760" y="4480560"/>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i="1">
                <a:solidFill>
                  <a:srgbClr val="52606D"/>
                </a:solidFill>
                <a:effectLst/>
                <a:latin typeface="Calibri" panose="020F0502020204030204" pitchFamily="34" charset="0"/>
              </a:rPr>
              <a:t>Adoption decision: compare representative quality, cost, latency, and policy evidence.</a:t>
            </a:r>
          </a:p>
          <a:p>
            <a:pPr algn="l">
              <a:buNone/>
            </a:pPr>
            <a:r>
              <a:rPr lang="en-US" sz="100">
                <a:effectLst/>
              </a:rPr>
              <a:t> </a:t>
            </a:r>
            <a:endParaRPr lang="en-US"/>
          </a:p>
        </p:txBody>
      </p:sp>
      <p:sp>
        <p:nvSpPr>
          <p:cNvPr id="1910" name="Rectangle 1909">
            <a:extLst>
              <a:ext uri="{FF2B5EF4-FFF2-40B4-BE49-F238E27FC236}">
                <a16:creationId xmlns:a16="http://schemas.microsoft.com/office/drawing/2014/main" id="{644B001C-0226-C78A-C6A3-E8BB8B16E201}"/>
              </a:ext>
            </a:extLst>
          </p:cNvPr>
          <p:cNvSpPr/>
          <p:nvPr/>
        </p:nvSpPr>
        <p:spPr>
          <a:xfrm>
            <a:off x="365760" y="4823460"/>
            <a:ext cx="566928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52606D"/>
                </a:solidFill>
                <a:effectLst/>
                <a:latin typeface="Calibri" panose="020F0502020204030204" pitchFamily="34" charset="0"/>
              </a:rPr>
              <a:t>Cost &amp; Routing  ·  Microsoft Agent Framework</a:t>
            </a:r>
          </a:p>
          <a:p>
            <a:pPr algn="l">
              <a:buNone/>
            </a:pPr>
            <a:r>
              <a:rPr lang="en-US" sz="100">
                <a:effectLst/>
              </a:rPr>
              <a:t> </a:t>
            </a:r>
            <a:endParaRPr lang="en-US"/>
          </a:p>
        </p:txBody>
      </p:sp>
      <p:sp>
        <p:nvSpPr>
          <p:cNvPr id="1932" name="Rectangle 1931">
            <a:extLst>
              <a:ext uri="{FF2B5EF4-FFF2-40B4-BE49-F238E27FC236}">
                <a16:creationId xmlns:a16="http://schemas.microsoft.com/office/drawing/2014/main" id="{F1049C36-5169-4DF6-DF2C-1BB67A248FC1}"/>
              </a:ext>
            </a:extLst>
          </p:cNvPr>
          <p:cNvSpPr/>
          <p:nvPr/>
        </p:nvSpPr>
        <p:spPr>
          <a:xfrm>
            <a:off x="7680960" y="4823460"/>
            <a:ext cx="128016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buNone/>
            </a:pPr>
            <a:r>
              <a:rPr lang="en-US" sz="1200">
                <a:solidFill>
                  <a:srgbClr val="52606D"/>
                </a:solidFill>
                <a:effectLst/>
                <a:latin typeface="Calibri" panose="020F0502020204030204" pitchFamily="34" charset="0"/>
              </a:rPr>
              <a:t>7 / 11</a:t>
            </a:r>
          </a:p>
          <a:p>
            <a:pPr algn="r">
              <a:buNone/>
            </a:pPr>
            <a:r>
              <a:rPr lang="en-US" sz="100">
                <a:effectLst/>
              </a:rPr>
              <a:t> </a:t>
            </a:r>
            <a:endParaRPr lang="en-US"/>
          </a:p>
        </p:txBody>
      </p:sp>
      <p:pic>
        <p:nvPicPr>
          <p:cNvPr id="1933" name="Picture 1932" descr="working/ic4/i13.png">
            <a:extLst>
              <a:ext uri="{FF2B5EF4-FFF2-40B4-BE49-F238E27FC236}">
                <a16:creationId xmlns:a16="http://schemas.microsoft.com/office/drawing/2014/main" id="{581BD50A-C6AF-7600-7016-1D7A82AA2C9D}"/>
              </a:ext>
            </a:extLst>
          </p:cNvPr>
          <p:cNvPicPr>
            <a:picLocks noChangeAspect="1"/>
          </p:cNvPicPr>
          <p:nvPr/>
        </p:nvPicPr>
        <p:blipFill>
          <a:blip r:embed="rId3"/>
          <a:stretch>
            <a:fillRect/>
          </a:stretch>
        </p:blipFill>
        <p:spPr>
          <a:xfrm>
            <a:off x="640080" y="2057400"/>
            <a:ext cx="320040" cy="320040"/>
          </a:xfrm>
          <a:prstGeom prst="rect">
            <a:avLst/>
          </a:prstGeom>
        </p:spPr>
      </p:pic>
      <p:pic>
        <p:nvPicPr>
          <p:cNvPr id="1934" name="Picture 1933" descr="working/ic4/i9.png">
            <a:extLst>
              <a:ext uri="{FF2B5EF4-FFF2-40B4-BE49-F238E27FC236}">
                <a16:creationId xmlns:a16="http://schemas.microsoft.com/office/drawing/2014/main" id="{040C05BA-DED5-B2EA-964C-70A1E250A007}"/>
              </a:ext>
            </a:extLst>
          </p:cNvPr>
          <p:cNvPicPr>
            <a:picLocks noChangeAspect="1"/>
          </p:cNvPicPr>
          <p:nvPr/>
        </p:nvPicPr>
        <p:blipFill>
          <a:blip r:embed="rId4"/>
          <a:stretch>
            <a:fillRect/>
          </a:stretch>
        </p:blipFill>
        <p:spPr>
          <a:xfrm>
            <a:off x="3429000" y="2057400"/>
            <a:ext cx="320040" cy="320040"/>
          </a:xfrm>
          <a:prstGeom prst="rect">
            <a:avLst/>
          </a:prstGeom>
        </p:spPr>
      </p:pic>
      <p:pic>
        <p:nvPicPr>
          <p:cNvPr id="1935" name="Picture 1934" descr="working/ic4/i14.png">
            <a:extLst>
              <a:ext uri="{FF2B5EF4-FFF2-40B4-BE49-F238E27FC236}">
                <a16:creationId xmlns:a16="http://schemas.microsoft.com/office/drawing/2014/main" id="{3BA22B04-FAA1-139F-25C0-ECC1A747DEF3}"/>
              </a:ext>
            </a:extLst>
          </p:cNvPr>
          <p:cNvPicPr>
            <a:picLocks noChangeAspect="1"/>
          </p:cNvPicPr>
          <p:nvPr/>
        </p:nvPicPr>
        <p:blipFill>
          <a:blip r:embed="rId5"/>
          <a:stretch>
            <a:fillRect/>
          </a:stretch>
        </p:blipFill>
        <p:spPr>
          <a:xfrm>
            <a:off x="6217920" y="2057400"/>
            <a:ext cx="320040" cy="320040"/>
          </a:xfrm>
          <a:prstGeom prst="rect">
            <a:avLst/>
          </a:prstGeom>
        </p:spPr>
      </p:pic>
    </p:spTree>
    <p:extLst>
      <p:ext uri="{BB962C8B-B14F-4D97-AF65-F5344CB8AC3E}">
        <p14:creationId xmlns:p14="http://schemas.microsoft.com/office/powerpoint/2010/main" val="7878089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36" name="Rectangle 1935">
            <a:extLst>
              <a:ext uri="{FF2B5EF4-FFF2-40B4-BE49-F238E27FC236}">
                <a16:creationId xmlns:a16="http://schemas.microsoft.com/office/drawing/2014/main" id="{67BE33C2-CAE1-8C45-1E62-0974E8BF0735}"/>
              </a:ext>
            </a:extLst>
          </p:cNvPr>
          <p:cNvSpPr/>
          <p:nvPr/>
        </p:nvSpPr>
        <p:spPr>
          <a:xfrm>
            <a:off x="365760" y="292608"/>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spc="400">
                <a:solidFill>
                  <a:srgbClr val="3A6B35"/>
                </a:solidFill>
                <a:effectLst/>
                <a:latin typeface="Calibri" panose="020F0502020204030204" pitchFamily="34" charset="0"/>
              </a:rPr>
              <a:t>A MODEL SWITCH IS NOT A HISTORY TRANSFER</a:t>
            </a:r>
          </a:p>
          <a:p>
            <a:pPr algn="l">
              <a:buNone/>
            </a:pPr>
            <a:r>
              <a:rPr lang="en-US" sz="100">
                <a:effectLst/>
              </a:rPr>
              <a:t> </a:t>
            </a:r>
            <a:endParaRPr lang="en-US"/>
          </a:p>
        </p:txBody>
      </p:sp>
      <p:sp>
        <p:nvSpPr>
          <p:cNvPr id="1938" name="Rectangle 1937">
            <a:extLst>
              <a:ext uri="{FF2B5EF4-FFF2-40B4-BE49-F238E27FC236}">
                <a16:creationId xmlns:a16="http://schemas.microsoft.com/office/drawing/2014/main" id="{65E73C1D-C3B2-10E9-EA0F-F5136C9B7C5D}"/>
              </a:ext>
            </a:extLst>
          </p:cNvPr>
          <p:cNvSpPr/>
          <p:nvPr/>
        </p:nvSpPr>
        <p:spPr>
          <a:xfrm>
            <a:off x="365760" y="566928"/>
            <a:ext cx="84124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2800" b="1">
                <a:solidFill>
                  <a:srgbClr val="1F2933"/>
                </a:solidFill>
                <a:effectLst/>
                <a:latin typeface="Calibri" panose="020F0502020204030204" pitchFamily="34" charset="0"/>
              </a:rPr>
              <a:t>History determines portability</a:t>
            </a:r>
          </a:p>
          <a:p>
            <a:pPr algn="l">
              <a:buNone/>
            </a:pPr>
            <a:r>
              <a:rPr lang="en-US" sz="100">
                <a:effectLst/>
              </a:rPr>
              <a:t> </a:t>
            </a:r>
            <a:endParaRPr lang="en-US"/>
          </a:p>
        </p:txBody>
      </p:sp>
      <p:sp>
        <p:nvSpPr>
          <p:cNvPr id="1941" name="Rectangle 1940">
            <a:extLst>
              <a:ext uri="{FF2B5EF4-FFF2-40B4-BE49-F238E27FC236}">
                <a16:creationId xmlns:a16="http://schemas.microsoft.com/office/drawing/2014/main" id="{97C2A5EA-2881-0728-7001-640A0B699240}"/>
              </a:ext>
            </a:extLst>
          </p:cNvPr>
          <p:cNvSpPr/>
          <p:nvPr/>
        </p:nvSpPr>
        <p:spPr>
          <a:xfrm>
            <a:off x="457200" y="1225296"/>
            <a:ext cx="731520" cy="25400"/>
          </a:xfrm>
          <a:prstGeom prst="rect">
            <a:avLst/>
          </a:prstGeom>
          <a:solidFill>
            <a:srgbClr val="3A6B35"/>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5" name="Rectangle 1944">
            <a:extLst>
              <a:ext uri="{FF2B5EF4-FFF2-40B4-BE49-F238E27FC236}">
                <a16:creationId xmlns:a16="http://schemas.microsoft.com/office/drawing/2014/main" id="{AE29E6F3-EB88-558D-721F-A5F8DAACC68D}"/>
              </a:ext>
            </a:extLst>
          </p:cNvPr>
          <p:cNvSpPr/>
          <p:nvPr/>
        </p:nvSpPr>
        <p:spPr>
          <a:xfrm>
            <a:off x="365760" y="1417320"/>
            <a:ext cx="84124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300">
                <a:solidFill>
                  <a:srgbClr val="52606D"/>
                </a:solidFill>
                <a:effectLst/>
                <a:latin typeface="Calibri" panose="020F0502020204030204" pitchFamily="34" charset="0"/>
              </a:rPr>
              <a:t>What the caller holds decides whether a conversation can move at all.</a:t>
            </a:r>
          </a:p>
          <a:p>
            <a:pPr algn="l">
              <a:buNone/>
            </a:pPr>
            <a:r>
              <a:rPr lang="en-US" sz="100">
                <a:effectLst/>
              </a:rPr>
              <a:t> </a:t>
            </a:r>
            <a:endParaRPr lang="en-US"/>
          </a:p>
        </p:txBody>
      </p:sp>
      <p:sp>
        <p:nvSpPr>
          <p:cNvPr id="1950" name="Rectangle 1949">
            <a:extLst>
              <a:ext uri="{FF2B5EF4-FFF2-40B4-BE49-F238E27FC236}">
                <a16:creationId xmlns:a16="http://schemas.microsoft.com/office/drawing/2014/main" id="{81371358-E462-923E-9FBC-1600164C53F4}"/>
              </a:ext>
            </a:extLst>
          </p:cNvPr>
          <p:cNvSpPr/>
          <p:nvPr/>
        </p:nvSpPr>
        <p:spPr>
          <a:xfrm>
            <a:off x="457200" y="1874520"/>
            <a:ext cx="8229600" cy="365760"/>
          </a:xfrm>
          <a:prstGeom prst="rect">
            <a:avLst/>
          </a:prstGeom>
          <a:solidFill>
            <a:srgbClr val="3A6B35"/>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56" name="Rectangle 1955">
            <a:extLst>
              <a:ext uri="{FF2B5EF4-FFF2-40B4-BE49-F238E27FC236}">
                <a16:creationId xmlns:a16="http://schemas.microsoft.com/office/drawing/2014/main" id="{E1D99028-90AD-39D4-19E5-7455FA245793}"/>
              </a:ext>
            </a:extLst>
          </p:cNvPr>
          <p:cNvSpPr/>
          <p:nvPr/>
        </p:nvSpPr>
        <p:spPr>
          <a:xfrm>
            <a:off x="502920" y="1874520"/>
            <a:ext cx="24231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spc="200">
                <a:solidFill>
                  <a:srgbClr val="FFFFFF"/>
                </a:solidFill>
                <a:effectLst/>
                <a:latin typeface="Calibri" panose="020F0502020204030204" pitchFamily="34" charset="0"/>
              </a:rPr>
              <a:t>HISTORY MODEL</a:t>
            </a:r>
          </a:p>
          <a:p>
            <a:pPr algn="l">
              <a:buNone/>
            </a:pPr>
            <a:r>
              <a:rPr lang="en-US" sz="100">
                <a:effectLst/>
              </a:rPr>
              <a:t> </a:t>
            </a:r>
            <a:endParaRPr lang="en-US"/>
          </a:p>
        </p:txBody>
      </p:sp>
      <p:sp>
        <p:nvSpPr>
          <p:cNvPr id="1963" name="Rectangle 1962">
            <a:extLst>
              <a:ext uri="{FF2B5EF4-FFF2-40B4-BE49-F238E27FC236}">
                <a16:creationId xmlns:a16="http://schemas.microsoft.com/office/drawing/2014/main" id="{9FF139A8-912D-6BA4-29A0-43F1A02AB047}"/>
              </a:ext>
            </a:extLst>
          </p:cNvPr>
          <p:cNvSpPr/>
          <p:nvPr/>
        </p:nvSpPr>
        <p:spPr>
          <a:xfrm>
            <a:off x="2971800" y="1874520"/>
            <a:ext cx="297180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spc="200">
                <a:solidFill>
                  <a:srgbClr val="FFFFFF"/>
                </a:solidFill>
                <a:effectLst/>
                <a:latin typeface="Calibri" panose="020F0502020204030204" pitchFamily="34" charset="0"/>
              </a:rPr>
              <a:t>CALLER HAS</a:t>
            </a:r>
          </a:p>
          <a:p>
            <a:pPr algn="l">
              <a:buNone/>
            </a:pPr>
            <a:r>
              <a:rPr lang="en-US" sz="100">
                <a:effectLst/>
              </a:rPr>
              <a:t> </a:t>
            </a:r>
            <a:endParaRPr lang="en-US"/>
          </a:p>
        </p:txBody>
      </p:sp>
      <p:sp>
        <p:nvSpPr>
          <p:cNvPr id="1971" name="Rectangle 1970">
            <a:extLst>
              <a:ext uri="{FF2B5EF4-FFF2-40B4-BE49-F238E27FC236}">
                <a16:creationId xmlns:a16="http://schemas.microsoft.com/office/drawing/2014/main" id="{C08C7EEE-4D5D-090E-7A3D-DA386DF33F7E}"/>
              </a:ext>
            </a:extLst>
          </p:cNvPr>
          <p:cNvSpPr/>
          <p:nvPr/>
        </p:nvSpPr>
        <p:spPr>
          <a:xfrm>
            <a:off x="5897880" y="1874520"/>
            <a:ext cx="28803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spc="200">
                <a:solidFill>
                  <a:srgbClr val="FFFFFF"/>
                </a:solidFill>
                <a:effectLst/>
                <a:latin typeface="Calibri" panose="020F0502020204030204" pitchFamily="34" charset="0"/>
              </a:rPr>
              <a:t>ROUTING CONSEQUENCE</a:t>
            </a:r>
          </a:p>
          <a:p>
            <a:pPr algn="l">
              <a:buNone/>
            </a:pPr>
            <a:r>
              <a:rPr lang="en-US" sz="100">
                <a:effectLst/>
              </a:rPr>
              <a:t> </a:t>
            </a:r>
            <a:endParaRPr lang="en-US"/>
          </a:p>
        </p:txBody>
      </p:sp>
      <p:sp>
        <p:nvSpPr>
          <p:cNvPr id="1980" name="Rectangle 1979">
            <a:extLst>
              <a:ext uri="{FF2B5EF4-FFF2-40B4-BE49-F238E27FC236}">
                <a16:creationId xmlns:a16="http://schemas.microsoft.com/office/drawing/2014/main" id="{A114E80D-60AA-56EA-E837-FE9A128FD83F}"/>
              </a:ext>
            </a:extLst>
          </p:cNvPr>
          <p:cNvSpPr/>
          <p:nvPr/>
        </p:nvSpPr>
        <p:spPr>
          <a:xfrm>
            <a:off x="502920" y="2240280"/>
            <a:ext cx="242316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a:solidFill>
                  <a:srgbClr val="1F2933"/>
                </a:solidFill>
                <a:effectLst/>
                <a:latin typeface="Calibri" panose="020F0502020204030204" pitchFamily="34" charset="0"/>
              </a:rPr>
              <a:t>Caller-managed</a:t>
            </a:r>
          </a:p>
          <a:p>
            <a:pPr algn="l">
              <a:buNone/>
            </a:pPr>
            <a:r>
              <a:rPr lang="en-US" sz="100">
                <a:effectLst/>
              </a:rPr>
              <a:t> </a:t>
            </a:r>
            <a:endParaRPr lang="en-US"/>
          </a:p>
        </p:txBody>
      </p:sp>
      <p:sp>
        <p:nvSpPr>
          <p:cNvPr id="1990" name="Rectangle 1989">
            <a:extLst>
              <a:ext uri="{FF2B5EF4-FFF2-40B4-BE49-F238E27FC236}">
                <a16:creationId xmlns:a16="http://schemas.microsoft.com/office/drawing/2014/main" id="{1175070D-653E-C266-768D-EB01E63B8308}"/>
              </a:ext>
            </a:extLst>
          </p:cNvPr>
          <p:cNvSpPr/>
          <p:nvPr/>
        </p:nvSpPr>
        <p:spPr>
          <a:xfrm>
            <a:off x="2971800" y="2240280"/>
            <a:ext cx="297180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52606D"/>
                </a:solidFill>
                <a:effectLst/>
                <a:latin typeface="Calibri" panose="020F0502020204030204" pitchFamily="34" charset="0"/>
              </a:rPr>
              <a:t>Relevant messages in application-controlled storage</a:t>
            </a:r>
          </a:p>
          <a:p>
            <a:pPr algn="l">
              <a:buNone/>
            </a:pPr>
            <a:r>
              <a:rPr lang="en-US" sz="100">
                <a:effectLst/>
              </a:rPr>
              <a:t> </a:t>
            </a:r>
            <a:endParaRPr lang="en-US"/>
          </a:p>
        </p:txBody>
      </p:sp>
      <p:sp>
        <p:nvSpPr>
          <p:cNvPr id="2001" name="Rectangle 2000">
            <a:extLst>
              <a:ext uri="{FF2B5EF4-FFF2-40B4-BE49-F238E27FC236}">
                <a16:creationId xmlns:a16="http://schemas.microsoft.com/office/drawing/2014/main" id="{6282913E-F5DB-02C7-5D34-8856CFCA62B5}"/>
              </a:ext>
            </a:extLst>
          </p:cNvPr>
          <p:cNvSpPr/>
          <p:nvPr/>
        </p:nvSpPr>
        <p:spPr>
          <a:xfrm>
            <a:off x="5897880" y="2240280"/>
            <a:ext cx="288036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52606D"/>
                </a:solidFill>
                <a:effectLst/>
                <a:latin typeface="Calibri" panose="020F0502020204030204" pitchFamily="34" charset="0"/>
              </a:rPr>
              <a:t>Can replay them to a compatible destination</a:t>
            </a:r>
          </a:p>
          <a:p>
            <a:pPr algn="l">
              <a:buNone/>
            </a:pPr>
            <a:r>
              <a:rPr lang="en-US" sz="100">
                <a:effectLst/>
              </a:rPr>
              <a:t> </a:t>
            </a:r>
            <a:endParaRPr lang="en-US"/>
          </a:p>
        </p:txBody>
      </p:sp>
      <p:sp>
        <p:nvSpPr>
          <p:cNvPr id="2013" name="Rectangle 2012">
            <a:extLst>
              <a:ext uri="{FF2B5EF4-FFF2-40B4-BE49-F238E27FC236}">
                <a16:creationId xmlns:a16="http://schemas.microsoft.com/office/drawing/2014/main" id="{A056EAA9-DF25-43A9-60E3-C80DE94140DD}"/>
              </a:ext>
            </a:extLst>
          </p:cNvPr>
          <p:cNvSpPr/>
          <p:nvPr/>
        </p:nvSpPr>
        <p:spPr>
          <a:xfrm>
            <a:off x="457200" y="2825115"/>
            <a:ext cx="8229600" cy="9525"/>
          </a:xfrm>
          <a:prstGeom prst="rect">
            <a:avLst/>
          </a:prstGeom>
          <a:solidFill>
            <a:srgbClr val="E2E8DE"/>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26" name="Rectangle 2025">
            <a:extLst>
              <a:ext uri="{FF2B5EF4-FFF2-40B4-BE49-F238E27FC236}">
                <a16:creationId xmlns:a16="http://schemas.microsoft.com/office/drawing/2014/main" id="{7FF31E99-505B-5A47-624F-5C6C97EF3EB7}"/>
              </a:ext>
            </a:extLst>
          </p:cNvPr>
          <p:cNvSpPr/>
          <p:nvPr/>
        </p:nvSpPr>
        <p:spPr>
          <a:xfrm>
            <a:off x="457200" y="2834640"/>
            <a:ext cx="8229600" cy="594360"/>
          </a:xfrm>
          <a:prstGeom prst="rect">
            <a:avLst/>
          </a:prstGeom>
          <a:solidFill>
            <a:srgbClr val="F5F8F3"/>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40" name="Rectangle 2039">
            <a:extLst>
              <a:ext uri="{FF2B5EF4-FFF2-40B4-BE49-F238E27FC236}">
                <a16:creationId xmlns:a16="http://schemas.microsoft.com/office/drawing/2014/main" id="{7EEED8A5-1072-6C81-CED1-CF3B47C4690F}"/>
              </a:ext>
            </a:extLst>
          </p:cNvPr>
          <p:cNvSpPr/>
          <p:nvPr/>
        </p:nvSpPr>
        <p:spPr>
          <a:xfrm>
            <a:off x="502920" y="2834640"/>
            <a:ext cx="242316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a:solidFill>
                  <a:srgbClr val="1F2933"/>
                </a:solidFill>
                <a:effectLst/>
                <a:latin typeface="Calibri" panose="020F0502020204030204" pitchFamily="34" charset="0"/>
              </a:rPr>
              <a:t>Service-managed</a:t>
            </a:r>
          </a:p>
          <a:p>
            <a:pPr algn="l">
              <a:buNone/>
            </a:pPr>
            <a:r>
              <a:rPr lang="en-US" sz="100">
                <a:effectLst/>
              </a:rPr>
              <a:t> </a:t>
            </a:r>
            <a:endParaRPr lang="en-US"/>
          </a:p>
        </p:txBody>
      </p:sp>
      <p:sp>
        <p:nvSpPr>
          <p:cNvPr id="2055" name="Rectangle 2054">
            <a:extLst>
              <a:ext uri="{FF2B5EF4-FFF2-40B4-BE49-F238E27FC236}">
                <a16:creationId xmlns:a16="http://schemas.microsoft.com/office/drawing/2014/main" id="{B5423502-6490-0C16-BDAA-ED75D7B1D25A}"/>
              </a:ext>
            </a:extLst>
          </p:cNvPr>
          <p:cNvSpPr/>
          <p:nvPr/>
        </p:nvSpPr>
        <p:spPr>
          <a:xfrm>
            <a:off x="2971800" y="2834640"/>
            <a:ext cx="297180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52606D"/>
                </a:solidFill>
                <a:effectLst/>
                <a:latin typeface="Calibri" panose="020F0502020204030204" pitchFamily="34" charset="0"/>
              </a:rPr>
              <a:t>A service-specific conversation or response ID</a:t>
            </a:r>
          </a:p>
          <a:p>
            <a:pPr algn="l">
              <a:buNone/>
            </a:pPr>
            <a:r>
              <a:rPr lang="en-US" sz="100">
                <a:effectLst/>
              </a:rPr>
              <a:t> </a:t>
            </a:r>
            <a:endParaRPr lang="en-US"/>
          </a:p>
        </p:txBody>
      </p:sp>
      <p:sp>
        <p:nvSpPr>
          <p:cNvPr id="2071" name="Rectangle 2070">
            <a:extLst>
              <a:ext uri="{FF2B5EF4-FFF2-40B4-BE49-F238E27FC236}">
                <a16:creationId xmlns:a16="http://schemas.microsoft.com/office/drawing/2014/main" id="{E1913E06-3149-DA6A-5DF2-BA0F8D5E0A15}"/>
              </a:ext>
            </a:extLst>
          </p:cNvPr>
          <p:cNvSpPr/>
          <p:nvPr/>
        </p:nvSpPr>
        <p:spPr>
          <a:xfrm>
            <a:off x="5897880" y="2834640"/>
            <a:ext cx="288036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52606D"/>
                </a:solidFill>
                <a:effectLst/>
                <a:latin typeface="Calibri" panose="020F0502020204030204" pitchFamily="34" charset="0"/>
              </a:rPr>
              <a:t>ID does not carry history to another service</a:t>
            </a:r>
          </a:p>
          <a:p>
            <a:pPr algn="l">
              <a:buNone/>
            </a:pPr>
            <a:r>
              <a:rPr lang="en-US" sz="100">
                <a:effectLst/>
              </a:rPr>
              <a:t> </a:t>
            </a:r>
            <a:endParaRPr lang="en-US"/>
          </a:p>
        </p:txBody>
      </p:sp>
      <p:sp>
        <p:nvSpPr>
          <p:cNvPr id="2088" name="Rectangle 2087">
            <a:extLst>
              <a:ext uri="{FF2B5EF4-FFF2-40B4-BE49-F238E27FC236}">
                <a16:creationId xmlns:a16="http://schemas.microsoft.com/office/drawing/2014/main" id="{30CD6FA9-8690-5FDB-F9FD-C951B88814DA}"/>
              </a:ext>
            </a:extLst>
          </p:cNvPr>
          <p:cNvSpPr/>
          <p:nvPr/>
        </p:nvSpPr>
        <p:spPr>
          <a:xfrm>
            <a:off x="457200" y="3419475"/>
            <a:ext cx="8229600" cy="9525"/>
          </a:xfrm>
          <a:prstGeom prst="rect">
            <a:avLst/>
          </a:prstGeom>
          <a:solidFill>
            <a:srgbClr val="E2E8DE"/>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06" name="Rectangle 2105">
            <a:extLst>
              <a:ext uri="{FF2B5EF4-FFF2-40B4-BE49-F238E27FC236}">
                <a16:creationId xmlns:a16="http://schemas.microsoft.com/office/drawing/2014/main" id="{701C4B9E-A531-ED74-17EF-B9FC7424B49E}"/>
              </a:ext>
            </a:extLst>
          </p:cNvPr>
          <p:cNvSpPr/>
          <p:nvPr/>
        </p:nvSpPr>
        <p:spPr>
          <a:xfrm>
            <a:off x="502920" y="3429000"/>
            <a:ext cx="242316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a:solidFill>
                  <a:srgbClr val="1F2933"/>
                </a:solidFill>
                <a:effectLst/>
                <a:latin typeface="Calibri" panose="020F0502020204030204" pitchFamily="34" charset="0"/>
              </a:rPr>
              <a:t>MAF routing helper</a:t>
            </a:r>
          </a:p>
          <a:p>
            <a:pPr algn="l">
              <a:buNone/>
            </a:pPr>
            <a:r>
              <a:rPr lang="en-US" sz="100">
                <a:effectLst/>
              </a:rPr>
              <a:t> </a:t>
            </a:r>
            <a:endParaRPr lang="en-US"/>
          </a:p>
        </p:txBody>
      </p:sp>
      <p:sp>
        <p:nvSpPr>
          <p:cNvPr id="2125" name="Rectangle 2124">
            <a:extLst>
              <a:ext uri="{FF2B5EF4-FFF2-40B4-BE49-F238E27FC236}">
                <a16:creationId xmlns:a16="http://schemas.microsoft.com/office/drawing/2014/main" id="{DBCC3840-D6AB-E9D4-E496-382BDA9D7EC1}"/>
              </a:ext>
            </a:extLst>
          </p:cNvPr>
          <p:cNvSpPr/>
          <p:nvPr/>
        </p:nvSpPr>
        <p:spPr>
          <a:xfrm>
            <a:off x="2971800" y="3429000"/>
            <a:ext cx="297180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52606D"/>
                </a:solidFill>
                <a:effectLst/>
                <a:latin typeface="Calibri" panose="020F0502020204030204" pitchFamily="34" charset="0"/>
              </a:rPr>
              <a:t>Experimental .NET routing client</a:t>
            </a:r>
          </a:p>
          <a:p>
            <a:pPr algn="l">
              <a:buNone/>
            </a:pPr>
            <a:r>
              <a:rPr lang="en-US" sz="100">
                <a:effectLst/>
              </a:rPr>
              <a:t> </a:t>
            </a:r>
            <a:endParaRPr lang="en-US"/>
          </a:p>
        </p:txBody>
      </p:sp>
      <p:sp>
        <p:nvSpPr>
          <p:cNvPr id="2145" name="Rectangle 2144">
            <a:extLst>
              <a:ext uri="{FF2B5EF4-FFF2-40B4-BE49-F238E27FC236}">
                <a16:creationId xmlns:a16="http://schemas.microsoft.com/office/drawing/2014/main" id="{CBAD224C-8633-340F-73A9-5B614AE93812}"/>
              </a:ext>
            </a:extLst>
          </p:cNvPr>
          <p:cNvSpPr/>
          <p:nvPr/>
        </p:nvSpPr>
        <p:spPr>
          <a:xfrm>
            <a:off x="5897880" y="3429000"/>
            <a:ext cx="288036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52606D"/>
                </a:solidFill>
                <a:effectLst/>
                <a:latin typeface="Calibri" panose="020F0502020204030204" pitchFamily="34" charset="0"/>
              </a:rPr>
              <a:t>Python support is currently unavailable</a:t>
            </a:r>
          </a:p>
          <a:p>
            <a:pPr algn="l">
              <a:buNone/>
            </a:pPr>
            <a:r>
              <a:rPr lang="en-US" sz="100">
                <a:effectLst/>
              </a:rPr>
              <a:t> </a:t>
            </a:r>
            <a:endParaRPr lang="en-US"/>
          </a:p>
        </p:txBody>
      </p:sp>
      <p:sp>
        <p:nvSpPr>
          <p:cNvPr id="2166" name="Rectangle 2165">
            <a:extLst>
              <a:ext uri="{FF2B5EF4-FFF2-40B4-BE49-F238E27FC236}">
                <a16:creationId xmlns:a16="http://schemas.microsoft.com/office/drawing/2014/main" id="{B80B0C03-E549-FA4B-D42A-15E1C2BD1EA4}"/>
              </a:ext>
            </a:extLst>
          </p:cNvPr>
          <p:cNvSpPr/>
          <p:nvPr/>
        </p:nvSpPr>
        <p:spPr>
          <a:xfrm>
            <a:off x="457200" y="4013835"/>
            <a:ext cx="8229600" cy="9525"/>
          </a:xfrm>
          <a:prstGeom prst="rect">
            <a:avLst/>
          </a:prstGeom>
          <a:solidFill>
            <a:srgbClr val="E2E8DE"/>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88" name="Rectangle 2187">
            <a:extLst>
              <a:ext uri="{FF2B5EF4-FFF2-40B4-BE49-F238E27FC236}">
                <a16:creationId xmlns:a16="http://schemas.microsoft.com/office/drawing/2014/main" id="{D93E0777-A63F-DE28-D19F-FC79A4245732}"/>
              </a:ext>
            </a:extLst>
          </p:cNvPr>
          <p:cNvSpPr/>
          <p:nvPr/>
        </p:nvSpPr>
        <p:spPr>
          <a:xfrm>
            <a:off x="365760" y="4480560"/>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i="1">
                <a:solidFill>
                  <a:srgbClr val="52606D"/>
                </a:solidFill>
                <a:effectLst/>
                <a:latin typeface="Calibri" panose="020F0502020204030204" pitchFamily="34" charset="0"/>
              </a:rPr>
              <a:t>Replay works only where the destination supports the roles, content, tool calls, and results.</a:t>
            </a:r>
          </a:p>
          <a:p>
            <a:pPr algn="l">
              <a:buNone/>
            </a:pPr>
            <a:r>
              <a:rPr lang="en-US" sz="100">
                <a:effectLst/>
              </a:rPr>
              <a:t> </a:t>
            </a:r>
            <a:endParaRPr lang="en-US"/>
          </a:p>
        </p:txBody>
      </p:sp>
      <p:sp>
        <p:nvSpPr>
          <p:cNvPr id="2211" name="Rectangle 2210">
            <a:extLst>
              <a:ext uri="{FF2B5EF4-FFF2-40B4-BE49-F238E27FC236}">
                <a16:creationId xmlns:a16="http://schemas.microsoft.com/office/drawing/2014/main" id="{F6EF5816-CC42-23B3-4296-2914F53DBBAF}"/>
              </a:ext>
            </a:extLst>
          </p:cNvPr>
          <p:cNvSpPr/>
          <p:nvPr/>
        </p:nvSpPr>
        <p:spPr>
          <a:xfrm>
            <a:off x="365760" y="4823460"/>
            <a:ext cx="566928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52606D"/>
                </a:solidFill>
                <a:effectLst/>
                <a:latin typeface="Calibri" panose="020F0502020204030204" pitchFamily="34" charset="0"/>
              </a:rPr>
              <a:t>Cost &amp; Routing  ·  Microsoft Agent Framework</a:t>
            </a:r>
          </a:p>
          <a:p>
            <a:pPr algn="l">
              <a:buNone/>
            </a:pPr>
            <a:r>
              <a:rPr lang="en-US" sz="100">
                <a:effectLst/>
              </a:rPr>
              <a:t> </a:t>
            </a:r>
            <a:endParaRPr lang="en-US"/>
          </a:p>
        </p:txBody>
      </p:sp>
      <p:sp>
        <p:nvSpPr>
          <p:cNvPr id="2235" name="Rectangle 2234">
            <a:extLst>
              <a:ext uri="{FF2B5EF4-FFF2-40B4-BE49-F238E27FC236}">
                <a16:creationId xmlns:a16="http://schemas.microsoft.com/office/drawing/2014/main" id="{A3CACE99-A0E9-6F84-E142-0729E84E45FF}"/>
              </a:ext>
            </a:extLst>
          </p:cNvPr>
          <p:cNvSpPr/>
          <p:nvPr/>
        </p:nvSpPr>
        <p:spPr>
          <a:xfrm>
            <a:off x="7680960" y="4823460"/>
            <a:ext cx="128016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buNone/>
            </a:pPr>
            <a:r>
              <a:rPr lang="en-US" sz="1200">
                <a:solidFill>
                  <a:srgbClr val="52606D"/>
                </a:solidFill>
                <a:effectLst/>
                <a:latin typeface="Calibri" panose="020F0502020204030204" pitchFamily="34" charset="0"/>
              </a:rPr>
              <a:t>8 / 11</a:t>
            </a:r>
          </a:p>
          <a:p>
            <a:pPr algn="r">
              <a:buNone/>
            </a:pPr>
            <a:r>
              <a:rPr lang="en-US" sz="100">
                <a:effectLst/>
              </a:rPr>
              <a:t> </a:t>
            </a:r>
            <a:endParaRPr lang="en-US"/>
          </a:p>
        </p:txBody>
      </p:sp>
    </p:spTree>
    <p:extLst>
      <p:ext uri="{BB962C8B-B14F-4D97-AF65-F5344CB8AC3E}">
        <p14:creationId xmlns:p14="http://schemas.microsoft.com/office/powerpoint/2010/main" val="28860834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36" name="Rectangle 2235">
            <a:extLst>
              <a:ext uri="{FF2B5EF4-FFF2-40B4-BE49-F238E27FC236}">
                <a16:creationId xmlns:a16="http://schemas.microsoft.com/office/drawing/2014/main" id="{53BE4533-7639-03EA-D00A-BE5E31F81DD5}"/>
              </a:ext>
            </a:extLst>
          </p:cNvPr>
          <p:cNvSpPr/>
          <p:nvPr/>
        </p:nvSpPr>
        <p:spPr>
          <a:xfrm>
            <a:off x="365760" y="292608"/>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spc="400">
                <a:solidFill>
                  <a:srgbClr val="3A6B35"/>
                </a:solidFill>
                <a:effectLst/>
                <a:latin typeface="Calibri" panose="020F0502020204030204" pitchFamily="34" charset="0"/>
              </a:rPr>
              <a:t>TWO LANES</a:t>
            </a:r>
          </a:p>
          <a:p>
            <a:pPr algn="l">
              <a:buNone/>
            </a:pPr>
            <a:r>
              <a:rPr lang="en-US" sz="100">
                <a:effectLst/>
              </a:rPr>
              <a:t> </a:t>
            </a:r>
            <a:endParaRPr lang="en-US"/>
          </a:p>
        </p:txBody>
      </p:sp>
      <p:sp>
        <p:nvSpPr>
          <p:cNvPr id="2238" name="Rectangle 2237">
            <a:extLst>
              <a:ext uri="{FF2B5EF4-FFF2-40B4-BE49-F238E27FC236}">
                <a16:creationId xmlns:a16="http://schemas.microsoft.com/office/drawing/2014/main" id="{7BAB92CC-F422-9F34-2398-713A3B383727}"/>
              </a:ext>
            </a:extLst>
          </p:cNvPr>
          <p:cNvSpPr/>
          <p:nvPr/>
        </p:nvSpPr>
        <p:spPr>
          <a:xfrm>
            <a:off x="365760" y="566928"/>
            <a:ext cx="84124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2800" b="1">
                <a:solidFill>
                  <a:srgbClr val="1F2933"/>
                </a:solidFill>
                <a:effectLst/>
                <a:latin typeface="Calibri" panose="020F0502020204030204" pitchFamily="34" charset="0"/>
              </a:rPr>
              <a:t>Batch is a separate lane</a:t>
            </a:r>
          </a:p>
          <a:p>
            <a:pPr algn="l">
              <a:buNone/>
            </a:pPr>
            <a:r>
              <a:rPr lang="en-US" sz="100">
                <a:effectLst/>
              </a:rPr>
              <a:t> </a:t>
            </a:r>
            <a:endParaRPr lang="en-US"/>
          </a:p>
        </p:txBody>
      </p:sp>
      <p:sp>
        <p:nvSpPr>
          <p:cNvPr id="2241" name="Rectangle 2240">
            <a:extLst>
              <a:ext uri="{FF2B5EF4-FFF2-40B4-BE49-F238E27FC236}">
                <a16:creationId xmlns:a16="http://schemas.microsoft.com/office/drawing/2014/main" id="{CBAC40EA-B83D-B4F0-CFCF-46D1D9C44190}"/>
              </a:ext>
            </a:extLst>
          </p:cNvPr>
          <p:cNvSpPr/>
          <p:nvPr/>
        </p:nvSpPr>
        <p:spPr>
          <a:xfrm>
            <a:off x="457200" y="1225296"/>
            <a:ext cx="731520" cy="25400"/>
          </a:xfrm>
          <a:prstGeom prst="rect">
            <a:avLst/>
          </a:prstGeom>
          <a:solidFill>
            <a:srgbClr val="3A6B35"/>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45" name="Rectangle 2244">
            <a:extLst>
              <a:ext uri="{FF2B5EF4-FFF2-40B4-BE49-F238E27FC236}">
                <a16:creationId xmlns:a16="http://schemas.microsoft.com/office/drawing/2014/main" id="{EFA72857-FC9C-B47D-87D5-71D706BB1A94}"/>
              </a:ext>
            </a:extLst>
          </p:cNvPr>
          <p:cNvSpPr/>
          <p:nvPr/>
        </p:nvSpPr>
        <p:spPr>
          <a:xfrm>
            <a:off x="365760" y="1417320"/>
            <a:ext cx="84124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300">
                <a:solidFill>
                  <a:srgbClr val="52606D"/>
                </a:solidFill>
                <a:effectLst/>
                <a:latin typeface="Calibri" panose="020F0502020204030204" pitchFamily="34" charset="0"/>
              </a:rPr>
              <a:t>Batch suits work nobody is waiting on — it does not lower interactive first-token latency.</a:t>
            </a:r>
          </a:p>
          <a:p>
            <a:pPr algn="l">
              <a:buNone/>
            </a:pPr>
            <a:r>
              <a:rPr lang="en-US" sz="100">
                <a:effectLst/>
              </a:rPr>
              <a:t> </a:t>
            </a:r>
            <a:endParaRPr lang="en-US"/>
          </a:p>
        </p:txBody>
      </p:sp>
      <p:sp>
        <p:nvSpPr>
          <p:cNvPr id="2250" name="Rectangle 2249">
            <a:extLst>
              <a:ext uri="{FF2B5EF4-FFF2-40B4-BE49-F238E27FC236}">
                <a16:creationId xmlns:a16="http://schemas.microsoft.com/office/drawing/2014/main" id="{620C7514-D163-723D-0379-F800B89C25F1}"/>
              </a:ext>
            </a:extLst>
          </p:cNvPr>
          <p:cNvSpPr/>
          <p:nvPr/>
        </p:nvSpPr>
        <p:spPr>
          <a:xfrm>
            <a:off x="457200" y="1965960"/>
            <a:ext cx="3977640" cy="2423160"/>
          </a:xfrm>
          <a:prstGeom prst="rect">
            <a:avLst/>
          </a:prstGeom>
          <a:solidFill>
            <a:srgbClr val="FFFFFF"/>
          </a:solidFill>
          <a:ln w="9525">
            <a:solidFill>
              <a:srgbClr val="E2E8DE"/>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6" name="Rectangle 2255">
            <a:extLst>
              <a:ext uri="{FF2B5EF4-FFF2-40B4-BE49-F238E27FC236}">
                <a16:creationId xmlns:a16="http://schemas.microsoft.com/office/drawing/2014/main" id="{050FF927-93E5-9096-47AA-1B643F89BD75}"/>
              </a:ext>
            </a:extLst>
          </p:cNvPr>
          <p:cNvSpPr/>
          <p:nvPr/>
        </p:nvSpPr>
        <p:spPr>
          <a:xfrm>
            <a:off x="1005840" y="2057400"/>
            <a:ext cx="333756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spc="200">
                <a:solidFill>
                  <a:srgbClr val="3A6B35"/>
                </a:solidFill>
                <a:effectLst/>
                <a:latin typeface="Calibri" panose="020F0502020204030204" pitchFamily="34" charset="0"/>
              </a:rPr>
              <a:t>INTERACTIVE</a:t>
            </a:r>
          </a:p>
          <a:p>
            <a:pPr algn="l">
              <a:buNone/>
            </a:pPr>
            <a:r>
              <a:rPr lang="en-US" sz="100">
                <a:effectLst/>
              </a:rPr>
              <a:t> </a:t>
            </a:r>
            <a:endParaRPr lang="en-US"/>
          </a:p>
        </p:txBody>
      </p:sp>
      <p:sp>
        <p:nvSpPr>
          <p:cNvPr id="2263" name="Rectangle 2262">
            <a:extLst>
              <a:ext uri="{FF2B5EF4-FFF2-40B4-BE49-F238E27FC236}">
                <a16:creationId xmlns:a16="http://schemas.microsoft.com/office/drawing/2014/main" id="{5D873053-3519-77E6-92B6-C9E98CF95DE8}"/>
              </a:ext>
            </a:extLst>
          </p:cNvPr>
          <p:cNvSpPr/>
          <p:nvPr/>
        </p:nvSpPr>
        <p:spPr>
          <a:xfrm>
            <a:off x="594360" y="2423160"/>
            <a:ext cx="374904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600" b="1">
                <a:solidFill>
                  <a:srgbClr val="1F2933"/>
                </a:solidFill>
                <a:effectLst/>
                <a:latin typeface="Calibri" panose="020F0502020204030204" pitchFamily="34" charset="0"/>
              </a:rPr>
              <a:t>Interactive path</a:t>
            </a:r>
          </a:p>
          <a:p>
            <a:pPr algn="l">
              <a:buNone/>
            </a:pPr>
            <a:r>
              <a:rPr lang="en-US" sz="100">
                <a:effectLst/>
              </a:rPr>
              <a:t> </a:t>
            </a:r>
            <a:endParaRPr lang="en-US"/>
          </a:p>
        </p:txBody>
      </p:sp>
      <p:sp>
        <p:nvSpPr>
          <p:cNvPr id="2271" name="Rectangle 2270">
            <a:extLst>
              <a:ext uri="{FF2B5EF4-FFF2-40B4-BE49-F238E27FC236}">
                <a16:creationId xmlns:a16="http://schemas.microsoft.com/office/drawing/2014/main" id="{AFC193C7-BD44-EF00-16A8-86D467103123}"/>
              </a:ext>
            </a:extLst>
          </p:cNvPr>
          <p:cNvSpPr/>
          <p:nvPr/>
        </p:nvSpPr>
        <p:spPr>
          <a:xfrm>
            <a:off x="685800" y="2743200"/>
            <a:ext cx="3566160" cy="9525"/>
          </a:xfrm>
          <a:prstGeom prst="rect">
            <a:avLst/>
          </a:prstGeom>
          <a:solidFill>
            <a:srgbClr val="E2E8DE"/>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80" name="Rectangle 2279">
            <a:extLst>
              <a:ext uri="{FF2B5EF4-FFF2-40B4-BE49-F238E27FC236}">
                <a16:creationId xmlns:a16="http://schemas.microsoft.com/office/drawing/2014/main" id="{FF58BCB6-578A-8C76-383F-68A94D584333}"/>
              </a:ext>
            </a:extLst>
          </p:cNvPr>
          <p:cNvSpPr/>
          <p:nvPr/>
        </p:nvSpPr>
        <p:spPr>
          <a:xfrm>
            <a:off x="594360" y="2834640"/>
            <a:ext cx="3749040" cy="4114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A caller waits for this response</a:t>
            </a:r>
          </a:p>
          <a:p>
            <a:pPr algn="l">
              <a:buNone/>
            </a:pPr>
            <a:r>
              <a:rPr lang="en-US" sz="100">
                <a:effectLst/>
              </a:rPr>
              <a:t> </a:t>
            </a:r>
            <a:endParaRPr lang="en-US"/>
          </a:p>
        </p:txBody>
      </p:sp>
      <p:sp>
        <p:nvSpPr>
          <p:cNvPr id="2290" name="Rectangle 2289">
            <a:extLst>
              <a:ext uri="{FF2B5EF4-FFF2-40B4-BE49-F238E27FC236}">
                <a16:creationId xmlns:a16="http://schemas.microsoft.com/office/drawing/2014/main" id="{47FA356A-13D0-A942-F60C-4998D5F15A18}"/>
              </a:ext>
            </a:extLst>
          </p:cNvPr>
          <p:cNvSpPr/>
          <p:nvPr/>
        </p:nvSpPr>
        <p:spPr>
          <a:xfrm>
            <a:off x="594360" y="3337560"/>
            <a:ext cx="3749040" cy="5029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Measure first-token and completion latency separately</a:t>
            </a:r>
          </a:p>
          <a:p>
            <a:pPr algn="l">
              <a:buNone/>
            </a:pPr>
            <a:r>
              <a:rPr lang="en-US" sz="100">
                <a:effectLst/>
              </a:rPr>
              <a:t> </a:t>
            </a:r>
            <a:endParaRPr lang="en-US"/>
          </a:p>
        </p:txBody>
      </p:sp>
      <p:sp>
        <p:nvSpPr>
          <p:cNvPr id="2301" name="Rectangle 2300">
            <a:extLst>
              <a:ext uri="{FF2B5EF4-FFF2-40B4-BE49-F238E27FC236}">
                <a16:creationId xmlns:a16="http://schemas.microsoft.com/office/drawing/2014/main" id="{C0030B65-808F-F182-75C8-60E1A13700BD}"/>
              </a:ext>
            </a:extLst>
          </p:cNvPr>
          <p:cNvSpPr/>
          <p:nvPr/>
        </p:nvSpPr>
        <p:spPr>
          <a:xfrm>
            <a:off x="594360" y="3840480"/>
            <a:ext cx="3749040" cy="4114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Stream when early visibility helps the experience</a:t>
            </a:r>
          </a:p>
          <a:p>
            <a:pPr algn="l">
              <a:buNone/>
            </a:pPr>
            <a:r>
              <a:rPr lang="en-US" sz="100">
                <a:effectLst/>
              </a:rPr>
              <a:t> </a:t>
            </a:r>
            <a:endParaRPr lang="en-US"/>
          </a:p>
        </p:txBody>
      </p:sp>
      <p:sp>
        <p:nvSpPr>
          <p:cNvPr id="2313" name="Rectangle 2312">
            <a:extLst>
              <a:ext uri="{FF2B5EF4-FFF2-40B4-BE49-F238E27FC236}">
                <a16:creationId xmlns:a16="http://schemas.microsoft.com/office/drawing/2014/main" id="{6C5FEFEE-221C-0135-7CD3-FFB3956C905E}"/>
              </a:ext>
            </a:extLst>
          </p:cNvPr>
          <p:cNvSpPr/>
          <p:nvPr/>
        </p:nvSpPr>
        <p:spPr>
          <a:xfrm>
            <a:off x="4709160" y="1965960"/>
            <a:ext cx="3977640" cy="2423160"/>
          </a:xfrm>
          <a:prstGeom prst="rect">
            <a:avLst/>
          </a:prstGeom>
          <a:solidFill>
            <a:srgbClr val="F5F8F3"/>
          </a:solidFill>
          <a:ln w="9525">
            <a:solidFill>
              <a:srgbClr val="E2E8DE"/>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26" name="Rectangle 2325">
            <a:extLst>
              <a:ext uri="{FF2B5EF4-FFF2-40B4-BE49-F238E27FC236}">
                <a16:creationId xmlns:a16="http://schemas.microsoft.com/office/drawing/2014/main" id="{DE75D629-F486-8147-2343-1D33B562A46A}"/>
              </a:ext>
            </a:extLst>
          </p:cNvPr>
          <p:cNvSpPr/>
          <p:nvPr/>
        </p:nvSpPr>
        <p:spPr>
          <a:xfrm>
            <a:off x="5257800" y="2057400"/>
            <a:ext cx="333756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spc="200">
                <a:solidFill>
                  <a:srgbClr val="3A6B35"/>
                </a:solidFill>
                <a:effectLst/>
                <a:latin typeface="Calibri" panose="020F0502020204030204" pitchFamily="34" charset="0"/>
              </a:rPr>
              <a:t>BATCH</a:t>
            </a:r>
          </a:p>
          <a:p>
            <a:pPr algn="l">
              <a:buNone/>
            </a:pPr>
            <a:r>
              <a:rPr lang="en-US" sz="100">
                <a:effectLst/>
              </a:rPr>
              <a:t> </a:t>
            </a:r>
            <a:endParaRPr lang="en-US"/>
          </a:p>
        </p:txBody>
      </p:sp>
      <p:sp>
        <p:nvSpPr>
          <p:cNvPr id="2340" name="Rectangle 2339">
            <a:extLst>
              <a:ext uri="{FF2B5EF4-FFF2-40B4-BE49-F238E27FC236}">
                <a16:creationId xmlns:a16="http://schemas.microsoft.com/office/drawing/2014/main" id="{EEEC88F0-0641-A3A0-6292-C5966A9C83F8}"/>
              </a:ext>
            </a:extLst>
          </p:cNvPr>
          <p:cNvSpPr/>
          <p:nvPr/>
        </p:nvSpPr>
        <p:spPr>
          <a:xfrm>
            <a:off x="4846320" y="2423160"/>
            <a:ext cx="374904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600" b="1">
                <a:solidFill>
                  <a:srgbClr val="1F2933"/>
                </a:solidFill>
                <a:effectLst/>
                <a:latin typeface="Calibri" panose="020F0502020204030204" pitchFamily="34" charset="0"/>
              </a:rPr>
              <a:t>Batch path</a:t>
            </a:r>
          </a:p>
          <a:p>
            <a:pPr algn="l">
              <a:buNone/>
            </a:pPr>
            <a:r>
              <a:rPr lang="en-US" sz="100">
                <a:effectLst/>
              </a:rPr>
              <a:t> </a:t>
            </a:r>
            <a:endParaRPr lang="en-US"/>
          </a:p>
        </p:txBody>
      </p:sp>
      <p:sp>
        <p:nvSpPr>
          <p:cNvPr id="2355" name="Rectangle 2354">
            <a:extLst>
              <a:ext uri="{FF2B5EF4-FFF2-40B4-BE49-F238E27FC236}">
                <a16:creationId xmlns:a16="http://schemas.microsoft.com/office/drawing/2014/main" id="{04AB7E66-26D3-8886-7502-5427A69488E7}"/>
              </a:ext>
            </a:extLst>
          </p:cNvPr>
          <p:cNvSpPr/>
          <p:nvPr/>
        </p:nvSpPr>
        <p:spPr>
          <a:xfrm>
            <a:off x="4937760" y="2743200"/>
            <a:ext cx="3566160" cy="9525"/>
          </a:xfrm>
          <a:prstGeom prst="rect">
            <a:avLst/>
          </a:prstGeom>
          <a:solidFill>
            <a:srgbClr val="E2E8DE"/>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25" name="Rectangle 2424">
            <a:extLst>
              <a:ext uri="{FF2B5EF4-FFF2-40B4-BE49-F238E27FC236}">
                <a16:creationId xmlns:a16="http://schemas.microsoft.com/office/drawing/2014/main" id="{F02EBA01-61BC-27CB-F503-BFAFAF5A2EF3}"/>
              </a:ext>
            </a:extLst>
          </p:cNvPr>
          <p:cNvSpPr/>
          <p:nvPr/>
        </p:nvSpPr>
        <p:spPr>
          <a:xfrm>
            <a:off x="365760" y="4480560"/>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i="1">
                <a:solidFill>
                  <a:srgbClr val="52606D"/>
                </a:solidFill>
                <a:effectLst/>
                <a:latin typeface="Calibri" panose="020F0502020204030204" pitchFamily="34" charset="0"/>
              </a:rPr>
              <a:t>Verify supported models, data location, quota, turnaround, and current pricing for the exact deployment.</a:t>
            </a:r>
          </a:p>
          <a:p>
            <a:pPr algn="l">
              <a:buNone/>
            </a:pPr>
            <a:r>
              <a:rPr lang="en-US" sz="100">
                <a:effectLst/>
              </a:rPr>
              <a:t> </a:t>
            </a:r>
            <a:endParaRPr lang="en-US"/>
          </a:p>
        </p:txBody>
      </p:sp>
      <p:sp>
        <p:nvSpPr>
          <p:cNvPr id="2445" name="Rectangle 2444">
            <a:extLst>
              <a:ext uri="{FF2B5EF4-FFF2-40B4-BE49-F238E27FC236}">
                <a16:creationId xmlns:a16="http://schemas.microsoft.com/office/drawing/2014/main" id="{AA17B5D5-BD6C-1ED0-9753-B53E195E0CDB}"/>
              </a:ext>
            </a:extLst>
          </p:cNvPr>
          <p:cNvSpPr/>
          <p:nvPr/>
        </p:nvSpPr>
        <p:spPr>
          <a:xfrm>
            <a:off x="365760" y="4823460"/>
            <a:ext cx="566928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52606D"/>
                </a:solidFill>
                <a:effectLst/>
                <a:latin typeface="Calibri" panose="020F0502020204030204" pitchFamily="34" charset="0"/>
              </a:rPr>
              <a:t>Cost &amp; Routing  ·  Microsoft Agent Framework</a:t>
            </a:r>
          </a:p>
          <a:p>
            <a:pPr algn="l">
              <a:buNone/>
            </a:pPr>
            <a:r>
              <a:rPr lang="en-US" sz="100">
                <a:effectLst/>
              </a:rPr>
              <a:t> </a:t>
            </a:r>
            <a:endParaRPr lang="en-US"/>
          </a:p>
        </p:txBody>
      </p:sp>
      <p:sp>
        <p:nvSpPr>
          <p:cNvPr id="2466" name="Rectangle 2465">
            <a:extLst>
              <a:ext uri="{FF2B5EF4-FFF2-40B4-BE49-F238E27FC236}">
                <a16:creationId xmlns:a16="http://schemas.microsoft.com/office/drawing/2014/main" id="{7E8E0D5A-32D7-EC28-A036-55A218C8B92F}"/>
              </a:ext>
            </a:extLst>
          </p:cNvPr>
          <p:cNvSpPr/>
          <p:nvPr/>
        </p:nvSpPr>
        <p:spPr>
          <a:xfrm>
            <a:off x="7680960" y="4823460"/>
            <a:ext cx="128016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buNone/>
            </a:pPr>
            <a:r>
              <a:rPr lang="en-US" sz="1200">
                <a:solidFill>
                  <a:srgbClr val="52606D"/>
                </a:solidFill>
                <a:effectLst/>
                <a:latin typeface="Calibri" panose="020F0502020204030204" pitchFamily="34" charset="0"/>
              </a:rPr>
              <a:t>9 / 11</a:t>
            </a:r>
          </a:p>
          <a:p>
            <a:pPr algn="r">
              <a:buNone/>
            </a:pPr>
            <a:r>
              <a:rPr lang="en-US" sz="100">
                <a:effectLst/>
              </a:rPr>
              <a:t> </a:t>
            </a:r>
            <a:endParaRPr lang="en-US"/>
          </a:p>
        </p:txBody>
      </p:sp>
      <p:pic>
        <p:nvPicPr>
          <p:cNvPr id="2467" name="Picture 2466" descr="working/ic4/i13.png">
            <a:extLst>
              <a:ext uri="{FF2B5EF4-FFF2-40B4-BE49-F238E27FC236}">
                <a16:creationId xmlns:a16="http://schemas.microsoft.com/office/drawing/2014/main" id="{2EEA1850-187B-6D6C-23EB-3BF6CE8A2E53}"/>
              </a:ext>
            </a:extLst>
          </p:cNvPr>
          <p:cNvPicPr>
            <a:picLocks noChangeAspect="1"/>
          </p:cNvPicPr>
          <p:nvPr/>
        </p:nvPicPr>
        <p:blipFill>
          <a:blip r:embed="rId3"/>
          <a:stretch>
            <a:fillRect/>
          </a:stretch>
        </p:blipFill>
        <p:spPr>
          <a:xfrm>
            <a:off x="685800" y="2057400"/>
            <a:ext cx="320040" cy="320040"/>
          </a:xfrm>
          <a:prstGeom prst="rect">
            <a:avLst/>
          </a:prstGeom>
        </p:spPr>
      </p:pic>
      <p:pic>
        <p:nvPicPr>
          <p:cNvPr id="2468" name="Picture 2467" descr="working/ic4/i19.png">
            <a:extLst>
              <a:ext uri="{FF2B5EF4-FFF2-40B4-BE49-F238E27FC236}">
                <a16:creationId xmlns:a16="http://schemas.microsoft.com/office/drawing/2014/main" id="{82341D9D-CFFB-E7C7-AF08-B20866728F4D}"/>
              </a:ext>
            </a:extLst>
          </p:cNvPr>
          <p:cNvPicPr>
            <a:picLocks noChangeAspect="1"/>
          </p:cNvPicPr>
          <p:nvPr/>
        </p:nvPicPr>
        <p:blipFill>
          <a:blip r:embed="rId4"/>
          <a:stretch>
            <a:fillRect/>
          </a:stretch>
        </p:blipFill>
        <p:spPr>
          <a:xfrm>
            <a:off x="4937760" y="2057400"/>
            <a:ext cx="320040" cy="320040"/>
          </a:xfrm>
          <a:prstGeom prst="rect">
            <a:avLst/>
          </a:prstGeom>
        </p:spPr>
      </p:pic>
      <p:sp>
        <p:nvSpPr>
          <p:cNvPr id="2918" name="Rectangle 2917">
            <a:extLst>
              <a:ext uri="{FF2B5EF4-FFF2-40B4-BE49-F238E27FC236}">
                <a16:creationId xmlns:a16="http://schemas.microsoft.com/office/drawing/2014/main" id="{DD6542A8-EC06-7A8A-AEB5-5FA1290AABD0}"/>
              </a:ext>
            </a:extLst>
          </p:cNvPr>
          <p:cNvSpPr/>
          <p:nvPr/>
        </p:nvSpPr>
        <p:spPr>
          <a:xfrm>
            <a:off x="4846320" y="2834640"/>
            <a:ext cx="3749040" cy="4114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Queue asynchronous work and retrieve results later</a:t>
            </a:r>
          </a:p>
          <a:p>
            <a:pPr algn="l">
              <a:buNone/>
            </a:pPr>
            <a:r>
              <a:rPr lang="en-US" sz="100">
                <a:effectLst/>
              </a:rPr>
              <a:t> </a:t>
            </a:r>
            <a:endParaRPr lang="en-US"/>
          </a:p>
        </p:txBody>
      </p:sp>
      <p:sp>
        <p:nvSpPr>
          <p:cNvPr id="2926" name="Rectangle 2925">
            <a:extLst>
              <a:ext uri="{FF2B5EF4-FFF2-40B4-BE49-F238E27FC236}">
                <a16:creationId xmlns:a16="http://schemas.microsoft.com/office/drawing/2014/main" id="{2B8F5A16-09E9-3BB9-2890-16652A002F61}"/>
              </a:ext>
            </a:extLst>
          </p:cNvPr>
          <p:cNvSpPr/>
          <p:nvPr/>
        </p:nvSpPr>
        <p:spPr>
          <a:xfrm>
            <a:off x="4846320" y="3337560"/>
            <a:ext cx="3749040" cy="5029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Use separate workload, quota, and turnaround assumptions</a:t>
            </a:r>
          </a:p>
          <a:p>
            <a:pPr algn="l">
              <a:buNone/>
            </a:pPr>
            <a:r>
              <a:rPr lang="en-US" sz="100">
                <a:effectLst/>
              </a:rPr>
              <a:t> </a:t>
            </a:r>
            <a:endParaRPr lang="en-US"/>
          </a:p>
        </p:txBody>
      </p:sp>
      <p:sp>
        <p:nvSpPr>
          <p:cNvPr id="2935" name="Rectangle 2934">
            <a:extLst>
              <a:ext uri="{FF2B5EF4-FFF2-40B4-BE49-F238E27FC236}">
                <a16:creationId xmlns:a16="http://schemas.microsoft.com/office/drawing/2014/main" id="{C5F29759-3A6B-85FC-2911-8DC50B1A02F0}"/>
              </a:ext>
            </a:extLst>
          </p:cNvPr>
          <p:cNvSpPr/>
          <p:nvPr/>
        </p:nvSpPr>
        <p:spPr>
          <a:xfrm>
            <a:off x="4846320" y="3840480"/>
            <a:ext cx="3749040" cy="4114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Not a technique for lower interactive latency</a:t>
            </a:r>
          </a:p>
          <a:p>
            <a:pPr algn="l">
              <a:buNone/>
            </a:pPr>
            <a:r>
              <a:rPr lang="en-US" sz="100">
                <a:effectLst/>
              </a:rPr>
              <a:t> </a:t>
            </a:r>
            <a:endParaRPr lang="en-US"/>
          </a:p>
        </p:txBody>
      </p:sp>
    </p:spTree>
    <p:extLst>
      <p:ext uri="{BB962C8B-B14F-4D97-AF65-F5344CB8AC3E}">
        <p14:creationId xmlns:p14="http://schemas.microsoft.com/office/powerpoint/2010/main" val="34705389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69" name="Rectangle 2468">
            <a:extLst>
              <a:ext uri="{FF2B5EF4-FFF2-40B4-BE49-F238E27FC236}">
                <a16:creationId xmlns:a16="http://schemas.microsoft.com/office/drawing/2014/main" id="{91C74A56-8A20-BB6D-8F7F-B2713594D6A6}"/>
              </a:ext>
            </a:extLst>
          </p:cNvPr>
          <p:cNvSpPr/>
          <p:nvPr/>
        </p:nvSpPr>
        <p:spPr>
          <a:xfrm>
            <a:off x="365760" y="292608"/>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spc="400">
                <a:solidFill>
                  <a:srgbClr val="3A6B35"/>
                </a:solidFill>
                <a:effectLst/>
                <a:latin typeface="Calibri" panose="020F0502020204030204" pitchFamily="34" charset="0"/>
              </a:rPr>
              <a:t>LIVE DEMO  ·  ~5 MIN</a:t>
            </a:r>
          </a:p>
          <a:p>
            <a:pPr algn="l">
              <a:buNone/>
            </a:pPr>
            <a:r>
              <a:rPr lang="en-US" sz="100">
                <a:effectLst/>
              </a:rPr>
              <a:t> </a:t>
            </a:r>
            <a:endParaRPr lang="en-US"/>
          </a:p>
        </p:txBody>
      </p:sp>
      <p:sp>
        <p:nvSpPr>
          <p:cNvPr id="2471" name="Rectangle 2470">
            <a:extLst>
              <a:ext uri="{FF2B5EF4-FFF2-40B4-BE49-F238E27FC236}">
                <a16:creationId xmlns:a16="http://schemas.microsoft.com/office/drawing/2014/main" id="{D022647C-1A07-CED1-8578-664E008D913A}"/>
              </a:ext>
            </a:extLst>
          </p:cNvPr>
          <p:cNvSpPr/>
          <p:nvPr/>
        </p:nvSpPr>
        <p:spPr>
          <a:xfrm>
            <a:off x="365760" y="566928"/>
            <a:ext cx="84124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2800" b="1">
                <a:solidFill>
                  <a:srgbClr val="1F2933"/>
                </a:solidFill>
                <a:effectLst/>
                <a:latin typeface="Calibri" panose="020F0502020204030204" pitchFamily="34" charset="0"/>
              </a:rPr>
              <a:t>Read the cost of another revision</a:t>
            </a:r>
          </a:p>
          <a:p>
            <a:pPr algn="l">
              <a:buNone/>
            </a:pPr>
            <a:r>
              <a:rPr lang="en-US" sz="100">
                <a:effectLst/>
              </a:rPr>
              <a:t> </a:t>
            </a:r>
            <a:endParaRPr lang="en-US"/>
          </a:p>
        </p:txBody>
      </p:sp>
      <p:sp>
        <p:nvSpPr>
          <p:cNvPr id="2474" name="Rectangle 2473">
            <a:extLst>
              <a:ext uri="{FF2B5EF4-FFF2-40B4-BE49-F238E27FC236}">
                <a16:creationId xmlns:a16="http://schemas.microsoft.com/office/drawing/2014/main" id="{1F176266-268B-AC6D-4742-6E356AB25364}"/>
              </a:ext>
            </a:extLst>
          </p:cNvPr>
          <p:cNvSpPr/>
          <p:nvPr/>
        </p:nvSpPr>
        <p:spPr>
          <a:xfrm>
            <a:off x="457200" y="1225296"/>
            <a:ext cx="731520" cy="25400"/>
          </a:xfrm>
          <a:prstGeom prst="rect">
            <a:avLst/>
          </a:prstGeom>
          <a:solidFill>
            <a:srgbClr val="3A6B35"/>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78" name="Rectangle 2477">
            <a:extLst>
              <a:ext uri="{FF2B5EF4-FFF2-40B4-BE49-F238E27FC236}">
                <a16:creationId xmlns:a16="http://schemas.microsoft.com/office/drawing/2014/main" id="{87B8919B-D2E2-DB5E-453C-F15CE73FB746}"/>
              </a:ext>
            </a:extLst>
          </p:cNvPr>
          <p:cNvSpPr/>
          <p:nvPr/>
        </p:nvSpPr>
        <p:spPr>
          <a:xfrm>
            <a:off x="365760" y="1417320"/>
            <a:ext cx="84124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300">
                <a:solidFill>
                  <a:srgbClr val="52606D"/>
                </a:solidFill>
                <a:effectLst/>
                <a:latin typeface="Calibri" panose="020F0502020204030204" pitchFamily="34" charset="0"/>
              </a:rPr>
              <a:t>Compare one synthetic request with zero and one allowed revision.</a:t>
            </a:r>
          </a:p>
          <a:p>
            <a:pPr algn="l">
              <a:buNone/>
            </a:pPr>
            <a:r>
              <a:rPr lang="en-US" sz="100">
                <a:effectLst/>
              </a:rPr>
              <a:t> </a:t>
            </a:r>
            <a:endParaRPr lang="en-US"/>
          </a:p>
        </p:txBody>
      </p:sp>
      <p:sp>
        <p:nvSpPr>
          <p:cNvPr id="2483" name="Rectangle 2482">
            <a:extLst>
              <a:ext uri="{FF2B5EF4-FFF2-40B4-BE49-F238E27FC236}">
                <a16:creationId xmlns:a16="http://schemas.microsoft.com/office/drawing/2014/main" id="{D2A10209-E30E-CD83-D791-4A19C392559F}"/>
              </a:ext>
            </a:extLst>
          </p:cNvPr>
          <p:cNvSpPr/>
          <p:nvPr/>
        </p:nvSpPr>
        <p:spPr>
          <a:xfrm>
            <a:off x="457200" y="1965960"/>
            <a:ext cx="4663440" cy="2423160"/>
          </a:xfrm>
          <a:prstGeom prst="rect">
            <a:avLst/>
          </a:prstGeom>
          <a:solidFill>
            <a:srgbClr val="FFFFFF"/>
          </a:solidFill>
          <a:ln w="9525">
            <a:solidFill>
              <a:srgbClr val="E2E8DE"/>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89" name="Rectangle 2488">
            <a:extLst>
              <a:ext uri="{FF2B5EF4-FFF2-40B4-BE49-F238E27FC236}">
                <a16:creationId xmlns:a16="http://schemas.microsoft.com/office/drawing/2014/main" id="{96B4DDB0-5E1B-620D-1E34-C0E72A1F9545}"/>
              </a:ext>
            </a:extLst>
          </p:cNvPr>
          <p:cNvSpPr/>
          <p:nvPr/>
        </p:nvSpPr>
        <p:spPr>
          <a:xfrm>
            <a:off x="457200" y="2423160"/>
            <a:ext cx="448056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spc="200">
                <a:solidFill>
                  <a:srgbClr val="3A6B35"/>
                </a:solidFill>
                <a:effectLst/>
                <a:latin typeface="Calibri" panose="020F0502020204030204" pitchFamily="34" charset="0"/>
              </a:rPr>
              <a:t>THE SCENARIO</a:t>
            </a:r>
          </a:p>
          <a:p>
            <a:pPr algn="l">
              <a:buNone/>
            </a:pPr>
            <a:r>
              <a:rPr lang="en-US" sz="100">
                <a:effectLst/>
              </a:rPr>
              <a:t> </a:t>
            </a:r>
            <a:endParaRPr lang="en-US"/>
          </a:p>
        </p:txBody>
      </p:sp>
      <p:sp>
        <p:nvSpPr>
          <p:cNvPr id="2496" name="Rectangle 2495">
            <a:extLst>
              <a:ext uri="{FF2B5EF4-FFF2-40B4-BE49-F238E27FC236}">
                <a16:creationId xmlns:a16="http://schemas.microsoft.com/office/drawing/2014/main" id="{193C7987-243C-8F97-98C3-8553DE05184E}"/>
              </a:ext>
            </a:extLst>
          </p:cNvPr>
          <p:cNvSpPr/>
          <p:nvPr/>
        </p:nvSpPr>
        <p:spPr>
          <a:xfrm>
            <a:off x="640080" y="2743200"/>
            <a:ext cx="4297680" cy="9525"/>
          </a:xfrm>
          <a:prstGeom prst="rect">
            <a:avLst/>
          </a:prstGeom>
          <a:solidFill>
            <a:srgbClr val="E2E8DE"/>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04" name="Rectangle 2503">
            <a:extLst>
              <a:ext uri="{FF2B5EF4-FFF2-40B4-BE49-F238E27FC236}">
                <a16:creationId xmlns:a16="http://schemas.microsoft.com/office/drawing/2014/main" id="{9C972B13-166A-227F-400A-E2D0508AA6B7}"/>
              </a:ext>
            </a:extLst>
          </p:cNvPr>
          <p:cNvSpPr/>
          <p:nvPr/>
        </p:nvSpPr>
        <p:spPr>
          <a:xfrm>
            <a:off x="457200" y="2834640"/>
            <a:ext cx="4663440" cy="4114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The extra pass costs more time and tokens.</a:t>
            </a:r>
          </a:p>
          <a:p>
            <a:pPr algn="l">
              <a:buNone/>
            </a:pPr>
            <a:r>
              <a:rPr lang="en-US" sz="100">
                <a:effectLst/>
              </a:rPr>
              <a:t> </a:t>
            </a:r>
            <a:endParaRPr lang="en-US"/>
          </a:p>
        </p:txBody>
      </p:sp>
      <p:sp>
        <p:nvSpPr>
          <p:cNvPr id="2513" name="Rectangle 2512">
            <a:extLst>
              <a:ext uri="{FF2B5EF4-FFF2-40B4-BE49-F238E27FC236}">
                <a16:creationId xmlns:a16="http://schemas.microsoft.com/office/drawing/2014/main" id="{A5BD2274-CF98-13FA-AA88-3DAA1CDE304E}"/>
              </a:ext>
            </a:extLst>
          </p:cNvPr>
          <p:cNvSpPr/>
          <p:nvPr/>
        </p:nvSpPr>
        <p:spPr>
          <a:xfrm>
            <a:off x="457200" y="3337560"/>
            <a:ext cx="4663440" cy="4114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It also supplies the missing fact.</a:t>
            </a:r>
          </a:p>
          <a:p>
            <a:pPr algn="l">
              <a:buNone/>
            </a:pPr>
            <a:r>
              <a:rPr lang="en-US" sz="100">
                <a:effectLst/>
              </a:rPr>
              <a:t> </a:t>
            </a:r>
            <a:endParaRPr lang="en-US"/>
          </a:p>
        </p:txBody>
      </p:sp>
      <p:sp>
        <p:nvSpPr>
          <p:cNvPr id="2523" name="Rectangle 2522">
            <a:extLst>
              <a:ext uri="{FF2B5EF4-FFF2-40B4-BE49-F238E27FC236}">
                <a16:creationId xmlns:a16="http://schemas.microsoft.com/office/drawing/2014/main" id="{362E27A3-1AAD-FEE9-8441-4AAE470067B8}"/>
              </a:ext>
            </a:extLst>
          </p:cNvPr>
          <p:cNvSpPr/>
          <p:nvPr/>
        </p:nvSpPr>
        <p:spPr>
          <a:xfrm>
            <a:off x="457200" y="3840480"/>
            <a:ext cx="4663440" cy="5029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Choose on quality, time, estimated cost, and stop reason.</a:t>
            </a:r>
          </a:p>
          <a:p>
            <a:pPr algn="l">
              <a:buNone/>
            </a:pPr>
            <a:r>
              <a:rPr lang="en-US" sz="100">
                <a:effectLst/>
              </a:rPr>
              <a:t> </a:t>
            </a:r>
            <a:endParaRPr lang="en-US"/>
          </a:p>
        </p:txBody>
      </p:sp>
      <p:sp>
        <p:nvSpPr>
          <p:cNvPr id="2534" name="Rectangle 2533">
            <a:extLst>
              <a:ext uri="{FF2B5EF4-FFF2-40B4-BE49-F238E27FC236}">
                <a16:creationId xmlns:a16="http://schemas.microsoft.com/office/drawing/2014/main" id="{972E26F0-1826-EF17-F564-376E52D4A4F2}"/>
              </a:ext>
            </a:extLst>
          </p:cNvPr>
          <p:cNvSpPr/>
          <p:nvPr/>
        </p:nvSpPr>
        <p:spPr>
          <a:xfrm>
            <a:off x="5303520" y="1965960"/>
            <a:ext cx="3383280" cy="2423160"/>
          </a:xfrm>
          <a:prstGeom prst="rect">
            <a:avLst/>
          </a:prstGeom>
          <a:solidFill>
            <a:srgbClr val="F5F8F3"/>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46" name="Rectangle 2545">
            <a:extLst>
              <a:ext uri="{FF2B5EF4-FFF2-40B4-BE49-F238E27FC236}">
                <a16:creationId xmlns:a16="http://schemas.microsoft.com/office/drawing/2014/main" id="{491B3761-658D-5471-9F8A-FBCA0404D8F6}"/>
              </a:ext>
            </a:extLst>
          </p:cNvPr>
          <p:cNvSpPr/>
          <p:nvPr/>
        </p:nvSpPr>
        <p:spPr>
          <a:xfrm>
            <a:off x="5394960" y="2057400"/>
            <a:ext cx="338328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spc="200">
                <a:solidFill>
                  <a:srgbClr val="3A6B35"/>
                </a:solidFill>
                <a:effectLst/>
                <a:latin typeface="Calibri" panose="020F0502020204030204" pitchFamily="34" charset="0"/>
              </a:rPr>
              <a:t>WATCH FOR</a:t>
            </a:r>
          </a:p>
          <a:p>
            <a:pPr algn="l">
              <a:buNone/>
            </a:pPr>
            <a:r>
              <a:rPr lang="en-US" sz="100">
                <a:effectLst/>
              </a:rPr>
              <a:t> </a:t>
            </a:r>
            <a:endParaRPr lang="en-US"/>
          </a:p>
        </p:txBody>
      </p:sp>
      <p:sp>
        <p:nvSpPr>
          <p:cNvPr id="2559" name="Oval 2558">
            <a:extLst>
              <a:ext uri="{FF2B5EF4-FFF2-40B4-BE49-F238E27FC236}">
                <a16:creationId xmlns:a16="http://schemas.microsoft.com/office/drawing/2014/main" id="{07FFA44C-C6FD-BCE0-867B-B1628AAF51E0}"/>
              </a:ext>
            </a:extLst>
          </p:cNvPr>
          <p:cNvSpPr/>
          <p:nvPr/>
        </p:nvSpPr>
        <p:spPr>
          <a:xfrm>
            <a:off x="5486400" y="2560320"/>
            <a:ext cx="365760" cy="365760"/>
          </a:xfrm>
          <a:prstGeom prst="ellipse">
            <a:avLst/>
          </a:prstGeom>
          <a:solidFill>
            <a:srgbClr val="3A6B35"/>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uNone/>
            </a:pPr>
            <a:r>
              <a:rPr lang="en-US" sz="1200" b="1">
                <a:solidFill>
                  <a:srgbClr val="FFFFFF"/>
                </a:solidFill>
                <a:effectLst/>
                <a:latin typeface="Calibri" panose="020F0502020204030204" pitchFamily="34" charset="0"/>
              </a:rPr>
              <a:t>1</a:t>
            </a:r>
          </a:p>
          <a:p>
            <a:pPr algn="ctr">
              <a:buNone/>
            </a:pPr>
            <a:r>
              <a:rPr lang="en-US" sz="100">
                <a:effectLst/>
              </a:rPr>
              <a:t> </a:t>
            </a:r>
            <a:endParaRPr lang="en-US"/>
          </a:p>
        </p:txBody>
      </p:sp>
      <p:sp>
        <p:nvSpPr>
          <p:cNvPr id="2573" name="Rectangle 2572">
            <a:extLst>
              <a:ext uri="{FF2B5EF4-FFF2-40B4-BE49-F238E27FC236}">
                <a16:creationId xmlns:a16="http://schemas.microsoft.com/office/drawing/2014/main" id="{D075E780-F7A8-B0D6-47E7-F7555DF40C63}"/>
              </a:ext>
            </a:extLst>
          </p:cNvPr>
          <p:cNvSpPr/>
          <p:nvPr/>
        </p:nvSpPr>
        <p:spPr>
          <a:xfrm>
            <a:off x="5852160" y="2514600"/>
            <a:ext cx="274320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Accepted outcome, not token count</a:t>
            </a:r>
          </a:p>
          <a:p>
            <a:pPr algn="l">
              <a:buNone/>
            </a:pPr>
            <a:r>
              <a:rPr lang="en-US" sz="100">
                <a:effectLst/>
              </a:rPr>
              <a:t> </a:t>
            </a:r>
            <a:endParaRPr lang="en-US"/>
          </a:p>
        </p:txBody>
      </p:sp>
      <p:sp>
        <p:nvSpPr>
          <p:cNvPr id="2588" name="Oval 2587">
            <a:extLst>
              <a:ext uri="{FF2B5EF4-FFF2-40B4-BE49-F238E27FC236}">
                <a16:creationId xmlns:a16="http://schemas.microsoft.com/office/drawing/2014/main" id="{0966AF3A-0EAA-C40E-FEE8-7FC4F8B69230}"/>
              </a:ext>
            </a:extLst>
          </p:cNvPr>
          <p:cNvSpPr/>
          <p:nvPr/>
        </p:nvSpPr>
        <p:spPr>
          <a:xfrm>
            <a:off x="5486400" y="3154680"/>
            <a:ext cx="365760" cy="365760"/>
          </a:xfrm>
          <a:prstGeom prst="ellipse">
            <a:avLst/>
          </a:prstGeom>
          <a:solidFill>
            <a:srgbClr val="3A6B35"/>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uNone/>
            </a:pPr>
            <a:r>
              <a:rPr lang="en-US" sz="1200" b="1">
                <a:solidFill>
                  <a:srgbClr val="FFFFFF"/>
                </a:solidFill>
                <a:effectLst/>
                <a:latin typeface="Calibri" panose="020F0502020204030204" pitchFamily="34" charset="0"/>
              </a:rPr>
              <a:t>2</a:t>
            </a:r>
          </a:p>
          <a:p>
            <a:pPr algn="ctr">
              <a:buNone/>
            </a:pPr>
            <a:r>
              <a:rPr lang="en-US" sz="100">
                <a:effectLst/>
              </a:rPr>
              <a:t> </a:t>
            </a:r>
            <a:endParaRPr lang="en-US"/>
          </a:p>
        </p:txBody>
      </p:sp>
      <p:sp>
        <p:nvSpPr>
          <p:cNvPr id="2604" name="Rectangle 2603">
            <a:extLst>
              <a:ext uri="{FF2B5EF4-FFF2-40B4-BE49-F238E27FC236}">
                <a16:creationId xmlns:a16="http://schemas.microsoft.com/office/drawing/2014/main" id="{9F81AADE-EA02-3A40-06FD-F839CAA0E69C}"/>
              </a:ext>
            </a:extLst>
          </p:cNvPr>
          <p:cNvSpPr/>
          <p:nvPr/>
        </p:nvSpPr>
        <p:spPr>
          <a:xfrm>
            <a:off x="5852160" y="3108960"/>
            <a:ext cx="274320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Revision changes time and usage</a:t>
            </a:r>
          </a:p>
          <a:p>
            <a:pPr algn="l">
              <a:buNone/>
            </a:pPr>
            <a:r>
              <a:rPr lang="en-US" sz="100">
                <a:effectLst/>
              </a:rPr>
              <a:t> </a:t>
            </a:r>
            <a:endParaRPr lang="en-US"/>
          </a:p>
        </p:txBody>
      </p:sp>
      <p:sp>
        <p:nvSpPr>
          <p:cNvPr id="2621" name="Oval 2620">
            <a:extLst>
              <a:ext uri="{FF2B5EF4-FFF2-40B4-BE49-F238E27FC236}">
                <a16:creationId xmlns:a16="http://schemas.microsoft.com/office/drawing/2014/main" id="{0A3B8825-6F6F-AF62-9726-4A90860E96C3}"/>
              </a:ext>
            </a:extLst>
          </p:cNvPr>
          <p:cNvSpPr/>
          <p:nvPr/>
        </p:nvSpPr>
        <p:spPr>
          <a:xfrm>
            <a:off x="5486400" y="3749040"/>
            <a:ext cx="365760" cy="365760"/>
          </a:xfrm>
          <a:prstGeom prst="ellipse">
            <a:avLst/>
          </a:prstGeom>
          <a:solidFill>
            <a:srgbClr val="3A6B35"/>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uNone/>
            </a:pPr>
            <a:r>
              <a:rPr lang="en-US" sz="1200" b="1">
                <a:solidFill>
                  <a:srgbClr val="FFFFFF"/>
                </a:solidFill>
                <a:effectLst/>
                <a:latin typeface="Calibri" panose="020F0502020204030204" pitchFamily="34" charset="0"/>
              </a:rPr>
              <a:t>3</a:t>
            </a:r>
          </a:p>
          <a:p>
            <a:pPr algn="ctr">
              <a:buNone/>
            </a:pPr>
            <a:r>
              <a:rPr lang="en-US" sz="100">
                <a:effectLst/>
              </a:rPr>
              <a:t> </a:t>
            </a:r>
            <a:endParaRPr lang="en-US"/>
          </a:p>
        </p:txBody>
      </p:sp>
      <p:sp>
        <p:nvSpPr>
          <p:cNvPr id="2639" name="Rectangle 2638">
            <a:extLst>
              <a:ext uri="{FF2B5EF4-FFF2-40B4-BE49-F238E27FC236}">
                <a16:creationId xmlns:a16="http://schemas.microsoft.com/office/drawing/2014/main" id="{1EE4C6EE-32EB-0D77-FF24-CC6089396727}"/>
              </a:ext>
            </a:extLst>
          </p:cNvPr>
          <p:cNvSpPr/>
          <p:nvPr/>
        </p:nvSpPr>
        <p:spPr>
          <a:xfrm>
            <a:off x="5852160" y="3703320"/>
            <a:ext cx="274320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1F2933"/>
                </a:solidFill>
                <a:effectLst/>
                <a:latin typeface="Calibri" panose="020F0502020204030204" pitchFamily="34" charset="0"/>
              </a:rPr>
              <a:t>One case proves little</a:t>
            </a:r>
          </a:p>
          <a:p>
            <a:pPr algn="l">
              <a:buNone/>
            </a:pPr>
            <a:r>
              <a:rPr lang="en-US" sz="100">
                <a:effectLst/>
              </a:rPr>
              <a:t> </a:t>
            </a:r>
            <a:endParaRPr lang="en-US"/>
          </a:p>
        </p:txBody>
      </p:sp>
      <p:sp>
        <p:nvSpPr>
          <p:cNvPr id="2658" name="Rectangle 2657">
            <a:extLst>
              <a:ext uri="{FF2B5EF4-FFF2-40B4-BE49-F238E27FC236}">
                <a16:creationId xmlns:a16="http://schemas.microsoft.com/office/drawing/2014/main" id="{419F5106-AE7D-DBC0-7AD8-C1ACCE5C4BBB}"/>
              </a:ext>
            </a:extLst>
          </p:cNvPr>
          <p:cNvSpPr/>
          <p:nvPr/>
        </p:nvSpPr>
        <p:spPr>
          <a:xfrm>
            <a:off x="365760" y="4480560"/>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i="1">
                <a:solidFill>
                  <a:srgbClr val="52606D"/>
                </a:solidFill>
                <a:effectLst/>
                <a:latin typeface="Calibri" panose="020F0502020204030204" pitchFamily="34" charset="0"/>
              </a:rPr>
              <a:t>RUNBOOK  demos/day5/module-4-demo-1-revision-cost.md</a:t>
            </a:r>
          </a:p>
          <a:p>
            <a:pPr algn="l">
              <a:buNone/>
            </a:pPr>
            <a:r>
              <a:rPr lang="en-US" sz="100">
                <a:effectLst/>
              </a:rPr>
              <a:t> </a:t>
            </a:r>
            <a:endParaRPr lang="en-US"/>
          </a:p>
        </p:txBody>
      </p:sp>
      <p:sp>
        <p:nvSpPr>
          <p:cNvPr id="2678" name="Rectangle 2677">
            <a:extLst>
              <a:ext uri="{FF2B5EF4-FFF2-40B4-BE49-F238E27FC236}">
                <a16:creationId xmlns:a16="http://schemas.microsoft.com/office/drawing/2014/main" id="{33ADBE4A-B3E0-8A3E-5495-FD57D7BAA385}"/>
              </a:ext>
            </a:extLst>
          </p:cNvPr>
          <p:cNvSpPr/>
          <p:nvPr/>
        </p:nvSpPr>
        <p:spPr>
          <a:xfrm>
            <a:off x="365760" y="4823460"/>
            <a:ext cx="566928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52606D"/>
                </a:solidFill>
                <a:effectLst/>
                <a:latin typeface="Calibri" panose="020F0502020204030204" pitchFamily="34" charset="0"/>
              </a:rPr>
              <a:t>Cost &amp; Routing  ·  Microsoft Agent Framework</a:t>
            </a:r>
          </a:p>
          <a:p>
            <a:pPr algn="l">
              <a:buNone/>
            </a:pPr>
            <a:r>
              <a:rPr lang="en-US" sz="100">
                <a:effectLst/>
              </a:rPr>
              <a:t> </a:t>
            </a:r>
            <a:endParaRPr lang="en-US"/>
          </a:p>
        </p:txBody>
      </p:sp>
      <p:sp>
        <p:nvSpPr>
          <p:cNvPr id="2699" name="Rectangle 2698">
            <a:extLst>
              <a:ext uri="{FF2B5EF4-FFF2-40B4-BE49-F238E27FC236}">
                <a16:creationId xmlns:a16="http://schemas.microsoft.com/office/drawing/2014/main" id="{FA01E125-F257-ABFC-5C2D-4EFA8C045CED}"/>
              </a:ext>
            </a:extLst>
          </p:cNvPr>
          <p:cNvSpPr/>
          <p:nvPr/>
        </p:nvSpPr>
        <p:spPr>
          <a:xfrm>
            <a:off x="7680960" y="4823460"/>
            <a:ext cx="128016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buNone/>
            </a:pPr>
            <a:r>
              <a:rPr lang="en-US" sz="1200">
                <a:solidFill>
                  <a:srgbClr val="52606D"/>
                </a:solidFill>
                <a:effectLst/>
                <a:latin typeface="Calibri" panose="020F0502020204030204" pitchFamily="34" charset="0"/>
              </a:rPr>
              <a:t>10 / 11</a:t>
            </a:r>
          </a:p>
          <a:p>
            <a:pPr algn="r">
              <a:buNone/>
            </a:pPr>
            <a:r>
              <a:rPr lang="en-US" sz="100">
                <a:effectLst/>
              </a:rPr>
              <a:t> </a:t>
            </a:r>
            <a:endParaRPr lang="en-US"/>
          </a:p>
        </p:txBody>
      </p:sp>
      <p:pic>
        <p:nvPicPr>
          <p:cNvPr id="2700" name="Picture 2699" descr="working/ic4/i17.png">
            <a:extLst>
              <a:ext uri="{FF2B5EF4-FFF2-40B4-BE49-F238E27FC236}">
                <a16:creationId xmlns:a16="http://schemas.microsoft.com/office/drawing/2014/main" id="{349585D2-EA67-EB07-9AC0-787DFB22BD51}"/>
              </a:ext>
            </a:extLst>
          </p:cNvPr>
          <p:cNvPicPr>
            <a:picLocks noChangeAspect="1"/>
          </p:cNvPicPr>
          <p:nvPr/>
        </p:nvPicPr>
        <p:blipFill>
          <a:blip r:embed="rId3"/>
          <a:stretch>
            <a:fillRect/>
          </a:stretch>
        </p:blipFill>
        <p:spPr>
          <a:xfrm>
            <a:off x="640080" y="2057400"/>
            <a:ext cx="320040" cy="320040"/>
          </a:xfrm>
          <a:prstGeom prst="rect">
            <a:avLst/>
          </a:prstGeom>
        </p:spPr>
      </p:pic>
    </p:spTree>
    <p:extLst>
      <p:ext uri="{BB962C8B-B14F-4D97-AF65-F5344CB8AC3E}">
        <p14:creationId xmlns:p14="http://schemas.microsoft.com/office/powerpoint/2010/main" val="28713283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01" name="Rectangle 2700">
            <a:extLst>
              <a:ext uri="{FF2B5EF4-FFF2-40B4-BE49-F238E27FC236}">
                <a16:creationId xmlns:a16="http://schemas.microsoft.com/office/drawing/2014/main" id="{9816C345-3377-4135-4262-F2C56EF6FD49}"/>
              </a:ext>
            </a:extLst>
          </p:cNvPr>
          <p:cNvSpPr/>
          <p:nvPr/>
        </p:nvSpPr>
        <p:spPr>
          <a:xfrm>
            <a:off x="365760" y="292608"/>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b="1" spc="400">
                <a:solidFill>
                  <a:srgbClr val="3A6B35"/>
                </a:solidFill>
                <a:effectLst/>
                <a:latin typeface="Calibri" panose="020F0502020204030204" pitchFamily="34" charset="0"/>
              </a:rPr>
              <a:t>WHAT TO CARRY FORWARD</a:t>
            </a:r>
          </a:p>
          <a:p>
            <a:pPr algn="l">
              <a:buNone/>
            </a:pPr>
            <a:r>
              <a:rPr lang="en-US" sz="100">
                <a:effectLst/>
              </a:rPr>
              <a:t> </a:t>
            </a:r>
            <a:endParaRPr lang="en-US"/>
          </a:p>
        </p:txBody>
      </p:sp>
      <p:sp>
        <p:nvSpPr>
          <p:cNvPr id="2703" name="Rectangle 2702">
            <a:extLst>
              <a:ext uri="{FF2B5EF4-FFF2-40B4-BE49-F238E27FC236}">
                <a16:creationId xmlns:a16="http://schemas.microsoft.com/office/drawing/2014/main" id="{A512B0C2-11F8-B9DB-CA24-5E1F174E5687}"/>
              </a:ext>
            </a:extLst>
          </p:cNvPr>
          <p:cNvSpPr/>
          <p:nvPr/>
        </p:nvSpPr>
        <p:spPr>
          <a:xfrm>
            <a:off x="365760" y="566928"/>
            <a:ext cx="84124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2800" b="1">
                <a:solidFill>
                  <a:srgbClr val="1F2933"/>
                </a:solidFill>
                <a:effectLst/>
                <a:latin typeface="Calibri" panose="020F0502020204030204" pitchFamily="34" charset="0"/>
              </a:rPr>
              <a:t>A budget is a policy — not a promise</a:t>
            </a:r>
          </a:p>
          <a:p>
            <a:pPr algn="l">
              <a:buNone/>
            </a:pPr>
            <a:r>
              <a:rPr lang="en-US" sz="100">
                <a:effectLst/>
              </a:rPr>
              <a:t> </a:t>
            </a:r>
            <a:endParaRPr lang="en-US"/>
          </a:p>
        </p:txBody>
      </p:sp>
      <p:sp>
        <p:nvSpPr>
          <p:cNvPr id="2706" name="Rectangle 2705">
            <a:extLst>
              <a:ext uri="{FF2B5EF4-FFF2-40B4-BE49-F238E27FC236}">
                <a16:creationId xmlns:a16="http://schemas.microsoft.com/office/drawing/2014/main" id="{309FA3B1-81B5-1F1F-DEA6-2F00E6664D81}"/>
              </a:ext>
            </a:extLst>
          </p:cNvPr>
          <p:cNvSpPr/>
          <p:nvPr/>
        </p:nvSpPr>
        <p:spPr>
          <a:xfrm>
            <a:off x="457200" y="1225296"/>
            <a:ext cx="731520" cy="25400"/>
          </a:xfrm>
          <a:prstGeom prst="rect">
            <a:avLst/>
          </a:prstGeom>
          <a:solidFill>
            <a:srgbClr val="3A6B35"/>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10" name="Rectangle 2709">
            <a:extLst>
              <a:ext uri="{FF2B5EF4-FFF2-40B4-BE49-F238E27FC236}">
                <a16:creationId xmlns:a16="http://schemas.microsoft.com/office/drawing/2014/main" id="{61FA1271-DEDF-E602-38F0-72F5D6C00F48}"/>
              </a:ext>
            </a:extLst>
          </p:cNvPr>
          <p:cNvSpPr/>
          <p:nvPr/>
        </p:nvSpPr>
        <p:spPr>
          <a:xfrm>
            <a:off x="365760" y="1417320"/>
            <a:ext cx="84124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300">
                <a:solidFill>
                  <a:srgbClr val="52606D"/>
                </a:solidFill>
                <a:effectLst/>
                <a:latin typeface="Calibri" panose="020F0502020204030204" pitchFamily="34" charset="0"/>
              </a:rPr>
              <a:t>A revision cap bounds one dimension; it does not cap every token, tool charge, or elapsed second.</a:t>
            </a:r>
          </a:p>
          <a:p>
            <a:pPr algn="l">
              <a:buNone/>
            </a:pPr>
            <a:r>
              <a:rPr lang="en-US" sz="100">
                <a:effectLst/>
              </a:rPr>
              <a:t> </a:t>
            </a:r>
            <a:endParaRPr lang="en-US"/>
          </a:p>
        </p:txBody>
      </p:sp>
      <p:sp>
        <p:nvSpPr>
          <p:cNvPr id="2715" name="Oval 2714">
            <a:extLst>
              <a:ext uri="{FF2B5EF4-FFF2-40B4-BE49-F238E27FC236}">
                <a16:creationId xmlns:a16="http://schemas.microsoft.com/office/drawing/2014/main" id="{B9A1DC62-B523-2789-663C-09B1F063A3D9}"/>
              </a:ext>
            </a:extLst>
          </p:cNvPr>
          <p:cNvSpPr/>
          <p:nvPr/>
        </p:nvSpPr>
        <p:spPr>
          <a:xfrm>
            <a:off x="457200" y="1965960"/>
            <a:ext cx="365760" cy="365760"/>
          </a:xfrm>
          <a:prstGeom prst="ellipse">
            <a:avLst/>
          </a:prstGeom>
          <a:solidFill>
            <a:srgbClr val="3A6B35"/>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uNone/>
            </a:pPr>
            <a:r>
              <a:rPr lang="en-US" sz="1200" b="1">
                <a:solidFill>
                  <a:srgbClr val="FFFFFF"/>
                </a:solidFill>
                <a:effectLst/>
                <a:latin typeface="Calibri" panose="020F0502020204030204" pitchFamily="34" charset="0"/>
              </a:rPr>
              <a:t>1</a:t>
            </a:r>
          </a:p>
          <a:p>
            <a:pPr algn="ctr">
              <a:buNone/>
            </a:pPr>
            <a:r>
              <a:rPr lang="en-US" sz="100">
                <a:effectLst/>
              </a:rPr>
              <a:t> </a:t>
            </a:r>
            <a:endParaRPr lang="en-US"/>
          </a:p>
        </p:txBody>
      </p:sp>
      <p:sp>
        <p:nvSpPr>
          <p:cNvPr id="2721" name="Rectangle 2720">
            <a:extLst>
              <a:ext uri="{FF2B5EF4-FFF2-40B4-BE49-F238E27FC236}">
                <a16:creationId xmlns:a16="http://schemas.microsoft.com/office/drawing/2014/main" id="{63584512-68C4-0E61-22E0-15ED67F568F2}"/>
              </a:ext>
            </a:extLst>
          </p:cNvPr>
          <p:cNvSpPr/>
          <p:nvPr/>
        </p:nvSpPr>
        <p:spPr>
          <a:xfrm>
            <a:off x="868680" y="1965960"/>
            <a:ext cx="38404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600" b="1">
                <a:solidFill>
                  <a:srgbClr val="1F2933"/>
                </a:solidFill>
                <a:effectLst/>
                <a:latin typeface="Calibri" panose="020F0502020204030204" pitchFamily="34" charset="0"/>
              </a:rPr>
              <a:t>Set the quality floor</a:t>
            </a:r>
          </a:p>
          <a:p>
            <a:pPr algn="l">
              <a:buNone/>
            </a:pPr>
            <a:r>
              <a:rPr lang="en-US" sz="100">
                <a:effectLst/>
              </a:rPr>
              <a:t> </a:t>
            </a:r>
            <a:endParaRPr lang="en-US"/>
          </a:p>
        </p:txBody>
      </p:sp>
      <p:sp>
        <p:nvSpPr>
          <p:cNvPr id="2728" name="Rectangle 2727">
            <a:extLst>
              <a:ext uri="{FF2B5EF4-FFF2-40B4-BE49-F238E27FC236}">
                <a16:creationId xmlns:a16="http://schemas.microsoft.com/office/drawing/2014/main" id="{EF0D2AC9-D198-B44A-4358-86698253B3F9}"/>
              </a:ext>
            </a:extLst>
          </p:cNvPr>
          <p:cNvSpPr/>
          <p:nvPr/>
        </p:nvSpPr>
        <p:spPr>
          <a:xfrm>
            <a:off x="868680" y="2377440"/>
            <a:ext cx="3840480" cy="548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52606D"/>
                </a:solidFill>
                <a:effectLst/>
                <a:latin typeface="Calibri" panose="020F0502020204030204" pitchFamily="34" charset="0"/>
              </a:rPr>
              <a:t>Define what an acceptable outcome must contain</a:t>
            </a:r>
          </a:p>
          <a:p>
            <a:pPr algn="l">
              <a:buNone/>
            </a:pPr>
            <a:r>
              <a:rPr lang="en-US" sz="100">
                <a:effectLst/>
              </a:rPr>
              <a:t> </a:t>
            </a:r>
            <a:endParaRPr lang="en-US"/>
          </a:p>
        </p:txBody>
      </p:sp>
      <p:sp>
        <p:nvSpPr>
          <p:cNvPr id="2736" name="Oval 2735">
            <a:extLst>
              <a:ext uri="{FF2B5EF4-FFF2-40B4-BE49-F238E27FC236}">
                <a16:creationId xmlns:a16="http://schemas.microsoft.com/office/drawing/2014/main" id="{186E606D-06EA-58B0-82A3-0834B33FE29C}"/>
              </a:ext>
            </a:extLst>
          </p:cNvPr>
          <p:cNvSpPr/>
          <p:nvPr/>
        </p:nvSpPr>
        <p:spPr>
          <a:xfrm>
            <a:off x="4663440" y="1965960"/>
            <a:ext cx="365760" cy="365760"/>
          </a:xfrm>
          <a:prstGeom prst="ellipse">
            <a:avLst/>
          </a:prstGeom>
          <a:solidFill>
            <a:srgbClr val="3A6B35"/>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uNone/>
            </a:pPr>
            <a:r>
              <a:rPr lang="en-US" sz="1200" b="1">
                <a:solidFill>
                  <a:srgbClr val="FFFFFF"/>
                </a:solidFill>
                <a:effectLst/>
                <a:latin typeface="Calibri" panose="020F0502020204030204" pitchFamily="34" charset="0"/>
              </a:rPr>
              <a:t>2</a:t>
            </a:r>
          </a:p>
          <a:p>
            <a:pPr algn="ctr">
              <a:buNone/>
            </a:pPr>
            <a:r>
              <a:rPr lang="en-US" sz="100">
                <a:effectLst/>
              </a:rPr>
              <a:t> </a:t>
            </a:r>
            <a:endParaRPr lang="en-US"/>
          </a:p>
        </p:txBody>
      </p:sp>
      <p:sp>
        <p:nvSpPr>
          <p:cNvPr id="2745" name="Rectangle 2744">
            <a:extLst>
              <a:ext uri="{FF2B5EF4-FFF2-40B4-BE49-F238E27FC236}">
                <a16:creationId xmlns:a16="http://schemas.microsoft.com/office/drawing/2014/main" id="{49714394-F468-504F-0719-873A3F279EF3}"/>
              </a:ext>
            </a:extLst>
          </p:cNvPr>
          <p:cNvSpPr/>
          <p:nvPr/>
        </p:nvSpPr>
        <p:spPr>
          <a:xfrm>
            <a:off x="5074920" y="1965960"/>
            <a:ext cx="38404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600" b="1">
                <a:solidFill>
                  <a:srgbClr val="1F2933"/>
                </a:solidFill>
                <a:effectLst/>
                <a:latin typeface="Calibri" panose="020F0502020204030204" pitchFamily="34" charset="0"/>
              </a:rPr>
              <a:t>Measure in units</a:t>
            </a:r>
          </a:p>
          <a:p>
            <a:pPr algn="l">
              <a:buNone/>
            </a:pPr>
            <a:r>
              <a:rPr lang="en-US" sz="100">
                <a:effectLst/>
              </a:rPr>
              <a:t> </a:t>
            </a:r>
            <a:endParaRPr lang="en-US"/>
          </a:p>
        </p:txBody>
      </p:sp>
      <p:sp>
        <p:nvSpPr>
          <p:cNvPr id="2755" name="Rectangle 2754">
            <a:extLst>
              <a:ext uri="{FF2B5EF4-FFF2-40B4-BE49-F238E27FC236}">
                <a16:creationId xmlns:a16="http://schemas.microsoft.com/office/drawing/2014/main" id="{28D24A3C-E229-4923-6E7C-DD341A43F519}"/>
              </a:ext>
            </a:extLst>
          </p:cNvPr>
          <p:cNvSpPr/>
          <p:nvPr/>
        </p:nvSpPr>
        <p:spPr>
          <a:xfrm>
            <a:off x="5074920" y="2377440"/>
            <a:ext cx="3840480" cy="548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52606D"/>
                </a:solidFill>
                <a:effectLst/>
                <a:latin typeface="Calibri" panose="020F0502020204030204" pitchFamily="34" charset="0"/>
              </a:rPr>
              <a:t>Record latency, usage, currency assumptions, and success</a:t>
            </a:r>
          </a:p>
          <a:p>
            <a:pPr algn="l">
              <a:buNone/>
            </a:pPr>
            <a:r>
              <a:rPr lang="en-US" sz="100">
                <a:effectLst/>
              </a:rPr>
              <a:t> </a:t>
            </a:r>
            <a:endParaRPr lang="en-US"/>
          </a:p>
        </p:txBody>
      </p:sp>
      <p:sp>
        <p:nvSpPr>
          <p:cNvPr id="2766" name="Oval 2765">
            <a:extLst>
              <a:ext uri="{FF2B5EF4-FFF2-40B4-BE49-F238E27FC236}">
                <a16:creationId xmlns:a16="http://schemas.microsoft.com/office/drawing/2014/main" id="{65FC3088-3108-A7C5-F42E-6B1640418CFE}"/>
              </a:ext>
            </a:extLst>
          </p:cNvPr>
          <p:cNvSpPr/>
          <p:nvPr/>
        </p:nvSpPr>
        <p:spPr>
          <a:xfrm>
            <a:off x="457200" y="3246120"/>
            <a:ext cx="365760" cy="365760"/>
          </a:xfrm>
          <a:prstGeom prst="ellipse">
            <a:avLst/>
          </a:prstGeom>
          <a:solidFill>
            <a:srgbClr val="3A6B35"/>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uNone/>
            </a:pPr>
            <a:r>
              <a:rPr lang="en-US" sz="1200" b="1">
                <a:solidFill>
                  <a:srgbClr val="FFFFFF"/>
                </a:solidFill>
                <a:effectLst/>
                <a:latin typeface="Calibri" panose="020F0502020204030204" pitchFamily="34" charset="0"/>
              </a:rPr>
              <a:t>3</a:t>
            </a:r>
          </a:p>
          <a:p>
            <a:pPr algn="ctr">
              <a:buNone/>
            </a:pPr>
            <a:r>
              <a:rPr lang="en-US" sz="100">
                <a:effectLst/>
              </a:rPr>
              <a:t> </a:t>
            </a:r>
            <a:endParaRPr lang="en-US"/>
          </a:p>
        </p:txBody>
      </p:sp>
      <p:sp>
        <p:nvSpPr>
          <p:cNvPr id="2778" name="Rectangle 2777">
            <a:extLst>
              <a:ext uri="{FF2B5EF4-FFF2-40B4-BE49-F238E27FC236}">
                <a16:creationId xmlns:a16="http://schemas.microsoft.com/office/drawing/2014/main" id="{804ECD03-42DA-9D4D-03AB-AFB5D501EA87}"/>
              </a:ext>
            </a:extLst>
          </p:cNvPr>
          <p:cNvSpPr/>
          <p:nvPr/>
        </p:nvSpPr>
        <p:spPr>
          <a:xfrm>
            <a:off x="868680" y="3246120"/>
            <a:ext cx="38404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600" b="1">
                <a:solidFill>
                  <a:srgbClr val="1F2933"/>
                </a:solidFill>
                <a:effectLst/>
                <a:latin typeface="Calibri" panose="020F0502020204030204" pitchFamily="34" charset="0"/>
              </a:rPr>
              <a:t>Bound each dimension</a:t>
            </a:r>
          </a:p>
          <a:p>
            <a:pPr algn="l">
              <a:buNone/>
            </a:pPr>
            <a:r>
              <a:rPr lang="en-US" sz="100">
                <a:effectLst/>
              </a:rPr>
              <a:t> </a:t>
            </a:r>
            <a:endParaRPr lang="en-US"/>
          </a:p>
        </p:txBody>
      </p:sp>
      <p:sp>
        <p:nvSpPr>
          <p:cNvPr id="2791" name="Rectangle 2790">
            <a:extLst>
              <a:ext uri="{FF2B5EF4-FFF2-40B4-BE49-F238E27FC236}">
                <a16:creationId xmlns:a16="http://schemas.microsoft.com/office/drawing/2014/main" id="{2BB679BD-B763-8F71-4751-4CC93FB04A22}"/>
              </a:ext>
            </a:extLst>
          </p:cNvPr>
          <p:cNvSpPr/>
          <p:nvPr/>
        </p:nvSpPr>
        <p:spPr>
          <a:xfrm>
            <a:off x="868680" y="3657600"/>
            <a:ext cx="3840480" cy="548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52606D"/>
                </a:solidFill>
                <a:effectLst/>
                <a:latin typeface="Calibri" panose="020F0502020204030204" pitchFamily="34" charset="0"/>
              </a:rPr>
              <a:t>Revisions, tokens, tools, elapsed time, and evaluator work</a:t>
            </a:r>
          </a:p>
          <a:p>
            <a:pPr algn="l">
              <a:buNone/>
            </a:pPr>
            <a:r>
              <a:rPr lang="en-US" sz="100">
                <a:effectLst/>
              </a:rPr>
              <a:t> </a:t>
            </a:r>
            <a:endParaRPr lang="en-US"/>
          </a:p>
        </p:txBody>
      </p:sp>
      <p:sp>
        <p:nvSpPr>
          <p:cNvPr id="2805" name="Oval 2804">
            <a:extLst>
              <a:ext uri="{FF2B5EF4-FFF2-40B4-BE49-F238E27FC236}">
                <a16:creationId xmlns:a16="http://schemas.microsoft.com/office/drawing/2014/main" id="{1D026E13-0EA8-B417-8E45-3C6B3D2C34EE}"/>
              </a:ext>
            </a:extLst>
          </p:cNvPr>
          <p:cNvSpPr/>
          <p:nvPr/>
        </p:nvSpPr>
        <p:spPr>
          <a:xfrm>
            <a:off x="4663440" y="3246120"/>
            <a:ext cx="365760" cy="365760"/>
          </a:xfrm>
          <a:prstGeom prst="ellipse">
            <a:avLst/>
          </a:prstGeom>
          <a:solidFill>
            <a:srgbClr val="3A6B35"/>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uNone/>
            </a:pPr>
            <a:r>
              <a:rPr lang="en-US" sz="1200" b="1">
                <a:solidFill>
                  <a:srgbClr val="FFFFFF"/>
                </a:solidFill>
                <a:effectLst/>
                <a:latin typeface="Calibri" panose="020F0502020204030204" pitchFamily="34" charset="0"/>
              </a:rPr>
              <a:t>4</a:t>
            </a:r>
          </a:p>
          <a:p>
            <a:pPr algn="ctr">
              <a:buNone/>
            </a:pPr>
            <a:r>
              <a:rPr lang="en-US" sz="100">
                <a:effectLst/>
              </a:rPr>
              <a:t> </a:t>
            </a:r>
            <a:endParaRPr lang="en-US"/>
          </a:p>
        </p:txBody>
      </p:sp>
      <p:sp>
        <p:nvSpPr>
          <p:cNvPr id="2820" name="Rectangle 2819">
            <a:extLst>
              <a:ext uri="{FF2B5EF4-FFF2-40B4-BE49-F238E27FC236}">
                <a16:creationId xmlns:a16="http://schemas.microsoft.com/office/drawing/2014/main" id="{290918A8-D1A4-4135-9D62-9C39285C7B11}"/>
              </a:ext>
            </a:extLst>
          </p:cNvPr>
          <p:cNvSpPr/>
          <p:nvPr/>
        </p:nvSpPr>
        <p:spPr>
          <a:xfrm>
            <a:off x="5074920" y="3246120"/>
            <a:ext cx="38404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600" b="1">
                <a:solidFill>
                  <a:srgbClr val="1F2933"/>
                </a:solidFill>
                <a:effectLst/>
                <a:latin typeface="Calibri" panose="020F0502020204030204" pitchFamily="34" charset="0"/>
              </a:rPr>
              <a:t>Stop deliberately</a:t>
            </a:r>
          </a:p>
          <a:p>
            <a:pPr algn="l">
              <a:buNone/>
            </a:pPr>
            <a:r>
              <a:rPr lang="en-US" sz="100">
                <a:effectLst/>
              </a:rPr>
              <a:t> </a:t>
            </a:r>
            <a:endParaRPr lang="en-US"/>
          </a:p>
        </p:txBody>
      </p:sp>
      <p:sp>
        <p:nvSpPr>
          <p:cNvPr id="2836" name="Rectangle 2835">
            <a:extLst>
              <a:ext uri="{FF2B5EF4-FFF2-40B4-BE49-F238E27FC236}">
                <a16:creationId xmlns:a16="http://schemas.microsoft.com/office/drawing/2014/main" id="{9801EC22-126F-3C48-C0EC-2C141B2B4135}"/>
              </a:ext>
            </a:extLst>
          </p:cNvPr>
          <p:cNvSpPr/>
          <p:nvPr/>
        </p:nvSpPr>
        <p:spPr>
          <a:xfrm>
            <a:off x="5074920" y="3657600"/>
            <a:ext cx="3840480" cy="548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52606D"/>
                </a:solidFill>
                <a:effectLst/>
                <a:latin typeface="Calibri" panose="020F0502020204030204" pitchFamily="34" charset="0"/>
              </a:rPr>
              <a:t>Return partial evidence, defer, or escalate through application policy</a:t>
            </a:r>
          </a:p>
          <a:p>
            <a:pPr algn="l">
              <a:buNone/>
            </a:pPr>
            <a:r>
              <a:rPr lang="en-US" sz="100">
                <a:effectLst/>
              </a:rPr>
              <a:t> </a:t>
            </a:r>
            <a:endParaRPr lang="en-US"/>
          </a:p>
        </p:txBody>
      </p:sp>
      <p:sp>
        <p:nvSpPr>
          <p:cNvPr id="2853" name="Rectangle 2852">
            <a:extLst>
              <a:ext uri="{FF2B5EF4-FFF2-40B4-BE49-F238E27FC236}">
                <a16:creationId xmlns:a16="http://schemas.microsoft.com/office/drawing/2014/main" id="{700B1751-2CF0-D99E-1A71-0F60EB7A2F29}"/>
              </a:ext>
            </a:extLst>
          </p:cNvPr>
          <p:cNvSpPr/>
          <p:nvPr/>
        </p:nvSpPr>
        <p:spPr>
          <a:xfrm>
            <a:off x="365760" y="4480560"/>
            <a:ext cx="84124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i="1">
                <a:solidFill>
                  <a:srgbClr val="52606D"/>
                </a:solidFill>
                <a:effectLst/>
                <a:latin typeface="Calibri" panose="020F0502020204030204" pitchFamily="34" charset="0"/>
              </a:rPr>
              <a:t>Ask for a stop policy that preserves correctness, with an explicit owner.</a:t>
            </a:r>
          </a:p>
          <a:p>
            <a:pPr algn="l">
              <a:buNone/>
            </a:pPr>
            <a:r>
              <a:rPr lang="en-US" sz="100">
                <a:effectLst/>
              </a:rPr>
              <a:t> </a:t>
            </a:r>
            <a:endParaRPr lang="en-US"/>
          </a:p>
        </p:txBody>
      </p:sp>
      <p:sp>
        <p:nvSpPr>
          <p:cNvPr id="2871" name="Rectangle 2870">
            <a:extLst>
              <a:ext uri="{FF2B5EF4-FFF2-40B4-BE49-F238E27FC236}">
                <a16:creationId xmlns:a16="http://schemas.microsoft.com/office/drawing/2014/main" id="{394D693E-AE7E-96BF-80B5-A1F981A17B03}"/>
              </a:ext>
            </a:extLst>
          </p:cNvPr>
          <p:cNvSpPr/>
          <p:nvPr/>
        </p:nvSpPr>
        <p:spPr>
          <a:xfrm>
            <a:off x="365760" y="4823460"/>
            <a:ext cx="566928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buNone/>
            </a:pPr>
            <a:r>
              <a:rPr lang="en-US" sz="1200">
                <a:solidFill>
                  <a:srgbClr val="52606D"/>
                </a:solidFill>
                <a:effectLst/>
                <a:latin typeface="Calibri" panose="020F0502020204030204" pitchFamily="34" charset="0"/>
              </a:rPr>
              <a:t>Cost &amp; Routing  ·  Microsoft Agent Framework</a:t>
            </a:r>
          </a:p>
          <a:p>
            <a:pPr algn="l">
              <a:buNone/>
            </a:pPr>
            <a:r>
              <a:rPr lang="en-US" sz="100">
                <a:effectLst/>
              </a:rPr>
              <a:t> </a:t>
            </a:r>
            <a:endParaRPr lang="en-US"/>
          </a:p>
        </p:txBody>
      </p:sp>
      <p:sp>
        <p:nvSpPr>
          <p:cNvPr id="2890" name="Rectangle 2889">
            <a:extLst>
              <a:ext uri="{FF2B5EF4-FFF2-40B4-BE49-F238E27FC236}">
                <a16:creationId xmlns:a16="http://schemas.microsoft.com/office/drawing/2014/main" id="{AEDE5CBB-F443-8BCF-8BD6-427618FBC165}"/>
              </a:ext>
            </a:extLst>
          </p:cNvPr>
          <p:cNvSpPr/>
          <p:nvPr/>
        </p:nvSpPr>
        <p:spPr>
          <a:xfrm>
            <a:off x="7680960" y="4823460"/>
            <a:ext cx="1280160" cy="228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buNone/>
            </a:pPr>
            <a:r>
              <a:rPr lang="en-US" sz="1200">
                <a:solidFill>
                  <a:srgbClr val="52606D"/>
                </a:solidFill>
                <a:effectLst/>
                <a:latin typeface="Calibri" panose="020F0502020204030204" pitchFamily="34" charset="0"/>
              </a:rPr>
              <a:t>11 / 11</a:t>
            </a:r>
          </a:p>
          <a:p>
            <a:pPr algn="r">
              <a:buNone/>
            </a:pPr>
            <a:r>
              <a:rPr lang="en-US" sz="100">
                <a:effectLst/>
              </a:rPr>
              <a:t> </a:t>
            </a:r>
            <a:endParaRPr lang="en-US"/>
          </a:p>
        </p:txBody>
      </p:sp>
    </p:spTree>
    <p:extLst>
      <p:ext uri="{BB962C8B-B14F-4D97-AF65-F5344CB8AC3E}">
        <p14:creationId xmlns:p14="http://schemas.microsoft.com/office/powerpoint/2010/main" val="154772920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9fbde396-1a24-4c79-8edf-9254a0f35055}" enabled="1" method="Standard" siteId="{72f988bf-86f1-41af-91ab-2d7cd011db47}" removed="0"/>
</clbl:labelList>
</file>

<file path=docProps/app.xml><?xml version="1.0" encoding="utf-8"?>
<Properties xmlns="http://schemas.openxmlformats.org/officeDocument/2006/extended-properties" xmlns:vt="http://schemas.openxmlformats.org/officeDocument/2006/docPropsVTypes">
  <Application>Microsoft Office PowerPoint</Application>
  <PresentationFormat>On-screen Show (16:9)</PresentationFormat>
  <Slides>11</Slides>
  <Notes>11</Notes>
  <HiddenSlides>0</HiddenSlides>
  <ScaleCrop>false</ScaleCrop>
  <HeadingPairs>
    <vt:vector size="4" baseType="variant">
      <vt:variant>
        <vt:lpstr>Theme</vt:lpstr>
      </vt:variant>
      <vt:variant>
        <vt:i4>1</vt:i4>
      </vt:variant>
      <vt:variant>
        <vt:lpstr>Slide Titles</vt:lpstr>
      </vt:variant>
      <vt:variant>
        <vt:i4>11</vt:i4>
      </vt:variant>
    </vt:vector>
  </HeadingPairs>
  <TitlesOfParts>
    <vt:vector size="12"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Building AI Apps and Agents Workshop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Cost, Latency, and Model Routing</dc:title>
  <dc:subject>Day 5 — Production Readiness and Capstone</dc:subject>
  <dc:creator>Building AI Apps and Agents Workshop</dc:creator>
  <cp:revision>1</cp:revision>
  <dcterms:created xsi:type="dcterms:W3CDTF">2026-09-18T21:01:13Z</dcterms:created>
  <dcterms:modified xsi:type="dcterms:W3CDTF">2026-09-20T19:07:10Z</dcterms:modified>
</cp:coreProperties>
</file>

<file path=docProps/custom.xml><?xml version="1.0" encoding="utf-8"?>
<Properties xmlns="http://schemas.openxmlformats.org/officeDocument/2006/custom-properties" xmlns:vt="http://schemas.openxmlformats.org/officeDocument/2006/docPropsVTypes"/>
</file>