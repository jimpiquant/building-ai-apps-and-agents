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
  </p:notesMasterIdLst>
  <p:sldIdLst>
    <p:sldId id="256" r:id="rId2"/>
  </p:sldIdLst>
  <p:sldSz cx="9144000" cy="5143500" type="screen16x9"/>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12598FB-0D9B-4164-ACAC-39A85B1D7CEB}" v="4" dt="2026-09-21T12:20:12.05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75"/>
  </p:normalViewPr>
  <p:slideViewPr>
    <p:cSldViewPr snapToGrid="0" snapToObjects="1">
      <p:cViewPr varScale="1">
        <p:scale>
          <a:sx n="159" d="100"/>
          <a:sy n="159" d="100"/>
        </p:scale>
        <p:origin x="824" y="176"/>
      </p:cViewPr>
      <p:guideLst>
        <p:guide orient="horz" pos="162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microsoft.com/office/2016/11/relationships/changesInfo" Target="changesInfos/changesInfo1.xml"/><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 Id="rId9"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clId="Web-{212598FB-0D9B-4164-ACAC-39A85B1D7CEB}"/>
    <pc:docChg chg="mod modSld modMainMaster setSldSz">
      <pc:chgData name="" userId="" providerId="" clId="Web-{212598FB-0D9B-4164-ACAC-39A85B1D7CEB}" dt="2026-09-21T12:20:12.051" v="5" actId="34807"/>
      <pc:docMkLst>
        <pc:docMk/>
      </pc:docMkLst>
      <pc:sldChg chg="addSp modSp mod setBg modNotesTx">
        <pc:chgData name="" userId="" providerId="" clId="Web-{212598FB-0D9B-4164-ACAC-39A85B1D7CEB}" dt="2026-09-21T12:20:12.051" v="5" actId="34807"/>
        <pc:sldMkLst>
          <pc:docMk/>
          <pc:sldMk cId="0" sldId="256"/>
        </pc:sldMkLst>
        <pc:spChg chg="add mod">
          <ac:chgData name="" userId="" providerId="" clId="Web-{212598FB-0D9B-4164-ACAC-39A85B1D7CEB}" dt="2026-09-21T12:19:14.111" v="1" actId="34807"/>
          <ac:spMkLst>
            <pc:docMk/>
            <pc:sldMk cId="0" sldId="256"/>
            <ac:spMk id="2" creationId="{65BB1FE5-09E7-C020-D584-DB1CE9D9805C}"/>
          </ac:spMkLst>
        </pc:spChg>
        <pc:spChg chg="add mod">
          <ac:chgData name="" userId="" providerId="" clId="Web-{212598FB-0D9B-4164-ACAC-39A85B1D7CEB}" dt="2026-09-21T12:19:14.111" v="1" actId="34807"/>
          <ac:spMkLst>
            <pc:docMk/>
            <pc:sldMk cId="0" sldId="256"/>
            <ac:spMk id="4" creationId="{DF9DA7FC-E786-AD8C-CA24-D10947F12174}"/>
          </ac:spMkLst>
        </pc:spChg>
        <pc:spChg chg="add mod">
          <ac:chgData name="" userId="" providerId="" clId="Web-{212598FB-0D9B-4164-ACAC-39A85B1D7CEB}" dt="2026-09-21T12:20:12.051" v="5" actId="34807"/>
          <ac:spMkLst>
            <pc:docMk/>
            <pc:sldMk cId="0" sldId="256"/>
            <ac:spMk id="16" creationId="{832DDF1B-6410-D117-42A6-F24992895B2F}"/>
          </ac:spMkLst>
        </pc:spChg>
        <pc:spChg chg="mod">
          <ac:chgData name="" userId="" providerId="" clId="Web-{212598FB-0D9B-4164-ACAC-39A85B1D7CEB}" dt="2026-09-21T12:19:16.830" v="4" actId="34807"/>
          <ac:spMkLst>
            <pc:docMk/>
            <pc:sldMk cId="0" sldId="256"/>
            <ac:spMk id="22" creationId="{1EA78A73-1B20-847B-2845-6D4CE8DF1B38}"/>
          </ac:spMkLst>
        </pc:spChg>
        <pc:spChg chg="add mod">
          <ac:chgData name="" userId="" providerId="" clId="Web-{212598FB-0D9B-4164-ACAC-39A85B1D7CEB}" dt="2026-09-21T12:20:12.051" v="5" actId="34807"/>
          <ac:spMkLst>
            <pc:docMk/>
            <pc:sldMk cId="0" sldId="256"/>
            <ac:spMk id="29" creationId="{2061B98C-96B4-0C52-837F-C8A0032FC02F}"/>
          </ac:spMkLst>
        </pc:spChg>
        <pc:spChg chg="mod">
          <ac:chgData name="" userId="" providerId="" clId="Web-{212598FB-0D9B-4164-ACAC-39A85B1D7CEB}" dt="2026-09-21T12:19:16.830" v="4" actId="34807"/>
          <ac:spMkLst>
            <pc:docMk/>
            <pc:sldMk cId="0" sldId="256"/>
            <ac:spMk id="37" creationId="{A1D244BC-9511-5B02-F33C-18CA8CE7AEA5}"/>
          </ac:spMkLst>
        </pc:spChg>
        <pc:spChg chg="add mod">
          <ac:chgData name="" userId="" providerId="" clId="Web-{212598FB-0D9B-4164-ACAC-39A85B1D7CEB}" dt="2026-09-21T12:20:12.051" v="5" actId="34807"/>
          <ac:spMkLst>
            <pc:docMk/>
            <pc:sldMk cId="0" sldId="256"/>
            <ac:spMk id="46" creationId="{AD55EF61-0C2B-2110-13B0-53E457532977}"/>
          </ac:spMkLst>
        </pc:spChg>
        <pc:spChg chg="add mod">
          <ac:chgData name="" userId="" providerId="" clId="Web-{212598FB-0D9B-4164-ACAC-39A85B1D7CEB}" dt="2026-09-21T12:20:12.051" v="5" actId="34807"/>
          <ac:spMkLst>
            <pc:docMk/>
            <pc:sldMk cId="0" sldId="256"/>
            <ac:spMk id="56" creationId="{B9D379CE-A003-2064-565D-CB075A86AA17}"/>
          </ac:spMkLst>
        </pc:spChg>
        <pc:spChg chg="mod">
          <ac:chgData name="" userId="" providerId="" clId="Web-{212598FB-0D9B-4164-ACAC-39A85B1D7CEB}" dt="2026-09-21T12:19:16.830" v="4" actId="34807"/>
          <ac:spMkLst>
            <pc:docMk/>
            <pc:sldMk cId="0" sldId="256"/>
            <ac:spMk id="79" creationId="{95C9F256-AE04-2F40-8824-9E9DAFFF6209}"/>
          </ac:spMkLst>
        </pc:spChg>
        <pc:spChg chg="add mod">
          <ac:chgData name="" userId="" providerId="" clId="Web-{212598FB-0D9B-4164-ACAC-39A85B1D7CEB}" dt="2026-09-21T12:20:12.051" v="5" actId="34807"/>
          <ac:spMkLst>
            <pc:docMk/>
            <pc:sldMk cId="0" sldId="256"/>
            <ac:spMk id="106" creationId="{567506A9-C5B7-5B48-6E45-D33291C46A63}"/>
          </ac:spMkLst>
        </pc:spChg>
        <pc:spChg chg="mod">
          <ac:chgData name="" userId="" providerId="" clId="Web-{212598FB-0D9B-4164-ACAC-39A85B1D7CEB}" dt="2026-09-21T12:19:16.830" v="4" actId="34807"/>
          <ac:spMkLst>
            <pc:docMk/>
            <pc:sldMk cId="0" sldId="256"/>
            <ac:spMk id="121" creationId="{E2D19E37-3784-BC80-1552-902ACCBAEADE}"/>
          </ac:spMkLst>
        </pc:spChg>
        <pc:spChg chg="add mod">
          <ac:chgData name="" userId="" providerId="" clId="Web-{212598FB-0D9B-4164-ACAC-39A85B1D7CEB}" dt="2026-09-21T12:20:12.051" v="5" actId="34807"/>
          <ac:spMkLst>
            <pc:docMk/>
            <pc:sldMk cId="0" sldId="256"/>
            <ac:spMk id="137" creationId="{2400B2D4-10AD-4F24-1742-7553559FD5F2}"/>
          </ac:spMkLst>
        </pc:spChg>
        <pc:spChg chg="add mod">
          <ac:chgData name="" userId="" providerId="" clId="Web-{212598FB-0D9B-4164-ACAC-39A85B1D7CEB}" dt="2026-09-21T12:20:12.051" v="5" actId="34807"/>
          <ac:spMkLst>
            <pc:docMk/>
            <pc:sldMk cId="0" sldId="256"/>
            <ac:spMk id="172" creationId="{AC925E11-D4A1-8F76-C543-1CF073CCD754}"/>
          </ac:spMkLst>
        </pc:spChg>
        <pc:spChg chg="mod">
          <ac:chgData name="" userId="" providerId="" clId="Web-{212598FB-0D9B-4164-ACAC-39A85B1D7CEB}" dt="2026-09-21T12:20:12.051" v="5" actId="34807"/>
          <ac:spMkLst>
            <pc:docMk/>
            <pc:sldMk cId="0" sldId="256"/>
            <ac:spMk id="191" creationId="{8314C589-E6B7-0381-FD1D-C2DD4760C098}"/>
          </ac:spMkLst>
        </pc:spChg>
        <pc:spChg chg="mod">
          <ac:chgData name="" userId="" providerId="" clId="Web-{212598FB-0D9B-4164-ACAC-39A85B1D7CEB}" dt="2026-09-21T12:19:16.830" v="4" actId="34807"/>
          <ac:spMkLst>
            <pc:docMk/>
            <pc:sldMk cId="0" sldId="256"/>
            <ac:spMk id="232" creationId="{4FCF0098-9149-6E4E-51F8-AF56AB19F07C}"/>
          </ac:spMkLst>
        </pc:spChg>
        <pc:spChg chg="add mod">
          <ac:chgData name="" userId="" providerId="" clId="Web-{212598FB-0D9B-4164-ACAC-39A85B1D7CEB}" dt="2026-09-21T12:20:12.051" v="5" actId="34807"/>
          <ac:spMkLst>
            <pc:docMk/>
            <pc:sldMk cId="0" sldId="256"/>
            <ac:spMk id="277" creationId="{6A9521DC-8783-3731-FD11-D532341ED875}"/>
          </ac:spMkLst>
        </pc:spChg>
        <pc:spChg chg="mod">
          <ac:chgData name="" userId="" providerId="" clId="Web-{212598FB-0D9B-4164-ACAC-39A85B1D7CEB}" dt="2026-09-21T12:20:12.051" v="5" actId="34807"/>
          <ac:spMkLst>
            <pc:docMk/>
            <pc:sldMk cId="0" sldId="256"/>
            <ac:spMk id="301" creationId="{326CA594-CACF-802B-05D5-35326F4084E2}"/>
          </ac:spMkLst>
        </pc:spChg>
        <pc:picChg chg="add">
          <ac:chgData name="" userId="" providerId="" clId="Web-{212598FB-0D9B-4164-ACAC-39A85B1D7CEB}" dt="2026-09-21T12:19:15.111" v="2" actId="34807"/>
          <ac:picMkLst>
            <pc:docMk/>
            <pc:sldMk cId="0" sldId="256"/>
            <ac:picMk id="353" creationId="{D7533041-887D-AF7D-E672-79687AB7216B}"/>
          </ac:picMkLst>
        </pc:picChg>
        <pc:picChg chg="add">
          <ac:chgData name="" userId="" providerId="" clId="Web-{212598FB-0D9B-4164-ACAC-39A85B1D7CEB}" dt="2026-09-21T12:19:15.111" v="2" actId="34807"/>
          <ac:picMkLst>
            <pc:docMk/>
            <pc:sldMk cId="0" sldId="256"/>
            <ac:picMk id="354" creationId="{85D2D643-8C8D-F62D-F61D-99EE6CE3AEAA}"/>
          </ac:picMkLst>
        </pc:picChg>
        <pc:picChg chg="add">
          <ac:chgData name="" userId="" providerId="" clId="Web-{212598FB-0D9B-4164-ACAC-39A85B1D7CEB}" dt="2026-09-21T12:19:15.111" v="2" actId="34807"/>
          <ac:picMkLst>
            <pc:docMk/>
            <pc:sldMk cId="0" sldId="256"/>
            <ac:picMk id="355" creationId="{CC1DFBD6-F901-F466-513B-F5463365BCCB}"/>
          </ac:picMkLst>
        </pc:picChg>
        <pc:picChg chg="add">
          <ac:chgData name="" userId="" providerId="" clId="Web-{212598FB-0D9B-4164-ACAC-39A85B1D7CEB}" dt="2026-09-21T12:19:15.111" v="2" actId="34807"/>
          <ac:picMkLst>
            <pc:docMk/>
            <pc:sldMk cId="0" sldId="256"/>
            <ac:picMk id="356" creationId="{C3CBBD99-C7A1-10B5-8241-23E1CE141CDD}"/>
          </ac:picMkLst>
        </pc:picChg>
        <pc:picChg chg="add">
          <ac:chgData name="" userId="" providerId="" clId="Web-{212598FB-0D9B-4164-ACAC-39A85B1D7CEB}" dt="2026-09-21T12:19:15.111" v="2" actId="34807"/>
          <ac:picMkLst>
            <pc:docMk/>
            <pc:sldMk cId="0" sldId="256"/>
            <ac:picMk id="357" creationId="{8FDADE51-8F40-329B-F5B4-42A35CE29B97}"/>
          </ac:picMkLst>
        </pc:picChg>
        <pc:picChg chg="add">
          <ac:chgData name="" userId="" providerId="" clId="Web-{212598FB-0D9B-4164-ACAC-39A85B1D7CEB}" dt="2026-09-21T12:19:15.111" v="2" actId="34807"/>
          <ac:picMkLst>
            <pc:docMk/>
            <pc:sldMk cId="0" sldId="256"/>
            <ac:picMk id="358" creationId="{C51DBFF7-EA9B-BF52-ACF7-6EDB9F2AB8A4}"/>
          </ac:picMkLst>
        </pc:picChg>
        <pc:picChg chg="add">
          <ac:chgData name="" userId="" providerId="" clId="Web-{212598FB-0D9B-4164-ACAC-39A85B1D7CEB}" dt="2026-09-21T12:19:15.111" v="2" actId="34807"/>
          <ac:picMkLst>
            <pc:docMk/>
            <pc:sldMk cId="0" sldId="256"/>
            <ac:picMk id="359" creationId="{C01C7EAC-52A5-3179-FF01-2CC862810445}"/>
          </ac:picMkLst>
        </pc:picChg>
      </pc:sldChg>
      <pc:sldMasterChg chg="modSp modSldLayout">
        <pc:chgData name="" userId="" providerId="" clId="Web-{212598FB-0D9B-4164-ACAC-39A85B1D7CEB}" dt="2026-09-21T12:18:34.688" v="0" actId="34807"/>
        <pc:sldMasterMkLst>
          <pc:docMk/>
          <pc:sldMasterMk cId="2209977519" sldId="2147483648"/>
        </pc:sldMasterMkLst>
        <pc:spChg chg="mod">
          <ac:chgData name="" userId="" providerId="" clId="Web-{212598FB-0D9B-4164-ACAC-39A85B1D7CEB}" dt="2026-09-21T12:18:34.688" v="0" actId="34807"/>
          <ac:spMkLst>
            <pc:docMk/>
            <pc:sldMasterMk cId="2209977519" sldId="2147483648"/>
            <ac:spMk id="2" creationId="{00000000-0000-0000-0000-000000000000}"/>
          </ac:spMkLst>
        </pc:spChg>
        <pc:spChg chg="mod">
          <ac:chgData name="" userId="" providerId="" clId="Web-{212598FB-0D9B-4164-ACAC-39A85B1D7CEB}" dt="2026-09-21T12:18:34.688" v="0" actId="34807"/>
          <ac:spMkLst>
            <pc:docMk/>
            <pc:sldMasterMk cId="2209977519" sldId="2147483648"/>
            <ac:spMk id="3" creationId="{00000000-0000-0000-0000-000000000000}"/>
          </ac:spMkLst>
        </pc:spChg>
        <pc:spChg chg="mod">
          <ac:chgData name="" userId="" providerId="" clId="Web-{212598FB-0D9B-4164-ACAC-39A85B1D7CEB}" dt="2026-09-21T12:18:34.688" v="0" actId="34807"/>
          <ac:spMkLst>
            <pc:docMk/>
            <pc:sldMasterMk cId="2209977519" sldId="2147483648"/>
            <ac:spMk id="4" creationId="{00000000-0000-0000-0000-000000000000}"/>
          </ac:spMkLst>
        </pc:spChg>
        <pc:spChg chg="mod">
          <ac:chgData name="" userId="" providerId="" clId="Web-{212598FB-0D9B-4164-ACAC-39A85B1D7CEB}" dt="2026-09-21T12:18:34.688" v="0" actId="34807"/>
          <ac:spMkLst>
            <pc:docMk/>
            <pc:sldMasterMk cId="2209977519" sldId="2147483648"/>
            <ac:spMk id="5" creationId="{00000000-0000-0000-0000-000000000000}"/>
          </ac:spMkLst>
        </pc:spChg>
        <pc:spChg chg="mod">
          <ac:chgData name="" userId="" providerId="" clId="Web-{212598FB-0D9B-4164-ACAC-39A85B1D7CEB}" dt="2026-09-21T12:18:34.688" v="0" actId="34807"/>
          <ac:spMkLst>
            <pc:docMk/>
            <pc:sldMasterMk cId="2209977519" sldId="2147483648"/>
            <ac:spMk id="6" creationId="{00000000-0000-0000-0000-000000000000}"/>
          </ac:spMkLst>
        </pc:spChg>
        <pc:sldLayoutChg chg="modSp">
          <pc:chgData name="" userId="" providerId="" clId="Web-{212598FB-0D9B-4164-ACAC-39A85B1D7CEB}" dt="2026-09-21T12:18:34.688" v="0" actId="34807"/>
          <pc:sldLayoutMkLst>
            <pc:docMk/>
            <pc:sldMasterMk cId="2209977519" sldId="2147483648"/>
            <pc:sldLayoutMk cId="3168075583" sldId="2147483649"/>
          </pc:sldLayoutMkLst>
          <pc:spChg chg="mod">
            <ac:chgData name="" userId="" providerId="" clId="Web-{212598FB-0D9B-4164-ACAC-39A85B1D7CEB}" dt="2026-09-21T12:18:34.688" v="0" actId="34807"/>
            <ac:spMkLst>
              <pc:docMk/>
              <pc:sldMasterMk cId="2209977519" sldId="2147483648"/>
              <pc:sldLayoutMk cId="3168075583" sldId="2147483649"/>
              <ac:spMk id="2" creationId="{00000000-0000-0000-0000-000000000000}"/>
            </ac:spMkLst>
          </pc:spChg>
          <pc:spChg chg="mod">
            <ac:chgData name="" userId="" providerId="" clId="Web-{212598FB-0D9B-4164-ACAC-39A85B1D7CEB}" dt="2026-09-21T12:18:34.688" v="0" actId="34807"/>
            <ac:spMkLst>
              <pc:docMk/>
              <pc:sldMasterMk cId="2209977519" sldId="2147483648"/>
              <pc:sldLayoutMk cId="3168075583" sldId="2147483649"/>
              <ac:spMk id="3" creationId="{00000000-0000-0000-0000-000000000000}"/>
            </ac:spMkLst>
          </pc:spChg>
        </pc:sldLayoutChg>
        <pc:sldLayoutChg chg="modSp">
          <pc:chgData name="" userId="" providerId="" clId="Web-{212598FB-0D9B-4164-ACAC-39A85B1D7CEB}" dt="2026-09-21T12:18:34.688" v="0" actId="34807"/>
          <pc:sldLayoutMkLst>
            <pc:docMk/>
            <pc:sldMasterMk cId="2209977519" sldId="2147483648"/>
            <pc:sldLayoutMk cId="960648375" sldId="2147483651"/>
          </pc:sldLayoutMkLst>
          <pc:spChg chg="mod">
            <ac:chgData name="" userId="" providerId="" clId="Web-{212598FB-0D9B-4164-ACAC-39A85B1D7CEB}" dt="2026-09-21T12:18:34.688" v="0" actId="34807"/>
            <ac:spMkLst>
              <pc:docMk/>
              <pc:sldMasterMk cId="2209977519" sldId="2147483648"/>
              <pc:sldLayoutMk cId="960648375" sldId="2147483651"/>
              <ac:spMk id="2" creationId="{00000000-0000-0000-0000-000000000000}"/>
            </ac:spMkLst>
          </pc:spChg>
          <pc:spChg chg="mod">
            <ac:chgData name="" userId="" providerId="" clId="Web-{212598FB-0D9B-4164-ACAC-39A85B1D7CEB}" dt="2026-09-21T12:18:34.688" v="0" actId="34807"/>
            <ac:spMkLst>
              <pc:docMk/>
              <pc:sldMasterMk cId="2209977519" sldId="2147483648"/>
              <pc:sldLayoutMk cId="960648375" sldId="2147483651"/>
              <ac:spMk id="3" creationId="{00000000-0000-0000-0000-000000000000}"/>
            </ac:spMkLst>
          </pc:spChg>
        </pc:sldLayoutChg>
        <pc:sldLayoutChg chg="modSp">
          <pc:chgData name="" userId="" providerId="" clId="Web-{212598FB-0D9B-4164-ACAC-39A85B1D7CEB}" dt="2026-09-21T12:18:34.688" v="0" actId="34807"/>
          <pc:sldLayoutMkLst>
            <pc:docMk/>
            <pc:sldMasterMk cId="2209977519" sldId="2147483648"/>
            <pc:sldLayoutMk cId="2782244947" sldId="2147483652"/>
          </pc:sldLayoutMkLst>
          <pc:spChg chg="mod">
            <ac:chgData name="" userId="" providerId="" clId="Web-{212598FB-0D9B-4164-ACAC-39A85B1D7CEB}" dt="2026-09-21T12:18:34.688" v="0" actId="34807"/>
            <ac:spMkLst>
              <pc:docMk/>
              <pc:sldMasterMk cId="2209977519" sldId="2147483648"/>
              <pc:sldLayoutMk cId="2782244947" sldId="2147483652"/>
              <ac:spMk id="3" creationId="{00000000-0000-0000-0000-000000000000}"/>
            </ac:spMkLst>
          </pc:spChg>
          <pc:spChg chg="mod">
            <ac:chgData name="" userId="" providerId="" clId="Web-{212598FB-0D9B-4164-ACAC-39A85B1D7CEB}" dt="2026-09-21T12:18:34.688" v="0" actId="34807"/>
            <ac:spMkLst>
              <pc:docMk/>
              <pc:sldMasterMk cId="2209977519" sldId="2147483648"/>
              <pc:sldLayoutMk cId="2782244947" sldId="2147483652"/>
              <ac:spMk id="4" creationId="{00000000-0000-0000-0000-000000000000}"/>
            </ac:spMkLst>
          </pc:spChg>
        </pc:sldLayoutChg>
        <pc:sldLayoutChg chg="modSp">
          <pc:chgData name="" userId="" providerId="" clId="Web-{212598FB-0D9B-4164-ACAC-39A85B1D7CEB}" dt="2026-09-21T12:18:34.688" v="0" actId="34807"/>
          <pc:sldLayoutMkLst>
            <pc:docMk/>
            <pc:sldMasterMk cId="2209977519" sldId="2147483648"/>
            <pc:sldLayoutMk cId="990158736" sldId="2147483653"/>
          </pc:sldLayoutMkLst>
          <pc:spChg chg="mod">
            <ac:chgData name="" userId="" providerId="" clId="Web-{212598FB-0D9B-4164-ACAC-39A85B1D7CEB}" dt="2026-09-21T12:18:34.688" v="0" actId="34807"/>
            <ac:spMkLst>
              <pc:docMk/>
              <pc:sldMasterMk cId="2209977519" sldId="2147483648"/>
              <pc:sldLayoutMk cId="990158736" sldId="2147483653"/>
              <ac:spMk id="3" creationId="{00000000-0000-0000-0000-000000000000}"/>
            </ac:spMkLst>
          </pc:spChg>
          <pc:spChg chg="mod">
            <ac:chgData name="" userId="" providerId="" clId="Web-{212598FB-0D9B-4164-ACAC-39A85B1D7CEB}" dt="2026-09-21T12:18:34.688" v="0" actId="34807"/>
            <ac:spMkLst>
              <pc:docMk/>
              <pc:sldMasterMk cId="2209977519" sldId="2147483648"/>
              <pc:sldLayoutMk cId="990158736" sldId="2147483653"/>
              <ac:spMk id="4" creationId="{00000000-0000-0000-0000-000000000000}"/>
            </ac:spMkLst>
          </pc:spChg>
          <pc:spChg chg="mod">
            <ac:chgData name="" userId="" providerId="" clId="Web-{212598FB-0D9B-4164-ACAC-39A85B1D7CEB}" dt="2026-09-21T12:18:34.688" v="0" actId="34807"/>
            <ac:spMkLst>
              <pc:docMk/>
              <pc:sldMasterMk cId="2209977519" sldId="2147483648"/>
              <pc:sldLayoutMk cId="990158736" sldId="2147483653"/>
              <ac:spMk id="5" creationId="{00000000-0000-0000-0000-000000000000}"/>
            </ac:spMkLst>
          </pc:spChg>
          <pc:spChg chg="mod">
            <ac:chgData name="" userId="" providerId="" clId="Web-{212598FB-0D9B-4164-ACAC-39A85B1D7CEB}" dt="2026-09-21T12:18:34.688" v="0" actId="34807"/>
            <ac:spMkLst>
              <pc:docMk/>
              <pc:sldMasterMk cId="2209977519" sldId="2147483648"/>
              <pc:sldLayoutMk cId="990158736" sldId="2147483653"/>
              <ac:spMk id="6" creationId="{00000000-0000-0000-0000-000000000000}"/>
            </ac:spMkLst>
          </pc:spChg>
        </pc:sldLayoutChg>
        <pc:sldLayoutChg chg="modSp">
          <pc:chgData name="" userId="" providerId="" clId="Web-{212598FB-0D9B-4164-ACAC-39A85B1D7CEB}" dt="2026-09-21T12:18:34.688" v="0" actId="34807"/>
          <pc:sldLayoutMkLst>
            <pc:docMk/>
            <pc:sldMasterMk cId="2209977519" sldId="2147483648"/>
            <pc:sldLayoutMk cId="1840726560" sldId="2147483656"/>
          </pc:sldLayoutMkLst>
          <pc:spChg chg="mod">
            <ac:chgData name="" userId="" providerId="" clId="Web-{212598FB-0D9B-4164-ACAC-39A85B1D7CEB}" dt="2026-09-21T12:18:34.688" v="0" actId="34807"/>
            <ac:spMkLst>
              <pc:docMk/>
              <pc:sldMasterMk cId="2209977519" sldId="2147483648"/>
              <pc:sldLayoutMk cId="1840726560" sldId="2147483656"/>
              <ac:spMk id="2" creationId="{00000000-0000-0000-0000-000000000000}"/>
            </ac:spMkLst>
          </pc:spChg>
          <pc:spChg chg="mod">
            <ac:chgData name="" userId="" providerId="" clId="Web-{212598FB-0D9B-4164-ACAC-39A85B1D7CEB}" dt="2026-09-21T12:18:34.688" v="0" actId="34807"/>
            <ac:spMkLst>
              <pc:docMk/>
              <pc:sldMasterMk cId="2209977519" sldId="2147483648"/>
              <pc:sldLayoutMk cId="1840726560" sldId="2147483656"/>
              <ac:spMk id="3" creationId="{00000000-0000-0000-0000-000000000000}"/>
            </ac:spMkLst>
          </pc:spChg>
          <pc:spChg chg="mod">
            <ac:chgData name="" userId="" providerId="" clId="Web-{212598FB-0D9B-4164-ACAC-39A85B1D7CEB}" dt="2026-09-21T12:18:34.688" v="0" actId="34807"/>
            <ac:spMkLst>
              <pc:docMk/>
              <pc:sldMasterMk cId="2209977519" sldId="2147483648"/>
              <pc:sldLayoutMk cId="1840726560" sldId="2147483656"/>
              <ac:spMk id="4" creationId="{00000000-0000-0000-0000-000000000000}"/>
            </ac:spMkLst>
          </pc:spChg>
        </pc:sldLayoutChg>
        <pc:sldLayoutChg chg="modSp">
          <pc:chgData name="" userId="" providerId="" clId="Web-{212598FB-0D9B-4164-ACAC-39A85B1D7CEB}" dt="2026-09-21T12:18:34.688" v="0" actId="34807"/>
          <pc:sldLayoutMkLst>
            <pc:docMk/>
            <pc:sldMasterMk cId="2209977519" sldId="2147483648"/>
            <pc:sldLayoutMk cId="3889236939" sldId="2147483657"/>
          </pc:sldLayoutMkLst>
          <pc:spChg chg="mod">
            <ac:chgData name="" userId="" providerId="" clId="Web-{212598FB-0D9B-4164-ACAC-39A85B1D7CEB}" dt="2026-09-21T12:18:34.688" v="0" actId="34807"/>
            <ac:spMkLst>
              <pc:docMk/>
              <pc:sldMasterMk cId="2209977519" sldId="2147483648"/>
              <pc:sldLayoutMk cId="3889236939" sldId="2147483657"/>
              <ac:spMk id="2" creationId="{00000000-0000-0000-0000-000000000000}"/>
            </ac:spMkLst>
          </pc:spChg>
          <pc:spChg chg="mod">
            <ac:chgData name="" userId="" providerId="" clId="Web-{212598FB-0D9B-4164-ACAC-39A85B1D7CEB}" dt="2026-09-21T12:18:34.688" v="0" actId="34807"/>
            <ac:spMkLst>
              <pc:docMk/>
              <pc:sldMasterMk cId="2209977519" sldId="2147483648"/>
              <pc:sldLayoutMk cId="3889236939" sldId="2147483657"/>
              <ac:spMk id="3" creationId="{00000000-0000-0000-0000-000000000000}"/>
            </ac:spMkLst>
          </pc:spChg>
          <pc:spChg chg="mod">
            <ac:chgData name="" userId="" providerId="" clId="Web-{212598FB-0D9B-4164-ACAC-39A85B1D7CEB}" dt="2026-09-21T12:18:34.688" v="0" actId="34807"/>
            <ac:spMkLst>
              <pc:docMk/>
              <pc:sldMasterMk cId="2209977519" sldId="2147483648"/>
              <pc:sldLayoutMk cId="3889236939" sldId="2147483657"/>
              <ac:spMk id="4" creationId="{00000000-0000-0000-0000-000000000000}"/>
            </ac:spMkLst>
          </pc:spChg>
        </pc:sldLayoutChg>
        <pc:sldLayoutChg chg="modSp">
          <pc:chgData name="" userId="" providerId="" clId="Web-{212598FB-0D9B-4164-ACAC-39A85B1D7CEB}" dt="2026-09-21T12:18:34.688" v="0" actId="34807"/>
          <pc:sldLayoutMkLst>
            <pc:docMk/>
            <pc:sldMasterMk cId="2209977519" sldId="2147483648"/>
            <pc:sldLayoutMk cId="3612223792" sldId="2147483659"/>
          </pc:sldLayoutMkLst>
          <pc:spChg chg="mod">
            <ac:chgData name="" userId="" providerId="" clId="Web-{212598FB-0D9B-4164-ACAC-39A85B1D7CEB}" dt="2026-09-21T12:18:34.688" v="0" actId="34807"/>
            <ac:spMkLst>
              <pc:docMk/>
              <pc:sldMasterMk cId="2209977519" sldId="2147483648"/>
              <pc:sldLayoutMk cId="3612223792" sldId="2147483659"/>
              <ac:spMk id="2" creationId="{00000000-0000-0000-0000-000000000000}"/>
            </ac:spMkLst>
          </pc:spChg>
          <pc:spChg chg="mod">
            <ac:chgData name="" userId="" providerId="" clId="Web-{212598FB-0D9B-4164-ACAC-39A85B1D7CEB}" dt="2026-09-21T12:18:34.688" v="0" actId="34807"/>
            <ac:spMkLst>
              <pc:docMk/>
              <pc:sldMasterMk cId="2209977519" sldId="2147483648"/>
              <pc:sldLayoutMk cId="3612223792" sldId="2147483659"/>
              <ac:spMk id="3" creationId="{00000000-0000-0000-0000-000000000000}"/>
            </ac:spMkLst>
          </pc:spChg>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DFDB540-1FF8-4CC3-B386-9DC081BB10DB}" type="datetimeFigureOut">
              <a:t>9/21/26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4887787-CB03-402B-A23B-1ED36C6FEAD5}" type="slidenum">
              <a:t>‹#›</a:t>
            </a:fld>
            <a:endParaRPr lang="en-US"/>
          </a:p>
        </p:txBody>
      </p:sp>
    </p:spTree>
    <p:extLst>
      <p:ext uri="{BB962C8B-B14F-4D97-AF65-F5344CB8AC3E}">
        <p14:creationId xmlns:p14="http://schemas.microsoft.com/office/powerpoint/2010/main" val="30316261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Allow 2 minutes. Walk the seven modules in order so the room has the shape of the day before the first deep dive. Each module keeps its own accent colour on its label here and through its own deck, so attendees can tell at a glance which module a slide belongs to. The arc runs from the signal path (what the system emits and how you read it) through the boundaries that govern it, the economics of running it, how quality is measured, the developer surface, and finally the capstone scoping session where each team writes its own charter. Timings and demo details live in each module's own deck — keep this slide to the overview.</a:t>
            </a:r>
          </a:p>
        </p:txBody>
      </p:sp>
      <p:sp>
        <p:nvSpPr>
          <p:cNvPr id="4" name="Slide Number Placeholder 3"/>
          <p:cNvSpPr>
            <a:spLocks noGrp="1"/>
          </p:cNvSpPr>
          <p:nvPr>
            <p:ph type="sldNum" sz="quarter" idx="5"/>
          </p:nvPr>
        </p:nvSpPr>
        <p:spPr/>
        <p:txBody>
          <a:bodyPr/>
          <a:lstStyle/>
          <a:p>
            <a:fld id="{D4887787-CB03-402B-A23B-1ED36C6FEAD5}" type="slidenum">
              <a:t>1</a:t>
            </a:fld>
            <a:endParaRPr lang="en-US"/>
          </a:p>
        </p:txBody>
      </p:sp>
    </p:spTree>
    <p:extLst>
      <p:ext uri="{BB962C8B-B14F-4D97-AF65-F5344CB8AC3E}">
        <p14:creationId xmlns:p14="http://schemas.microsoft.com/office/powerpoint/2010/main" val="413945506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9/21/26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9/21/26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9/21/26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9/21/26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9/21/26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9/21/26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9/21/26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9/21/26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200151"/>
            <a:ext cx="8229600" cy="339447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4767263"/>
            <a:ext cx="2133600" cy="273844"/>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9/21/26</a:t>
            </a:fld>
            <a:endParaRPr lang="en-US"/>
          </a:p>
        </p:txBody>
      </p:sp>
      <p:sp>
        <p:nvSpPr>
          <p:cNvPr id="5" name="Footer Placeholder 4"/>
          <p:cNvSpPr>
            <a:spLocks noGrp="1"/>
          </p:cNvSpPr>
          <p:nvPr>
            <p:ph type="ftr" sz="quarter" idx="3"/>
          </p:nvPr>
        </p:nvSpPr>
        <p:spPr>
          <a:xfrm>
            <a:off x="3124200" y="4767263"/>
            <a:ext cx="2895600" cy="273844"/>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4767263"/>
            <a:ext cx="2133600" cy="273844"/>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 Id="rId9" Type="http://schemas.openxmlformats.org/officeDocument/2006/relationships/image" Target="../media/image7.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5BB1FE5-09E7-C020-D584-DB1CE9D9805C}"/>
              </a:ext>
            </a:extLst>
          </p:cNvPr>
          <p:cNvSpPr/>
          <p:nvPr/>
        </p:nvSpPr>
        <p:spPr>
          <a:xfrm>
            <a:off x="365760" y="292608"/>
            <a:ext cx="8412480" cy="27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spc="400">
                <a:solidFill>
                  <a:srgbClr val="1F2933"/>
                </a:solidFill>
                <a:effectLst/>
                <a:latin typeface="Calibri" panose="020F0502020204030204" pitchFamily="34" charset="0"/>
              </a:rPr>
              <a:t>DAY 5  ·  AGENDA</a:t>
            </a:r>
          </a:p>
          <a:p>
            <a:pPr algn="l">
              <a:buNone/>
            </a:pPr>
            <a:r>
              <a:rPr lang="en-US" sz="100">
                <a:effectLst/>
              </a:rPr>
              <a:t> </a:t>
            </a:r>
            <a:endParaRPr lang="en-US"/>
          </a:p>
        </p:txBody>
      </p:sp>
      <p:sp>
        <p:nvSpPr>
          <p:cNvPr id="4" name="Rectangle 3">
            <a:extLst>
              <a:ext uri="{FF2B5EF4-FFF2-40B4-BE49-F238E27FC236}">
                <a16:creationId xmlns:a16="http://schemas.microsoft.com/office/drawing/2014/main" id="{DF9DA7FC-E786-AD8C-CA24-D10947F12174}"/>
              </a:ext>
            </a:extLst>
          </p:cNvPr>
          <p:cNvSpPr/>
          <p:nvPr/>
        </p:nvSpPr>
        <p:spPr>
          <a:xfrm>
            <a:off x="365760" y="566928"/>
            <a:ext cx="8412480" cy="6400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800" b="1">
                <a:solidFill>
                  <a:srgbClr val="1F2933"/>
                </a:solidFill>
                <a:effectLst/>
                <a:latin typeface="Calibri" panose="020F0502020204030204" pitchFamily="34" charset="0"/>
              </a:rPr>
              <a:t>What we'll cover today</a:t>
            </a:r>
          </a:p>
          <a:p>
            <a:pPr algn="l">
              <a:buNone/>
            </a:pPr>
            <a:r>
              <a:rPr lang="en-US" sz="100">
                <a:effectLst/>
              </a:rPr>
              <a:t> </a:t>
            </a:r>
            <a:endParaRPr lang="en-US"/>
          </a:p>
        </p:txBody>
      </p:sp>
      <p:sp>
        <p:nvSpPr>
          <p:cNvPr id="7" name="Rectangle 6">
            <a:extLst>
              <a:ext uri="{FF2B5EF4-FFF2-40B4-BE49-F238E27FC236}">
                <a16:creationId xmlns:a16="http://schemas.microsoft.com/office/drawing/2014/main" id="{F6D3B71A-EB75-5C6A-C07B-CC8FE8BFDFA0}"/>
              </a:ext>
            </a:extLst>
          </p:cNvPr>
          <p:cNvSpPr/>
          <p:nvPr/>
        </p:nvSpPr>
        <p:spPr>
          <a:xfrm>
            <a:off x="457200" y="1225296"/>
            <a:ext cx="731520" cy="25400"/>
          </a:xfrm>
          <a:prstGeom prst="rect">
            <a:avLst/>
          </a:prstGeom>
          <a:solidFill>
            <a:srgbClr val="1F2933"/>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A3F98A26-1F45-833A-F343-BBB732C3D490}"/>
              </a:ext>
            </a:extLst>
          </p:cNvPr>
          <p:cNvSpPr/>
          <p:nvPr/>
        </p:nvSpPr>
        <p:spPr>
          <a:xfrm>
            <a:off x="365760" y="1417320"/>
            <a:ext cx="8412480" cy="3657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300">
                <a:solidFill>
                  <a:srgbClr val="52606D"/>
                </a:solidFill>
                <a:effectLst/>
                <a:latin typeface="Calibri" panose="020F0502020204030204" pitchFamily="34" charset="0"/>
              </a:rPr>
              <a:t>Seven modules, from the signal path to your capstone charter.</a:t>
            </a:r>
          </a:p>
          <a:p>
            <a:pPr algn="l">
              <a:buNone/>
            </a:pPr>
            <a:r>
              <a:rPr lang="en-US" sz="100">
                <a:effectLst/>
              </a:rPr>
              <a:t> </a:t>
            </a:r>
            <a:endParaRPr lang="en-US"/>
          </a:p>
        </p:txBody>
      </p:sp>
      <p:sp>
        <p:nvSpPr>
          <p:cNvPr id="16" name="Rectangle 15">
            <a:extLst>
              <a:ext uri="{FF2B5EF4-FFF2-40B4-BE49-F238E27FC236}">
                <a16:creationId xmlns:a16="http://schemas.microsoft.com/office/drawing/2014/main" id="{832DDF1B-6410-D117-42A6-F24992895B2F}"/>
              </a:ext>
            </a:extLst>
          </p:cNvPr>
          <p:cNvSpPr/>
          <p:nvPr/>
        </p:nvSpPr>
        <p:spPr>
          <a:xfrm>
            <a:off x="777240" y="1828800"/>
            <a:ext cx="1920240" cy="3200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spc="200">
                <a:solidFill>
                  <a:srgbClr val="5B52C4"/>
                </a:solidFill>
                <a:effectLst/>
                <a:latin typeface="Calibri" panose="020F0502020204030204" pitchFamily="34" charset="0"/>
              </a:rPr>
              <a:t>MODULE 1</a:t>
            </a:r>
          </a:p>
          <a:p>
            <a:pPr algn="l">
              <a:buNone/>
            </a:pPr>
            <a:r>
              <a:rPr lang="en-US" sz="100">
                <a:effectLst/>
              </a:rPr>
              <a:t> </a:t>
            </a:r>
            <a:endParaRPr lang="en-US"/>
          </a:p>
        </p:txBody>
      </p:sp>
      <p:sp>
        <p:nvSpPr>
          <p:cNvPr id="22" name="Rectangle 21">
            <a:extLst>
              <a:ext uri="{FF2B5EF4-FFF2-40B4-BE49-F238E27FC236}">
                <a16:creationId xmlns:a16="http://schemas.microsoft.com/office/drawing/2014/main" id="{1EA78A73-1B20-847B-2845-6D4CE8DF1B38}"/>
              </a:ext>
            </a:extLst>
          </p:cNvPr>
          <p:cNvSpPr/>
          <p:nvPr/>
        </p:nvSpPr>
        <p:spPr>
          <a:xfrm>
            <a:off x="2651760" y="1828800"/>
            <a:ext cx="6126480" cy="3200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a:solidFill>
                  <a:srgbClr val="1F2933"/>
                </a:solidFill>
                <a:effectLst/>
                <a:latin typeface="Calibri" panose="020F0502020204030204" pitchFamily="34" charset="0"/>
              </a:rPr>
              <a:t>Observability in Generative AI</a:t>
            </a:r>
          </a:p>
          <a:p>
            <a:pPr algn="l">
              <a:buNone/>
            </a:pPr>
            <a:r>
              <a:rPr lang="en-US" sz="100">
                <a:effectLst/>
              </a:rPr>
              <a:t> </a:t>
            </a:r>
            <a:endParaRPr lang="en-US"/>
          </a:p>
        </p:txBody>
      </p:sp>
      <p:sp>
        <p:nvSpPr>
          <p:cNvPr id="29" name="Rectangle 28">
            <a:extLst>
              <a:ext uri="{FF2B5EF4-FFF2-40B4-BE49-F238E27FC236}">
                <a16:creationId xmlns:a16="http://schemas.microsoft.com/office/drawing/2014/main" id="{2061B98C-96B4-0C52-837F-C8A0032FC02F}"/>
              </a:ext>
            </a:extLst>
          </p:cNvPr>
          <p:cNvSpPr/>
          <p:nvPr/>
        </p:nvSpPr>
        <p:spPr>
          <a:xfrm>
            <a:off x="457200" y="2148840"/>
            <a:ext cx="8229600" cy="9525"/>
          </a:xfrm>
          <a:prstGeom prst="rect">
            <a:avLst/>
          </a:prstGeom>
          <a:solidFill>
            <a:srgbClr val="DFE2E7"/>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7" name="Rectangle 36">
            <a:extLst>
              <a:ext uri="{FF2B5EF4-FFF2-40B4-BE49-F238E27FC236}">
                <a16:creationId xmlns:a16="http://schemas.microsoft.com/office/drawing/2014/main" id="{A1D244BC-9511-5B02-F33C-18CA8CE7AEA5}"/>
              </a:ext>
            </a:extLst>
          </p:cNvPr>
          <p:cNvSpPr/>
          <p:nvPr/>
        </p:nvSpPr>
        <p:spPr>
          <a:xfrm>
            <a:off x="777240" y="2217420"/>
            <a:ext cx="1920240" cy="3200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spc="200">
                <a:solidFill>
                  <a:srgbClr val="A32B4E"/>
                </a:solidFill>
                <a:effectLst/>
                <a:latin typeface="Calibri" panose="020F0502020204030204" pitchFamily="34" charset="0"/>
              </a:rPr>
              <a:t>MODULE 2</a:t>
            </a:r>
          </a:p>
          <a:p>
            <a:pPr algn="l">
              <a:buNone/>
            </a:pPr>
            <a:r>
              <a:rPr lang="en-US" sz="100">
                <a:effectLst/>
              </a:rPr>
              <a:t> </a:t>
            </a:r>
            <a:endParaRPr lang="en-US"/>
          </a:p>
        </p:txBody>
      </p:sp>
      <p:sp>
        <p:nvSpPr>
          <p:cNvPr id="46" name="Rectangle 45">
            <a:extLst>
              <a:ext uri="{FF2B5EF4-FFF2-40B4-BE49-F238E27FC236}">
                <a16:creationId xmlns:a16="http://schemas.microsoft.com/office/drawing/2014/main" id="{AD55EF61-0C2B-2110-13B0-53E457532977}"/>
              </a:ext>
            </a:extLst>
          </p:cNvPr>
          <p:cNvSpPr/>
          <p:nvPr/>
        </p:nvSpPr>
        <p:spPr>
          <a:xfrm>
            <a:off x="2651760" y="2217420"/>
            <a:ext cx="6126480" cy="3200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a:solidFill>
                  <a:srgbClr val="1F2933"/>
                </a:solidFill>
                <a:effectLst/>
                <a:latin typeface="Calibri" panose="020F0502020204030204" pitchFamily="34" charset="0"/>
              </a:rPr>
              <a:t>Identity and Security</a:t>
            </a:r>
          </a:p>
          <a:p>
            <a:pPr algn="l">
              <a:buNone/>
            </a:pPr>
            <a:r>
              <a:rPr lang="en-US" sz="100">
                <a:effectLst/>
              </a:rPr>
              <a:t> </a:t>
            </a:r>
            <a:endParaRPr lang="en-US"/>
          </a:p>
        </p:txBody>
      </p:sp>
      <p:sp>
        <p:nvSpPr>
          <p:cNvPr id="56" name="Rectangle 55">
            <a:extLst>
              <a:ext uri="{FF2B5EF4-FFF2-40B4-BE49-F238E27FC236}">
                <a16:creationId xmlns:a16="http://schemas.microsoft.com/office/drawing/2014/main" id="{B9D379CE-A003-2064-565D-CB075A86AA17}"/>
              </a:ext>
            </a:extLst>
          </p:cNvPr>
          <p:cNvSpPr/>
          <p:nvPr/>
        </p:nvSpPr>
        <p:spPr>
          <a:xfrm>
            <a:off x="457200" y="2537460"/>
            <a:ext cx="8229600" cy="9525"/>
          </a:xfrm>
          <a:prstGeom prst="rect">
            <a:avLst/>
          </a:prstGeom>
          <a:solidFill>
            <a:srgbClr val="DFE2E7"/>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7" name="Rectangle 66">
            <a:extLst>
              <a:ext uri="{FF2B5EF4-FFF2-40B4-BE49-F238E27FC236}">
                <a16:creationId xmlns:a16="http://schemas.microsoft.com/office/drawing/2014/main" id="{37D5207B-D513-4099-58B4-CFEE976E0B90}"/>
              </a:ext>
            </a:extLst>
          </p:cNvPr>
          <p:cNvSpPr/>
          <p:nvPr/>
        </p:nvSpPr>
        <p:spPr>
          <a:xfrm>
            <a:off x="777240" y="2606040"/>
            <a:ext cx="1920240" cy="3200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spc="200">
                <a:solidFill>
                  <a:srgbClr val="8A5A17"/>
                </a:solidFill>
                <a:effectLst/>
                <a:latin typeface="Calibri" panose="020F0502020204030204" pitchFamily="34" charset="0"/>
              </a:rPr>
              <a:t>MODULE 3</a:t>
            </a:r>
          </a:p>
          <a:p>
            <a:pPr algn="l">
              <a:buNone/>
            </a:pPr>
            <a:r>
              <a:rPr lang="en-US" sz="100">
                <a:effectLst/>
              </a:rPr>
              <a:t> </a:t>
            </a:r>
            <a:endParaRPr lang="en-US"/>
          </a:p>
        </p:txBody>
      </p:sp>
      <p:sp>
        <p:nvSpPr>
          <p:cNvPr id="79" name="Rectangle 78">
            <a:extLst>
              <a:ext uri="{FF2B5EF4-FFF2-40B4-BE49-F238E27FC236}">
                <a16:creationId xmlns:a16="http://schemas.microsoft.com/office/drawing/2014/main" id="{95C9F256-AE04-2F40-8824-9E9DAFFF6209}"/>
              </a:ext>
            </a:extLst>
          </p:cNvPr>
          <p:cNvSpPr/>
          <p:nvPr/>
        </p:nvSpPr>
        <p:spPr>
          <a:xfrm>
            <a:off x="2651760" y="2606040"/>
            <a:ext cx="6126480" cy="3200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a:solidFill>
                  <a:srgbClr val="1F2933"/>
                </a:solidFill>
                <a:effectLst/>
                <a:latin typeface="Calibri" panose="020F0502020204030204" pitchFamily="34" charset="0"/>
              </a:rPr>
              <a:t>Responsible AI Boundaries</a:t>
            </a:r>
          </a:p>
          <a:p>
            <a:pPr algn="l">
              <a:buNone/>
            </a:pPr>
            <a:r>
              <a:rPr lang="en-US" sz="100">
                <a:effectLst/>
              </a:rPr>
              <a:t> </a:t>
            </a:r>
            <a:endParaRPr lang="en-US"/>
          </a:p>
        </p:txBody>
      </p:sp>
      <p:sp>
        <p:nvSpPr>
          <p:cNvPr id="92" name="Rectangle 91">
            <a:extLst>
              <a:ext uri="{FF2B5EF4-FFF2-40B4-BE49-F238E27FC236}">
                <a16:creationId xmlns:a16="http://schemas.microsoft.com/office/drawing/2014/main" id="{4B477BC4-A402-F8BB-B623-78CE6198D20C}"/>
              </a:ext>
            </a:extLst>
          </p:cNvPr>
          <p:cNvSpPr/>
          <p:nvPr/>
        </p:nvSpPr>
        <p:spPr>
          <a:xfrm>
            <a:off x="457200" y="2926080"/>
            <a:ext cx="8229600" cy="9525"/>
          </a:xfrm>
          <a:prstGeom prst="rect">
            <a:avLst/>
          </a:prstGeom>
          <a:solidFill>
            <a:srgbClr val="DFE2E7"/>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06" name="Rectangle 105">
            <a:extLst>
              <a:ext uri="{FF2B5EF4-FFF2-40B4-BE49-F238E27FC236}">
                <a16:creationId xmlns:a16="http://schemas.microsoft.com/office/drawing/2014/main" id="{567506A9-C5B7-5B48-6E45-D33291C46A63}"/>
              </a:ext>
            </a:extLst>
          </p:cNvPr>
          <p:cNvSpPr/>
          <p:nvPr/>
        </p:nvSpPr>
        <p:spPr>
          <a:xfrm>
            <a:off x="777240" y="2994660"/>
            <a:ext cx="1920240" cy="3200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spc="200">
                <a:solidFill>
                  <a:srgbClr val="3A6B35"/>
                </a:solidFill>
                <a:effectLst/>
                <a:latin typeface="Calibri" panose="020F0502020204030204" pitchFamily="34" charset="0"/>
              </a:rPr>
              <a:t>MODULE 4</a:t>
            </a:r>
          </a:p>
          <a:p>
            <a:pPr algn="l">
              <a:buNone/>
            </a:pPr>
            <a:r>
              <a:rPr lang="en-US" sz="100">
                <a:effectLst/>
              </a:rPr>
              <a:t> </a:t>
            </a:r>
            <a:endParaRPr lang="en-US"/>
          </a:p>
        </p:txBody>
      </p:sp>
      <p:sp>
        <p:nvSpPr>
          <p:cNvPr id="121" name="Rectangle 120">
            <a:extLst>
              <a:ext uri="{FF2B5EF4-FFF2-40B4-BE49-F238E27FC236}">
                <a16:creationId xmlns:a16="http://schemas.microsoft.com/office/drawing/2014/main" id="{E2D19E37-3784-BC80-1552-902ACCBAEADE}"/>
              </a:ext>
            </a:extLst>
          </p:cNvPr>
          <p:cNvSpPr/>
          <p:nvPr/>
        </p:nvSpPr>
        <p:spPr>
          <a:xfrm>
            <a:off x="2651760" y="2994660"/>
            <a:ext cx="6126480" cy="3200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a:solidFill>
                  <a:srgbClr val="1F2933"/>
                </a:solidFill>
                <a:effectLst/>
                <a:latin typeface="Calibri" panose="020F0502020204030204" pitchFamily="34" charset="0"/>
              </a:rPr>
              <a:t>Cost, Latency, and Model Routing</a:t>
            </a:r>
          </a:p>
          <a:p>
            <a:pPr algn="l">
              <a:buNone/>
            </a:pPr>
            <a:r>
              <a:rPr lang="en-US" sz="100">
                <a:effectLst/>
              </a:rPr>
              <a:t> </a:t>
            </a:r>
            <a:endParaRPr lang="en-US"/>
          </a:p>
        </p:txBody>
      </p:sp>
      <p:sp>
        <p:nvSpPr>
          <p:cNvPr id="137" name="Rectangle 136">
            <a:extLst>
              <a:ext uri="{FF2B5EF4-FFF2-40B4-BE49-F238E27FC236}">
                <a16:creationId xmlns:a16="http://schemas.microsoft.com/office/drawing/2014/main" id="{2400B2D4-10AD-4F24-1742-7553559FD5F2}"/>
              </a:ext>
            </a:extLst>
          </p:cNvPr>
          <p:cNvSpPr/>
          <p:nvPr/>
        </p:nvSpPr>
        <p:spPr>
          <a:xfrm>
            <a:off x="457200" y="3314700"/>
            <a:ext cx="8229600" cy="9525"/>
          </a:xfrm>
          <a:prstGeom prst="rect">
            <a:avLst/>
          </a:prstGeom>
          <a:solidFill>
            <a:srgbClr val="DFE2E7"/>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54" name="Rectangle 153">
            <a:extLst>
              <a:ext uri="{FF2B5EF4-FFF2-40B4-BE49-F238E27FC236}">
                <a16:creationId xmlns:a16="http://schemas.microsoft.com/office/drawing/2014/main" id="{0C533BC8-367D-4B57-312C-C2510F80CD7D}"/>
              </a:ext>
            </a:extLst>
          </p:cNvPr>
          <p:cNvSpPr/>
          <p:nvPr/>
        </p:nvSpPr>
        <p:spPr>
          <a:xfrm>
            <a:off x="777240" y="3383280"/>
            <a:ext cx="1920240" cy="3200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spc="200">
                <a:solidFill>
                  <a:srgbClr val="0F6E73"/>
                </a:solidFill>
                <a:effectLst/>
                <a:latin typeface="Calibri" panose="020F0502020204030204" pitchFamily="34" charset="0"/>
              </a:rPr>
              <a:t>MODULE 5</a:t>
            </a:r>
          </a:p>
          <a:p>
            <a:pPr algn="l">
              <a:buNone/>
            </a:pPr>
            <a:r>
              <a:rPr lang="en-US" sz="100">
                <a:effectLst/>
              </a:rPr>
              <a:t> </a:t>
            </a:r>
            <a:endParaRPr lang="en-US"/>
          </a:p>
        </p:txBody>
      </p:sp>
      <p:sp>
        <p:nvSpPr>
          <p:cNvPr id="172" name="Rectangle 171">
            <a:extLst>
              <a:ext uri="{FF2B5EF4-FFF2-40B4-BE49-F238E27FC236}">
                <a16:creationId xmlns:a16="http://schemas.microsoft.com/office/drawing/2014/main" id="{AC925E11-D4A1-8F76-C543-1CF073CCD754}"/>
              </a:ext>
            </a:extLst>
          </p:cNvPr>
          <p:cNvSpPr/>
          <p:nvPr/>
        </p:nvSpPr>
        <p:spPr>
          <a:xfrm>
            <a:off x="2651760" y="3383280"/>
            <a:ext cx="6126480" cy="3200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a:solidFill>
                  <a:srgbClr val="1F2933"/>
                </a:solidFill>
                <a:effectLst/>
                <a:latin typeface="Calibri" panose="020F0502020204030204" pitchFamily="34" charset="0"/>
              </a:rPr>
              <a:t>Production Evaluation</a:t>
            </a:r>
          </a:p>
          <a:p>
            <a:pPr algn="l">
              <a:buNone/>
            </a:pPr>
            <a:r>
              <a:rPr lang="en-US" sz="100">
                <a:effectLst/>
              </a:rPr>
              <a:t> </a:t>
            </a:r>
            <a:endParaRPr lang="en-US"/>
          </a:p>
        </p:txBody>
      </p:sp>
      <p:sp>
        <p:nvSpPr>
          <p:cNvPr id="191" name="Rectangle 190">
            <a:extLst>
              <a:ext uri="{FF2B5EF4-FFF2-40B4-BE49-F238E27FC236}">
                <a16:creationId xmlns:a16="http://schemas.microsoft.com/office/drawing/2014/main" id="{8314C589-E6B7-0381-FD1D-C2DD4760C098}"/>
              </a:ext>
            </a:extLst>
          </p:cNvPr>
          <p:cNvSpPr/>
          <p:nvPr/>
        </p:nvSpPr>
        <p:spPr>
          <a:xfrm>
            <a:off x="457200" y="3703320"/>
            <a:ext cx="8229600" cy="9525"/>
          </a:xfrm>
          <a:prstGeom prst="rect">
            <a:avLst/>
          </a:prstGeom>
          <a:solidFill>
            <a:srgbClr val="DFE2E7"/>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11" name="Rectangle 210">
            <a:extLst>
              <a:ext uri="{FF2B5EF4-FFF2-40B4-BE49-F238E27FC236}">
                <a16:creationId xmlns:a16="http://schemas.microsoft.com/office/drawing/2014/main" id="{F513F0BD-ACB2-7D01-06B0-1F4FEE878CB0}"/>
              </a:ext>
            </a:extLst>
          </p:cNvPr>
          <p:cNvSpPr/>
          <p:nvPr/>
        </p:nvSpPr>
        <p:spPr>
          <a:xfrm>
            <a:off x="777240" y="3771900"/>
            <a:ext cx="1920240" cy="3200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spc="200">
                <a:solidFill>
                  <a:srgbClr val="3E5C99"/>
                </a:solidFill>
                <a:effectLst/>
                <a:latin typeface="Calibri" panose="020F0502020204030204" pitchFamily="34" charset="0"/>
              </a:rPr>
              <a:t>MODULE 6</a:t>
            </a:r>
          </a:p>
          <a:p>
            <a:pPr algn="l">
              <a:buNone/>
            </a:pPr>
            <a:r>
              <a:rPr lang="en-US" sz="100">
                <a:effectLst/>
              </a:rPr>
              <a:t> </a:t>
            </a:r>
            <a:endParaRPr lang="en-US"/>
          </a:p>
        </p:txBody>
      </p:sp>
      <p:sp>
        <p:nvSpPr>
          <p:cNvPr id="232" name="Rectangle 231">
            <a:extLst>
              <a:ext uri="{FF2B5EF4-FFF2-40B4-BE49-F238E27FC236}">
                <a16:creationId xmlns:a16="http://schemas.microsoft.com/office/drawing/2014/main" id="{4FCF0098-9149-6E4E-51F8-AF56AB19F07C}"/>
              </a:ext>
            </a:extLst>
          </p:cNvPr>
          <p:cNvSpPr/>
          <p:nvPr/>
        </p:nvSpPr>
        <p:spPr>
          <a:xfrm>
            <a:off x="2651760" y="3771900"/>
            <a:ext cx="6126480" cy="3200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a:solidFill>
                  <a:srgbClr val="1F2933"/>
                </a:solidFill>
                <a:effectLst/>
                <a:latin typeface="Calibri" panose="020F0502020204030204" pitchFamily="34" charset="0"/>
              </a:rPr>
              <a:t>Foundry Toolkit for VS Code</a:t>
            </a:r>
          </a:p>
          <a:p>
            <a:pPr algn="l">
              <a:buNone/>
            </a:pPr>
            <a:r>
              <a:rPr lang="en-US" sz="100">
                <a:effectLst/>
              </a:rPr>
              <a:t> </a:t>
            </a:r>
            <a:endParaRPr lang="en-US"/>
          </a:p>
        </p:txBody>
      </p:sp>
      <p:sp>
        <p:nvSpPr>
          <p:cNvPr id="254" name="Rectangle 253">
            <a:extLst>
              <a:ext uri="{FF2B5EF4-FFF2-40B4-BE49-F238E27FC236}">
                <a16:creationId xmlns:a16="http://schemas.microsoft.com/office/drawing/2014/main" id="{35D969DF-1571-2C51-88CC-B87D214BB53B}"/>
              </a:ext>
            </a:extLst>
          </p:cNvPr>
          <p:cNvSpPr/>
          <p:nvPr/>
        </p:nvSpPr>
        <p:spPr>
          <a:xfrm>
            <a:off x="457200" y="4091940"/>
            <a:ext cx="8229600" cy="9525"/>
          </a:xfrm>
          <a:prstGeom prst="rect">
            <a:avLst/>
          </a:prstGeom>
          <a:solidFill>
            <a:srgbClr val="DFE2E7"/>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77" name="Rectangle 276">
            <a:extLst>
              <a:ext uri="{FF2B5EF4-FFF2-40B4-BE49-F238E27FC236}">
                <a16:creationId xmlns:a16="http://schemas.microsoft.com/office/drawing/2014/main" id="{6A9521DC-8783-3731-FD11-D532341ED875}"/>
              </a:ext>
            </a:extLst>
          </p:cNvPr>
          <p:cNvSpPr/>
          <p:nvPr/>
        </p:nvSpPr>
        <p:spPr>
          <a:xfrm>
            <a:off x="777240" y="4160520"/>
            <a:ext cx="1920240" cy="3200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spc="200">
                <a:solidFill>
                  <a:srgbClr val="8A3D93"/>
                </a:solidFill>
                <a:effectLst/>
                <a:latin typeface="Calibri" panose="020F0502020204030204" pitchFamily="34" charset="0"/>
              </a:rPr>
              <a:t>MODULE 7</a:t>
            </a:r>
          </a:p>
          <a:p>
            <a:pPr algn="l">
              <a:buNone/>
            </a:pPr>
            <a:r>
              <a:rPr lang="en-US" sz="100">
                <a:effectLst/>
              </a:rPr>
              <a:t> </a:t>
            </a:r>
            <a:endParaRPr lang="en-US"/>
          </a:p>
        </p:txBody>
      </p:sp>
      <p:sp>
        <p:nvSpPr>
          <p:cNvPr id="301" name="Rectangle 300">
            <a:extLst>
              <a:ext uri="{FF2B5EF4-FFF2-40B4-BE49-F238E27FC236}">
                <a16:creationId xmlns:a16="http://schemas.microsoft.com/office/drawing/2014/main" id="{326CA594-CACF-802B-05D5-35326F4084E2}"/>
              </a:ext>
            </a:extLst>
          </p:cNvPr>
          <p:cNvSpPr/>
          <p:nvPr/>
        </p:nvSpPr>
        <p:spPr>
          <a:xfrm>
            <a:off x="2651760" y="4160520"/>
            <a:ext cx="6126480" cy="3200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a:solidFill>
                  <a:srgbClr val="1F2933"/>
                </a:solidFill>
                <a:effectLst/>
                <a:latin typeface="Calibri" panose="020F0502020204030204" pitchFamily="34" charset="0"/>
              </a:rPr>
              <a:t>Capstone Scoping Working Session</a:t>
            </a:r>
          </a:p>
          <a:p>
            <a:pPr algn="l">
              <a:buNone/>
            </a:pPr>
            <a:r>
              <a:rPr lang="en-US" sz="100">
                <a:effectLst/>
              </a:rPr>
              <a:t> </a:t>
            </a:r>
            <a:endParaRPr lang="en-US"/>
          </a:p>
        </p:txBody>
      </p:sp>
      <p:sp>
        <p:nvSpPr>
          <p:cNvPr id="326" name="Rectangle 325">
            <a:extLst>
              <a:ext uri="{FF2B5EF4-FFF2-40B4-BE49-F238E27FC236}">
                <a16:creationId xmlns:a16="http://schemas.microsoft.com/office/drawing/2014/main" id="{83D0A518-8AB6-D1BD-4B3A-12B305323C1D}"/>
              </a:ext>
            </a:extLst>
          </p:cNvPr>
          <p:cNvSpPr/>
          <p:nvPr/>
        </p:nvSpPr>
        <p:spPr>
          <a:xfrm>
            <a:off x="457200" y="4480560"/>
            <a:ext cx="8229600" cy="9525"/>
          </a:xfrm>
          <a:prstGeom prst="rect">
            <a:avLst/>
          </a:prstGeom>
          <a:solidFill>
            <a:srgbClr val="DFE2E7"/>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52" name="Rectangle 351">
            <a:extLst>
              <a:ext uri="{FF2B5EF4-FFF2-40B4-BE49-F238E27FC236}">
                <a16:creationId xmlns:a16="http://schemas.microsoft.com/office/drawing/2014/main" id="{3D9665F4-CF63-53B8-DEF2-B06A03D97948}"/>
              </a:ext>
            </a:extLst>
          </p:cNvPr>
          <p:cNvSpPr/>
          <p:nvPr/>
        </p:nvSpPr>
        <p:spPr>
          <a:xfrm>
            <a:off x="365760" y="4823460"/>
            <a:ext cx="5669280" cy="2286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a:solidFill>
                  <a:srgbClr val="52606D"/>
                </a:solidFill>
                <a:effectLst/>
                <a:latin typeface="Calibri" panose="020F0502020204030204" pitchFamily="34" charset="0"/>
              </a:rPr>
              <a:t>Building AI Apps &amp; Agents  ·  Microsoft Foundry  ·  Day 5</a:t>
            </a:r>
          </a:p>
          <a:p>
            <a:pPr algn="l">
              <a:buNone/>
            </a:pPr>
            <a:r>
              <a:rPr lang="en-US" sz="100">
                <a:effectLst/>
              </a:rPr>
              <a:t> </a:t>
            </a:r>
            <a:endParaRPr lang="en-US"/>
          </a:p>
        </p:txBody>
      </p:sp>
      <p:pic>
        <p:nvPicPr>
          <p:cNvPr id="353" name="Picture 352" descr="working/ic/i6.png">
            <a:extLst>
              <a:ext uri="{FF2B5EF4-FFF2-40B4-BE49-F238E27FC236}">
                <a16:creationId xmlns:a16="http://schemas.microsoft.com/office/drawing/2014/main" id="{D7533041-887D-AF7D-E672-79687AB7216B}"/>
              </a:ext>
            </a:extLst>
          </p:cNvPr>
          <p:cNvPicPr>
            <a:picLocks noChangeAspect="1"/>
          </p:cNvPicPr>
          <p:nvPr/>
        </p:nvPicPr>
        <p:blipFill>
          <a:blip r:embed="rId3"/>
          <a:stretch>
            <a:fillRect/>
          </a:stretch>
        </p:blipFill>
        <p:spPr>
          <a:xfrm>
            <a:off x="457200" y="1851660"/>
            <a:ext cx="274320" cy="274320"/>
          </a:xfrm>
          <a:prstGeom prst="rect">
            <a:avLst/>
          </a:prstGeom>
        </p:spPr>
      </p:pic>
      <p:pic>
        <p:nvPicPr>
          <p:cNvPr id="354" name="Picture 353" descr="working/ic2/i4.png">
            <a:extLst>
              <a:ext uri="{FF2B5EF4-FFF2-40B4-BE49-F238E27FC236}">
                <a16:creationId xmlns:a16="http://schemas.microsoft.com/office/drawing/2014/main" id="{85D2D643-8C8D-F62D-F61D-99EE6CE3AEAA}"/>
              </a:ext>
            </a:extLst>
          </p:cNvPr>
          <p:cNvPicPr>
            <a:picLocks noChangeAspect="1"/>
          </p:cNvPicPr>
          <p:nvPr/>
        </p:nvPicPr>
        <p:blipFill>
          <a:blip r:embed="rId4"/>
          <a:stretch>
            <a:fillRect/>
          </a:stretch>
        </p:blipFill>
        <p:spPr>
          <a:xfrm>
            <a:off x="457200" y="2240280"/>
            <a:ext cx="274320" cy="274320"/>
          </a:xfrm>
          <a:prstGeom prst="rect">
            <a:avLst/>
          </a:prstGeom>
        </p:spPr>
      </p:pic>
      <p:pic>
        <p:nvPicPr>
          <p:cNvPr id="355" name="Picture 354" descr="working/ic3/i3.png">
            <a:extLst>
              <a:ext uri="{FF2B5EF4-FFF2-40B4-BE49-F238E27FC236}">
                <a16:creationId xmlns:a16="http://schemas.microsoft.com/office/drawing/2014/main" id="{CC1DFBD6-F901-F466-513B-F5463365BCCB}"/>
              </a:ext>
            </a:extLst>
          </p:cNvPr>
          <p:cNvPicPr>
            <a:picLocks noChangeAspect="1"/>
          </p:cNvPicPr>
          <p:nvPr/>
        </p:nvPicPr>
        <p:blipFill>
          <a:blip r:embed="rId5"/>
          <a:stretch>
            <a:fillRect/>
          </a:stretch>
        </p:blipFill>
        <p:spPr>
          <a:xfrm>
            <a:off x="457200" y="2628900"/>
            <a:ext cx="274320" cy="274320"/>
          </a:xfrm>
          <a:prstGeom prst="rect">
            <a:avLst/>
          </a:prstGeom>
        </p:spPr>
      </p:pic>
      <p:pic>
        <p:nvPicPr>
          <p:cNvPr id="356" name="Picture 355" descr="working/ic4/i12.png">
            <a:extLst>
              <a:ext uri="{FF2B5EF4-FFF2-40B4-BE49-F238E27FC236}">
                <a16:creationId xmlns:a16="http://schemas.microsoft.com/office/drawing/2014/main" id="{C3CBBD99-C7A1-10B5-8241-23E1CE141CDD}"/>
              </a:ext>
            </a:extLst>
          </p:cNvPr>
          <p:cNvPicPr>
            <a:picLocks noChangeAspect="1"/>
          </p:cNvPicPr>
          <p:nvPr/>
        </p:nvPicPr>
        <p:blipFill>
          <a:blip r:embed="rId6"/>
          <a:stretch>
            <a:fillRect/>
          </a:stretch>
        </p:blipFill>
        <p:spPr>
          <a:xfrm>
            <a:off x="457200" y="3017520"/>
            <a:ext cx="274320" cy="274320"/>
          </a:xfrm>
          <a:prstGeom prst="rect">
            <a:avLst/>
          </a:prstGeom>
        </p:spPr>
      </p:pic>
      <p:pic>
        <p:nvPicPr>
          <p:cNvPr id="357" name="Picture 356" descr="working/icons/image5.png">
            <a:extLst>
              <a:ext uri="{FF2B5EF4-FFF2-40B4-BE49-F238E27FC236}">
                <a16:creationId xmlns:a16="http://schemas.microsoft.com/office/drawing/2014/main" id="{8FDADE51-8F40-329B-F5B4-42A35CE29B97}"/>
              </a:ext>
            </a:extLst>
          </p:cNvPr>
          <p:cNvPicPr>
            <a:picLocks noChangeAspect="1"/>
          </p:cNvPicPr>
          <p:nvPr/>
        </p:nvPicPr>
        <p:blipFill>
          <a:blip r:embed="rId7"/>
          <a:stretch>
            <a:fillRect/>
          </a:stretch>
        </p:blipFill>
        <p:spPr>
          <a:xfrm>
            <a:off x="457200" y="3406140"/>
            <a:ext cx="274320" cy="274320"/>
          </a:xfrm>
          <a:prstGeom prst="rect">
            <a:avLst/>
          </a:prstGeom>
        </p:spPr>
      </p:pic>
      <p:pic>
        <p:nvPicPr>
          <p:cNvPr id="358" name="Picture 357" descr="working/ic6/i8.png">
            <a:extLst>
              <a:ext uri="{FF2B5EF4-FFF2-40B4-BE49-F238E27FC236}">
                <a16:creationId xmlns:a16="http://schemas.microsoft.com/office/drawing/2014/main" id="{C51DBFF7-EA9B-BF52-ACF7-6EDB9F2AB8A4}"/>
              </a:ext>
            </a:extLst>
          </p:cNvPr>
          <p:cNvPicPr>
            <a:picLocks noChangeAspect="1"/>
          </p:cNvPicPr>
          <p:nvPr/>
        </p:nvPicPr>
        <p:blipFill>
          <a:blip r:embed="rId8"/>
          <a:stretch>
            <a:fillRect/>
          </a:stretch>
        </p:blipFill>
        <p:spPr>
          <a:xfrm>
            <a:off x="457200" y="3794760"/>
            <a:ext cx="274320" cy="274320"/>
          </a:xfrm>
          <a:prstGeom prst="rect">
            <a:avLst/>
          </a:prstGeom>
        </p:spPr>
      </p:pic>
      <p:pic>
        <p:nvPicPr>
          <p:cNvPr id="359" name="Picture 358" descr="working/ic7/i11.png">
            <a:extLst>
              <a:ext uri="{FF2B5EF4-FFF2-40B4-BE49-F238E27FC236}">
                <a16:creationId xmlns:a16="http://schemas.microsoft.com/office/drawing/2014/main" id="{C01C7EAC-52A5-3179-FF01-2CC862810445}"/>
              </a:ext>
            </a:extLst>
          </p:cNvPr>
          <p:cNvPicPr>
            <a:picLocks noChangeAspect="1"/>
          </p:cNvPicPr>
          <p:nvPr/>
        </p:nvPicPr>
        <p:blipFill>
          <a:blip r:embed="rId9"/>
          <a:stretch>
            <a:fillRect/>
          </a:stretch>
        </p:blipFill>
        <p:spPr>
          <a:xfrm>
            <a:off x="457200" y="4183380"/>
            <a:ext cx="274320" cy="27432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Metadata/LabelInfo.xml><?xml version="1.0" encoding="utf-8"?>
<clbl:labelList xmlns:clbl="http://schemas.microsoft.com/office/2020/mipLabelMetadata">
  <clbl:label id="{9fbde396-1a24-4c79-8edf-9254a0f35055}" enabled="1" method="Standard" siteId="{72f988bf-86f1-41af-91ab-2d7cd011db47}" removed="0"/>
</clbl:labelList>
</file>

<file path=docProps/app.xml><?xml version="1.0" encoding="utf-8"?>
<Properties xmlns="http://schemas.openxmlformats.org/officeDocument/2006/extended-properties" xmlns:vt="http://schemas.openxmlformats.org/officeDocument/2006/docPropsVTypes">
  <TotalTime>1</TotalTime>
  <Words>221</Words>
  <Application>Microsoft Macintosh PowerPoint</Application>
  <PresentationFormat>On-screen Show (16:9)</PresentationFormat>
  <Paragraphs>38</Paragraphs>
  <Slides>1</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Arial</vt:lpstr>
      <vt:lpstr>Calibri</vt:lpstr>
      <vt:lpstr>Office Theme</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
  <cp:lastModifiedBy>Jim Welch</cp:lastModifiedBy>
  <cp:revision>6</cp:revision>
  <dcterms:created xsi:type="dcterms:W3CDTF">2026-09-21T12:18:10Z</dcterms:created>
  <dcterms:modified xsi:type="dcterms:W3CDTF">2026-09-21T19:26:30Z</dcterms:modified>
  <cp:category/>
</cp:coreProperties>
</file>