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module. Objective: everyone leaves the live session with a green light on their environment. Async lab starts immediately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reflection &gt; code. The reflection.md is the actual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 live show-of-hands: 'raise your hand if az login didn't work.' Fix issues in real time before they leave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file layout so nothing feels mysterious. Show the actual repo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reflection is the deliverable. Part C is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norm that asking is encouraged. First-hour blocker rate matters more than final completion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look-before-you-leap slide. Save the async portion from the same-question-x-15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expectations. Attendees who hit 90 min on Part A should ask for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client-side agent (Python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Foundry PromptAgent (versioned, portal-configured)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(bonus) — Foundry HostedAgent (non-versioned)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part_a_client_side_agent.py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part_b_foundry_prompt_agent.py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part_c_foundry_hosted_agent.py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csharp/PartA_ClientSideAgent/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client-side agent handles non-streaming and streaming multi-turn questions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created a PromptAgent in the portal (version 1.0) and MAF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thread state live in Part A vs. Part B?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`uv sync`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~45 min for most attendees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~45 min including portal setup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~20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functional agent, three hosting styles.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2026-07-22T16:39:51Z</dcterms:created>
  <dcterms:modified xsi:type="dcterms:W3CDTF">2026-07-22T16:39:51Z</dcterms:modified>
</cp:coreProperties>
</file>