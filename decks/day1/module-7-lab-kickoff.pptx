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Publix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Facilitator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Emphasize: solo OR small teams of 2–3, their choice
• Timing: capstone runs ~4–6 weeks after workshop close
• Cohort 1 target: reviews complete by end of Nov 2026 (before blackout)
• 1:1 review is coaching, not scoring — reassure any nervous attendees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Solo, or teams of 2–3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target completion 4–6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architecture review with Jim (± Pradeep)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you'd want to build next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