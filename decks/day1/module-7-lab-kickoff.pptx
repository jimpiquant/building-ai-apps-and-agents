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module. Objective: everyone leaves the live session with a green light on their environment. Async lab starts immediately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reflection &gt; code. The reflection.md is the actual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 live show-of-hands: 'raise your hand if az login didn't work.' Fix issues in real time before they leave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file layout so nothing feels mysterious. Show the actual repo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reflection is the deliverable. Focus on trade-offs, not on maximum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norm that asking is encouraged. First-hour blocker rate matters more than final completion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look-before-you-leap slide. Save the async portion from the same-question-x-15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expectations. Attendees who hit 90 min on Part C should ask for 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Sign-off. Encourage attendees to start the lab in a small pair or group if the async time doesn't line up individually.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7373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2026-07-23T16:43:02Z</dcterms:created>
  <dcterms:modified xsi:type="dcterms:W3CDTF">2026-07-23T16:43:02Z</dcterms:modified>
</cp:coreProperties>
</file>