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Short module — 25 min
• Objective: every attendee leaves live session with a GREEN LIGHT on env
• Async lab starts immediately after
• The reflection is the deliverable, not the code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Emphasize: reflection &gt; code
• reflection.md is the actual deliverable
• Attendees who write 3 solid reflection answers &gt; attendees who complete all 3 parts
• Preview the 4 reflection questions — don't wait for them to read the lab
• Same underlying docs-assistant behavior three ways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Live show-of-hands moment
• Ask: 'raise your hand if az login didn't work'
• Ask: 'raise your hand if python --version doesn't show 3.11+'
• Ask: 'raise your hand if you don't have your project endpoint yet'
• Fix issues in real time — do NOT let them accumulate to async time
• If more than 20% of attendees are stuck, delay the lab kickoff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Walk through the file layout so nothing feels mysterious
• Show the actual repo URL live: github.com/JimPiquant/Building-AI-Apps-and-Agents
• Explain uv briefly: 'uv sync creates a .venv and installs deps'
• Point out .env.example → copy to .env → fill in
• Never commit .env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reflection is the deliverable, not the code output
• Focus on TRADE-OFFS between paths, not on maximum coverage
• Four questions to answer:
•   1. Which path felt fastest to iterate on and why?
•   2. What does Foundry manage in A/B that you'd handle in C?
•   3. For a scenario you know, which path would you pick?
•   4. What would you want to try next?
• Attendee who completes Parts A + C with good reflection &gt; attendee who completes all 3 with none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the norm: asking questions is encouraged, not embarrassing
• First-hour blocker rate matters more than final completion rate
• Channels: workshop chat for blockers, pair programming for stuck code
• Instructor is on during async time; response times vary
• If stuck &gt; 20 min on the same thing, ping the channel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Look-before-you-leap slide — this saves you 15 identical questions later
• Walk through the 4 gotchas quickly
• az login OK but 401 → Foundry User role missing at resource scope
• FOUNDRY_PROJECT_ENDPOINT not found → copy from .env.example
• Model deployment name mismatch → not the same as the model name
• Python packages missing → uv sync from labs/day1/python/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realistic expectations before they start
• Part A: ~30 min · Part B: ~30 min · Part C: ~45 min
• Reflection commit: ~10 min
• Total: ~2 hours of async work
• Attendees who hit 90 min on Part C should ping the channel
• Going long often means an env or RBAC issue, not a code issue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Plant the seed on Day 1 — attendees have all week to marinate on scenarios
• Everyone on a team of 2–3 — no solo path this time
• Timeline: 2–3 weeks between Day 5 close and demo day
• Workshop timing: workshop ends wk of Oct 12; demo day lands wk of Nov 2 or Nov 9
• Format: shared demo day, not 1:1 reviews
•   ~15 min per team (10 demo + 5 Q&amp;A / coaching)
•   Pradeep + Jim attend; attendees also see each other's work
• Character stays coaching + feedback — no ranking, no scoring
• Every required element maps to a day of the workshop:
•   MAF agent → Day 1
•   Grounding + tools → Day 2
•   MCP / production shape → Day 3
•   Multi-agent + eval → Day 4
•   Observability + deployment → Day 5
• Point out reflection question 4 explicitly — it's the seed
• Ask attendees to jot down 2–3 scenario ideas + potential teammates by end of the week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Sign-off · Day 1 wrap
• Encourage attendees to start the lab in a small pair or group if async time doesn't line up individually
• Reinforce the capstone seed one more time
• Confirm no vocabulary confusion (Prompt agent / Hosted agent / Path C) before releasing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Kickoff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agents, same job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build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small docs assistant, three ways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Prompt agent (created in the portal, no code to maintain)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Hosted agent (deploy your own with azd; explore what Foundry manages)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— Your own code calling the Responses API (MAF in Python or C#)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each the same questions and compare behavior, latency, and where thread state lives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check — before you start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20116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 login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 account show --query name -o tsv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azd version              # Azure Developer CLI (used from Day 3 onward)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--version         # 3.11+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--version         # 10.0+ (optional, if doing C#)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uv --version             # required for Python labs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310896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FOUNDRY_PROJECT_ENDPOINT (from the portal tour)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deployment name in that project (recommended: gpt-5.4-mini)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anything fails, flag it now — get unblocked before the async portion.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 and starter templates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13716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https://github.com/JimPiquant/Building-AI-Apps-and-Agents.git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cd Building-AI-Apps-and-Agents/labs/day1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copy env template and fill in your values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cp .env.example .env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260604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lab lives under labs/day1/.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926080"/>
            <a:ext cx="8412480" cy="19202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3017520"/>
            <a:ext cx="8138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labs/day1/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README.md                 ← the lab instructions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python/                   ← Python starter templates (uv)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pyproject.toml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part_a_prompt_agent.py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├── part_b_hosted_agent.py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│   └── part_c_responses_api.py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csharp/PartC_ResponsesApi/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criteria — what 'done' looks like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runs — you created a Prompt agent in the Foundry portal (version 1.0) and your MAF app connects to 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runs — you deploy your own Hosted agent with azd and walk the portal to see what Foundry manages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runs — your MAF app calls the Responses API and handles multi-turn, streaming, and non-streaming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reflection.md committed to your fork: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Foundry manage for you in Parts A and B that you'd handle yourself in Part C?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felt faster to iterate on?</a:t>
            </a:r>
            <a:endParaRPr lang="en-US" sz="15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would you pick for a shared cross-team production agent? Why?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get help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Blocking issue? Post in the workshop channel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/ RBAC / quota? Usually a 5-minute fix — flag in chat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stuck? Pair up — lab is designed to be doable, not solo-only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 is on for questions during the async portion; response times vary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early gotchas (skim before you start)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login succeeded but MAF still 401s — may need Azure AI User role on the project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FOUNDRY_PROJECT_ENDPOINT not set — copy from .env.example, paste from portal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 name mismatch — deployment name is not the same as model name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package missing — uv sync from labs/day1/python/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expectations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→ about 30 min (portal setup + connection)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→ about 45 min (deploy your own Hosted agent via azd + connect + portal exploration)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→ about 45 min (most of the code writing lives here; stretch deploy adds ~30 min)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commit → ~10 min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~2 hours of async work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long? Ping a instructor — we'll help you scope down.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Preview: your capstone project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workshop ends with a team capstone. Start thinking about your scenario this week — every day gives you a piece.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format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709160" y="16916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elements (each day gives you a piece)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65760" y="2148840"/>
            <a:ext cx="40690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of 2–3 · everyone participates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at Day 5 close · demo day 2–3 weeks after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demo day — all teams present to Pradeep + Jim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min per team (10 demo + 5 Q&amp;A + coaching)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Coaching and feedback — no competitive scoring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team's choice of scenario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09160" y="2148840"/>
            <a:ext cx="40690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MAF agent (Prompt agent, Hosted agent, or Path C)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in a Foundry-deployed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one Toolbox tool, MCP server, or function tool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least one Foundry IQ source or custom RAG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golden set of ≥10 items + captured eval score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OTel traces visible in the portal or App Insights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diagram + README with 30-day next steps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5760" y="452628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455371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today: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 question #4 asks what scenario your team would build — that's your capstone starter.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underlying docs-assistant behavior — three hosting options with Foundry.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feeling the difference — not just making the code run.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reflection is the deliverable, not the code.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noodling on your capstone scenario this week.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Day 1 live content. Have fun with the lab.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2026-08-10T21:49:39Z</dcterms:created>
  <dcterms:modified xsi:type="dcterms:W3CDTF">2026-08-10T21:49:39Z</dcterms:modified>
</cp:coreProperties>
</file>