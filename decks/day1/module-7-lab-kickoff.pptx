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 · everyone participates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all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 + coaching)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