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the lab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the lab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role is 'Foundry User' (not old 'Azure AI User'); scope is the RESOURCE (not the project)
• Look-before-you-leap slide — this saves you 15 identical questions later
• Walk through the 4 gotchas quickly
• az login OK but 401 → Foundry User role at Foundry resource scope (portal IAM on the resource)
• FOUNDRY_PROJECT_ENDPOINT not found → copy from .env.example
• Model deployment name mismatch → not the same as the model name
• Python packages missing → uv sync from labs/day1/python/ — NOT pip install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lab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The workshop owners and participants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lab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(deploy your own with azd;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session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</a:t>
            </a:r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</a:t>
            </a:r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</a:t>
            </a:r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(recommended: gpt-5.6-luna)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lab.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part_c_responses_api.py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deploy your own Hosted agent with azd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lab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need the Foundry User role on the Foundry RESOURCE (not the project). Fix in Access Control (IAM) on the resource.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run uv sync from labs/day1/python/ (do not use pip install)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45 min (deploy your own Hosted agent via azd + 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lab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an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— every day gives you a piece.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08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406908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later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teams present to the workshop owners and participants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1965960"/>
            <a:ext cx="406908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— Foundry-hosted or self-hosted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994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2026-09-01T16:42:08Z</dcterms:created>
  <dcterms:modified xsi:type="dcterms:W3CDTF">2026-09-01T16:42:08Z</dcterms:modified>
</cp:coreProperties>
</file>