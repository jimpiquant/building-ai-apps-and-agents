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Instructor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Workshop timing: workshop ends wk of Oct 12; demo day lands wk of Nov 2 or Nov 9
• Format: shared demo day, not 1:1 reviews
•   ~15 min per team (10 demo + 5 Q&amp;A / coaching)
•   Pradeep + Jim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async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(deploy your own with azd;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deploy your own Hosted agent with azd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production agent?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45 min (deploy your own Hosted agent via azd + 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instructor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this week — every day gives you a piece.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 (each day gives you a piece)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 · everyone participates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after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all teams present to Pradeep + Jim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 + coaching)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competitive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(Prompt agent, Hosted agent, or Path C)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visible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537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2026-07-29T22:23:03Z</dcterms:created>
  <dcterms:modified xsi:type="dcterms:W3CDTF">2026-07-29T22:23:03Z</dcterms:modified>
</cp:coreProperties>
</file>