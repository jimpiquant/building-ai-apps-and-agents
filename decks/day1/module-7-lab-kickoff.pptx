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Short module — 25 min
• Objective: every attendee leaves live session with a GREEN LIGHT on env
• Async lab starts immediately after
• The reflection is the deliverable, not the code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Emphasize: reflection &gt; code
• reflection.md is the actual deliverable
• Attendees who write 3 solid reflection answers &gt; attendees who complete all 3 parts
• Preview the 4 reflection questions — don't wait for them to read the lab
• Same underlying docs-assistant behavior three ways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show-of-hands moment
• Ask: 'raise your hand if az login didn't work'
• Ask: 'raise your hand if python --version doesn't show 3.11+'
• Ask: 'raise your hand if you don't have your project endpoint yet'
• Fix issues in real time — do NOT let them accumulate to async time
• If more than 20% of attendees are stuck, delay the lab kickoff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through the file layout so nothing feels mysterious
• Show the actual repo URL live: github.com/JimPiquant/Building-AI-Apps-and-Agents
• Explain uv briefly: 'uv sync creates a .venv and installs deps'
• Point out .env.example → copy to .env → fill in
• Never commit .env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reflection is the deliverable, not the code output
• Focus on TRADE-OFFS between paths, not on maximum coverage
• Four questions to answer:
•   1. Which path felt fastest to iterate on and why?
•   2. What does Foundry manage in A/B that you'd handle in C?
•   3. For a Publix scenario you know, which path would you pick?
•   4. What would you want to try next?
• Attendee who completes Parts A + C with good reflection &gt; attendee who completes all 3 with none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the norm: asking questions is encouraged, not embarrassing
• First-hour blocker rate matters more than final completion rate
• Channels: workshop chat for blockers, pair programming for stuck code
• Facilitator is on during async time; response times vary
• If stuck &gt; 20 min on the same thing, ping the channel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Look-before-you-leap slide — this saves you 15 identical questions later
• Walk through the 4 gotchas quickly
• az login OK but 401 → Foundry User role missing at resource scope
• FOUNDRY_PROJECT_ENDPOINT not found → copy from .env.example
• Model deployment name mismatch → not the same as the model name
• Python packages missing → uv sync from labs/day1/python/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realistic expectations before they start
• Part A: ~30 min · Part B: ~30 min · Part C: ~45 min
• Reflection commit: ~10 min
• Total: ~2 hours of async work
• Attendees who hit 90 min on Part C should ping the channel
• Going long often means an env or RBAC issue, not a code issue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Sign-off. Encourage attendees to start the lab in a small pair or group if the async time doesn't line up individually.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agents, same job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small docs assistant, three ways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 (created in the portal, no code to maintain)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 (connect to a pre-deployed one; explore what Foundry manages)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calling the Responses API (MAF in Python or C#)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the same questions and compare behavior, latency, and where thread state lives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check — before you start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7373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login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account show --query name -o tsv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         # 3.11+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--version         # 10.0+ (optional, if doing C#)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--version             # required for Python labs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1089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(from the portal tour)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deployment name in that project (e.g., gpt-4o or gpt-5.4-mini)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anything fails, flag it now — get unblocked before the async portion.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and starter templates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https://github.com/JimPiquant/Building-AI-Apps-and-Agents.git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Building-AI-Apps-and-Agents/labs/day1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copy env template and fill in your values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lab lives under labs/day1/.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926080"/>
            <a:ext cx="8412480" cy="19202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01752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labs/day1/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README.md                 ← the lab instructions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python/                   ← Python starter templates (uv)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pyproject.toml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part_a_prompt_agent.py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part_b_hosted_agent.py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part_c_responses_api.py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csharp/PartC_ResponsesApi/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 — what 'done' looks like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runs — you created a Prompt agent in the Foundry portal (version 1.0) and your MAF app connects to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runs — you connect to a pre-deployed Hosted agent and walk the portal to see what Foundry manages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runs — your MAF app calls the Responses API and handles multi-turn, streaming, and non-streaming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reflection.md committed to your fork: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Foundry manage for you in Parts A and B that you'd handle yourself in Part C?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felt faster to iterate on?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would you pick for a shared cross-team agent at Publix? Why?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get help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issue? Post in the workshop channel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/ RBAC / quota? Usually a 5-minute fix — flag in chat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stuck? Pair up — lab is designed to be doable, not solo-only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is on for questions during the async portion; response times vary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early gotchas (skim before you start)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login succeeded but MAF still 401s — may need Azure AI User role on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not set — copy from .env.example, paste from portal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 name mismatch — deployment name is not the same as model name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package missing — uv sync from labs/day1/python/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expectations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→ about 30 min (portal setup + connection)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→ about 30 min (connect + portal exploration)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→ about 45 min (most of the code writing lives here; stretch deploy adds ~30 min)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commit → ~10 min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~2 hours of async work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long? Ping a facilitator — we'll help you scope down.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— three hosting options with Foundry.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feeling the difference — not just making the code run.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reflection is the deliverable, not the code.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Day 1 live content. Have fun with the lab.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2026-07-25T13:28:22Z</dcterms:created>
  <dcterms:modified xsi:type="dcterms:W3CDTF">2026-07-25T13:28:22Z</dcterms:modified>
</cp:coreProperties>
</file>