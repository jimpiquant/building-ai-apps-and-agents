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Part C is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A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csharp/PartB_ResponsesApi/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 connect to a pre-deployed Hosted agent and walked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thread state live in Part A vs. Part B?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~45 min for most attendees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~45 min including portal setup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~20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ways to run an agent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2026-07-22T20:31:33Z</dcterms:created>
  <dcterms:modified xsi:type="dcterms:W3CDTF">2026-07-22T20:31:33Z</dcterms:modified>
</cp:coreProperties>
</file>