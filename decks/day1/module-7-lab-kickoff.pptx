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Publix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Facilitator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Emphasize: solo OR small teams of 2–3, their choice
• Timing: capstone runs ~4–6 weeks after workshop close
• Cohort 1 target: reviews complete by end of Nov 2026 (before blackout)
• 1:1 review is coaching, not scoring — reassure any nervous attendees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(connect to a pre-deployed one;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(e.g., gpt-4o or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connect to a pre-deployed Hosted agent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agent at Publix?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30 min (connect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facilitator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Solo, or teams of 2–3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target completion 4–6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architecture review with Jim (± Pradeep)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you'd want to build next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2026-07-25T14:06:03Z</dcterms:created>
  <dcterms:modified xsi:type="dcterms:W3CDTF">2026-07-25T14:06:03Z</dcterms:modified>
</cp:coreProperties>
</file>