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REFRAMED 2026-08-19: was 'Three ways to run an agent with Foundry'
• New framing per Learn docs: two hosting families (Foundry-hosted, self-hosted)
• Under Foundry-hosted there are two flavors: Prompt agents + Hosted agents
• Learn ground truth:
•   https://learn.microsoft.com/agent-framework/hosting/
•   https://learn.microsoft.com/agent-framework/hosting/foundry-hosted-agent
•   https://learn.microsoft.com/agent-framework/hosting/self-hosting/
• Time budget: 35 min. Now 15 body slides so pace matters
• Anchor: 'first choose who operates the infrastructure; that's the hosting model. Protocol is a separate choice.'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taxonomy overview slide, grounded in Learn hosting/
• Two families. Under Foundry-hosted, two flavors.
• Prompt agent = configuration only (Foundry Agent Service concept)
• Hosted agent = your MAF code, containerized (uses agent-framework-foundry-hosting package)
• Self-hosted = your app, your runtime, using agent-framework-hosting-* packages if you want protocol endpoints
• Repeat the hosting-vs-protocol split — hosting = WHO runs. Protocol = HOW clients reach.
• Diagram grounded in the top-level hosting/ Learn 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First of the two families — Foundry-hosted
• GA — production ready today
• Two flavors under this family
• The two-row table is what attendees should memorize
• Anchor: 'Foundry runs the container. You own the code or configuration.'
• Next two slides drill into Prompt agent then Hosted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Foundry-hosted · Prompt agent = 'start here' recommendation
• Zero code, zero compute — just configuration
• Two authoring modes: SDK/REST/YAML (IaC-first norm, CI/CD-friendly) or Foundry portal (exploration)
• Best for: fast start, internal tools, agents without custom orchestration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Foundry-hosted · Hosted agent = 'Foundry as agent APP host'
• Your code (MAF, LangGraph, OpenAI Agents SDK, or your own)
• Packaged as container (or zip; Foundry builds the image)
• Package: agent-framework-foundry-hosting (prerelease). Exposes agent via Foundry Responses or Invocations protocol.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This applies to both Prompt agents and Hosted agents in the Foundry-hosted family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bridge slide into the second family
• Framing: MAF gives you HELPERS, not a full server
• Your app owns routing, auth, storage, deployment, scaling
• Python packages: agent-framework-hosting + -hosting-{responses|a2a|mcp|telegram}. All prerelease.
• C# packages: Microsoft.Agents.AI.Hosting + Microsoft.Agents.AI.Hosting.OpenAI / .AspNetCore. Prerelease.
• Anchor: 'you need application-level control' — that's the reason to reach for self-hosting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Self-hosted · Python = most common developer path
• Your MAF app in your own process (laptop, ACA, App Service, AKS, Functions)
• You manage the runtime; Foundry serves the model + tools via Responses API
• This is the simplest self-hosted form — no protocol endpoint, app calls agent.run() directly
• For protocol endpoints (Responses / A2A / MCP / Telegram), see the next-next slide
• KEY POINT: this code becomes a Foundry-hosted Hosted agent by packaging, NOT by rewriting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self-hosted
• Python and C# APIs mirror closely
• Same primitives, same shape, same 'process calls Foundry' pattern
• For C# devs: this is what self-hosted looks like in .NET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separates the hosting model choice from the protocol choice
• One self-hosted app can expose SEVERAL protocols against the same agent target
• Four common protocols today: Responses, A2A, MCP, Telegram
• Foundry-hosted agents also expose Responses + Invocations — same protocol, different host
• Rule of thumb slide callout: hosting = WHO runs. Protocol = HOW clients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Self-hosted is the most portable — but you handle endpoint/scale/identity
• Foundry-hosted · Prompt is the least portable — Foundry-only by construction
• Foundry-hosted · Hosted is middle — portable code, non-portable Foundry-managed features
• The 'iteration speed' row: Prompt slowest (publish), Self-hosted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both families
• Example: shared read-only Prompt agent + custom orchestration Hosted agent + embedded self-hosted assistant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gotchas are the terminology collisions this module was designed to fix
•   1. 'Prompt agent = client-side' → wrong; Prompt agent is Foundry-managed
•   2. 'Hosted agent = my code anywhere in Azure' → wrong; specifically means Foundry-run container
•   3. 'Self-hosted means no MAF hosting packages' → wrong; that's exactly where they live
• Reinforce all three — attendees will trip on this in the weeks after the workshop
• Portability gotcha: Prompt is Foundry-only; Hosted keeps managed features behind the endpoint
• Hosting/protocol split — pick each separately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both families
• BUT: Foundry-specific FEATURES (Toolbox skills, IQ, agent identity) stay behind the Foundry endpoint
• Be honest about that coupling — don't oversell portability
• Practical advice: prototype self-hosted, promote to Foundry-hosted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to the two families:
•   Part A + B = Foundry-hosted (Prompt + Hosted flavors)
•   Part C = Self-hosted
• Part A: Prompt agent (~30 min)
• Part B: Hosted agent — deploy your own with azd (~45 min)
• Part C: self-hosted code + Responses API (~45 min)
• Stretch: zip your Part C code and deploy as your own Foundry-hosted Hosted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 Attendees should be able to say 'Foundry-hosted' and 'self-hosted' out loud correctly.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Agent Framework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and self-hosted — pick what your app needs to own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process lives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choose who operates the infrastructure. Hosting model is separate from the protocol clients use to reach your agent.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397764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002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· GA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560320"/>
            <a:ext cx="3429000" cy="8686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603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only — no code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3520440"/>
            <a:ext cx="3429000" cy="86868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204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8862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code, containerized · Foundry runs 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600200"/>
            <a:ext cx="397764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6002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63440" y="20116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the process · Python prerelease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2560320"/>
            <a:ext cx="3429000" cy="182880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5603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hosting packages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83480" y="297180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agent-framework-hosting + protocol packages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(Responses / A2A / MCP / Telegram)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owns routing, auth, storage,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scaling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family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hosting. Generally available today.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runs: the container, autoscale, session persistence, platform integration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own: agent code (Hosted flavor) or configuration (Prompt flavor), plus Foundry settings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Foundry-hosted when: you want Microsoft-managed hosting and don't need application-level control over the runtime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inside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only — instructions, model, tools. Versioned.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start, internal tools, no custom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MAF code, packaged as a container (or zip, Foundry builds the image)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with custom code — with managed hosting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aka.ms/agent-framework/hosting/foundry-hosted-agent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code (or LangGraph, or the OpenAI / Anthropic Agents SDK), packaged as a container or a source zip. Foundry runs the container with managed endpoint, autoscale, dedicated Entra identity, end-to-end observability, and content safety. Author-time package: agent-framework-foundry-hosting (prerelease). Exposes your agent via the Foundry Responses or Invocations protocol.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603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family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the agent process in your own web app, container, service, or runtime. Your application owns routing, identity, authorization, request policy, storage, deployment, scaling.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828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provides hosting helpers, not a server: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2402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agent-framework-hosting (session state) plus protocol packages (-hosting-responses, -hosting-a2a, -hosting-mcp, -hosting-telegram). Prerelease.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C#: Microsoft.Agents.AI.Hosting (session store, DI integration) plus protocol packages. Prerelease.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you: AgentState / SessionStore (Python) or AddAIAgent / AgentSessionStore (C#), plus protocol integrations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plugs these into its own framework (FastAPI, ASP.NET Core, Django, Azure Functions, …)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self-hosted when: you need application-level control or must integrate with existing infrastructure.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aka.ms/agent-framework/hosting/self-hosting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· Python — Agent +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self-hosted form: your app calls agent.run(...) directly. Your process. Your runtime. No protocol endpoint yet.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Foundry-hosted — the same MAF code can be repackaged as a Foundry-hosted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·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Self-hosting: pick a protocol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clients need to reach your self-hosted agent over the network, add a protocol integration package. Same agent target, different clients.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830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  <a:gridCol w="24688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Responses /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agent-framework-hosting-responses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Microsoft.Agents.AI.Hosting.OpenAI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OpenAI-compatible 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Agent-to-Agent (A2A)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agent-framework-hosting-a2a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(protocol integration)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+ messaging between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Context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(protocol integration)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 agent as an MCP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Telegram Bot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agent-framework-hosting-telegram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Telegram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hosting model = who runs it. Protocol = how clients reach it. Pick them separately.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50749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aka.ms/agent-framework/hosting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Foundry-hosted · Prompt agent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observability? → Foundry-hosted · Hosted agent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either Foundry-hosted flavor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Self-hosted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Self-hosted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integrate with existing infrastructure — auth, tenancy, storage — that you already control? → Self-hosted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both families.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App Service that calls Responses is self-hosted, not Foundry-hosted.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"Self-hosted means no MAF hosting packages" — wrong. Self-hosting is where the agent-framework-hosting-* packages live.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Prompt is Foundry-only by construction. Hosted keeps Foundry-managed features behind the endpoint. Self-hosted is the most portable.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hosting model with protocol — hosting model = who runs it. Protocol = how clients reach it. Both families expose Responses.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MAF code can be repackaged as a Foundry-hosted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(Hosted)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Foundry-hosted managed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event-driven or HTTP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self-hosted.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(Toolbox, IQ, agent identity) become available on Foundry-hosted.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Foundry-hosted Prompt agent: create in your Foundry project, connect from your MAF 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Foundry-hosted Hosted agent: deploy your own with azd; connect and walk the portal (endpoint, tracing, dedicated identity, content safety)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Self-hosted: build an MAF app in Python that runs in your process and calls Responses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code with a custom function tool or a Foundry IQ knowledge source (deep dive on Days 2–3)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behavior, both hosting families.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hosting families: Foundry-hosted (Microsoft-managed, GA) and self-hosted (your app owns the runtime).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Foundry-hosted: Prompt agents (configuration only) and Hosted agents (your MAF code, containerized).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 can move between self-hosted and Foundry-hosted without a rewrite.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model and protocol are separate choices — Responses / A2A / MCP / Telegram can layer on top of either family.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2026-08-19T21:21:42Z</dcterms:created>
  <dcterms:modified xsi:type="dcterms:W3CDTF">2026-08-19T21:21:42Z</dcterms:modified>
</cp:coreProperties>
</file>