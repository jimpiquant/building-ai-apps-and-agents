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deploy your own with azd (~45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deploy your own Hosted agent with azd; connect to it and walk the portal to see what Foundry manages (endpoint, tracing, dedicated identity,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Part C code with a custom function tool or a Foundry IQ knowledge source (both deep-dive on Days 2–3)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