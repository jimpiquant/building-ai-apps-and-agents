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Terminology-heavy module — get the words RIGHT
• These are the actual Foundry Agent Service terms from Learn docs
• Wrong vocabulary here cascades into confusion for the rest of the week
• One-sentence framing: 'three paths, one Responses API'
• Ordering: A → B → C = most Foundry-managed to least Foundry-managed
• Time budget: 35 min. Code slides are quick; comparison + gotchas take more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Responses API is the shared entry point across ALL three paths
• What changes across paths:
•   Where the code runs
•   Who manages the runtime
• Ordering: A most-managed → C least-managed (increasing attendee ownership)
• Path B and Path C use THE SAME MAF code — call this out 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A = Prompt agent = Foundry's 'start here' recommendation
• Zero code, zero compute — just configuration
• Two authoring modes: SDK/REST/YAML (IaC-first norm, CI/CD-friendly) or Foundry portal (exploration)
• Best for: fast start, internal tools, agents without custom orchestration
• Fastest way to see an agent working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B = Hosted agent = the 'Foundry as agent app host' story
• Foundry stops being just a model host — starts being an agent APP host
• Your code (MAF, LangGraph, OpenAI Agents SDK, or your own)
• Packaged as container (or zip; Foundry builds the image)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Managed endpoint, autoscale, Entra identity, tracing, content safety, Toolbox, memory
• This is the 'more than model hosting' pitch you flagged as important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C = your own code + Responses API = the most common developer path
• Your MAF app in your own process (laptop, ACA, App Service, AKS, Functions)
• You manage the runtime; Foundry serves the model + tools
• KEY POINT: Path C code becomes a Path B Hosted agent by packaging
•   → NOT by rewriting
•   → same MAF code, different destination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Path C
• Python and C# APIs mirror closely
• Same primitives, same shape, same 'process calls Foundry' pattern
• For C# devs: this is what Part C of the lab looks like in C#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Path C is the most portable — but you handle endpoint/scale/identity
• Path A is the least portable — Foundry-only by construction
• Path B is middle — portable code, non-portable Foundry-managed features
• The 'cost model' row is important: Path B adds container compute
• The 'iteration speed' row: A slowest (publish), C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paths
• Example: shared read-only Prompt agent (A) + custom orchestration agent (B) + embedded assistant (C)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two gotchas are the terminology collisions this module was designed to fix
•   1. 'Prompt agent = client-side' → wrong; Prompt agent is Foundry-managed
•   2. 'Hosted agent = my code anywhere in Azure' → wrong; specifically means Foundry-run container
• Reinforce both — attendees will trip on this in the weeks after the workshop
• Portability gotcha (#3): Path A is Foundry-only; Path B keeps managed features behind the endpoint
• Auth gotcha (#4): all three use Azure identity, but authenticate to different targets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all three destinations
• BUT: Foundry-specific FEATURES (Toolbox skills, IQ, agent identity) stay behind the endpoint
• Be honest about that coupling — don't oversell portability
• Practical advice: prototype in Path C, promote to A or B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1:1 to the three paths just covered
• Part A: Prompt agent (~30 min)
• Part B: Hosted agent — connect to pre-deployed (~30 min)
• Part C: your code + Responses API — the meaty coding part (~45 min)
• Stretch: zip your Part C code and deploy as your own Hosted agent
• Attendees should feel prepared, not overwhelmed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via the SDK / REST (IaC-first norm, CI/CD-friendly), as a declarative YAML definition, or in the Foundry portal (fine for exploration).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connect to a pre-deployed Hosted agent in the sandbox; walk the portal to see what Foundry manages (endpoint, tracing, identity, Toolbox tool,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zip your Part C code and deploy it as your own Hosted agent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2026-07-27T15:38:19Z</dcterms:created>
  <dcterms:modified xsi:type="dcterms:W3CDTF">2026-07-27T15:38:19Z</dcterms:modified>
</cp:coreProperties>
</file>