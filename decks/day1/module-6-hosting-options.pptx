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Terminology-heavy module — get the words RIGHT
• These are the actual Foundry Agent Service terms from Learn docs
• Wrong vocabulary here cascades into confusion for the rest of the week
• One-sentence framing: 'three paths, one Responses API'
• Ordering: A → B → C = most Foundry-managed to least Foundry-managed
• Time budget: 35 min. Code slides are quick; comparison + gotchas take more time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Anchor slide — the payoff for the whole module
• Responses API is the shared entry point across ALL three paths
• What changes across paths:
•   Where the code runs
•   Who manages the runtime
• Ordering: A most-managed → C least-managed (increasing attendee ownership)
• Path B and Path C use THE SAME MAF code — call this out early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Path A = Prompt agent = Foundry's 'start here' recommendation
• Zero code, zero compute — just configuration
• Two authoring modes: SDK/REST/YAML (IaC-first norm, CI/CD-friendly) or Foundry portal (exploration)
• Best for: fast start, internal tools, agents without custom orchestration
• Fastest way to see an agent working
• Attendees do this in Part A of the lab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Path B = Hosted agent = the 'Foundry as agent app host' story
• Foundry stops being just a model host — starts being an agent APP host
• Your code (MAF, LangGraph, OpenAI Agents SDK, or your own)
• Packaged as container (or zip; Foundry builds the image)
• Foundry runs it with: managed endpoint, autoscale, dedicated Entra identity, observability
• Best for: production agents with custom code that need managed hosting + identity
• Attendees see this in Part B of the lab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answer to 'why not just run my own container in ACA or AKS?'
• Foundry hosts your app runtime AND the tooling around it in ONE place
• What you write: agent logic, instructions, tools, tests, CI
• What Foundry gives you: everything else on the right column
• Managed endpoint, autoscale, Entra identity, tracing, content safety, Toolbox, memory
• This is the 'more than model hosting' pitch you flagged as important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Path C = your own code + Responses API = the most common developer path
• Your MAF app in your own process (laptop, ACA, App Service, AKS, Functions)
• You manage the runtime; Foundry serves the model + tools
• KEY POINT: Path C code becomes a Path B Hosted agent by packaging
•   → NOT by rewriting
•   → same MAF code, different destination
• Best for: embedding in existing apps, prototyping, full runtime control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AIProjectClient(...).AsAIAgent(...) = C#'s way to write Path C
• Python and C# APIs mirror closely
• Same primitives, same shape, same 'process calls Foundry' pattern
• For C# devs: this is what Part C of the lab looks like in C#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Walk down each row — ~10 seconds per row
• Path C is the most portable — but you handle endpoint/scale/identity
• Path A is the least portable — Foundry-only by construction
• Path B is middle — portable code, non-portable Foundry-managed features
• The 'cost model' row is important: Path B adds container compute
• The 'iteration speed' row: A slowest (publish), C fastest (edit + restart)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Ask: 'anyone see their scenario fitting more than one row?'
• Many will — that's the point
• Real systems mix paths
• Example: shared read-only Prompt agent (A) + custom orchestration agent (B) + embedded assistant (C)
• There is no wrong answer if you're honest about the constraints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first two gotchas are the terminology collisions this module was designed to fix
•   1. 'Prompt agent = client-side' → wrong; Prompt agent is Foundry-managed
•   2. 'Hosted agent = my code anywhere in Azure' → wrong; specifically means Foundry-run container
• Reinforce both — attendees will trip on this in the weeks after the workshop
• Portability gotcha (#3): Path A is Foundry-only; Path B keeps managed features behind the endpoint
• Auth gotcha (#4): all three use Azure identity, but authenticate to different targets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Anti-lock-in reassurance — attendees worry about being trapped
• The MAF code you write is portable across all three destinations
• BUT: Foundry-specific FEATURES (Toolbox skills, IQ, agent identity) stay behind the endpoint
• Be honest about that coupling — don't oversell portability
• Practical advice: prototype in Path C, promote to A or B later
• The 'same code, different destination' pitch is the platform's design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Bridge to Module 7 (lab kickoff)
• Three parts map 1:1 to the three paths just covered
• Part A: Prompt agent (~30 min)
• Part B: Hosted agent — deploy your own with azd (~45 min)
• Part C: your code + Responses API — the meaty coding part (~45 min)
• Stretch: zip your Part C code and deploy as your own Hosted agent
• Attendees should feel prepared, not overwhelmed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Two-minute recap. Confirm no vocabulary confusion before moving to the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to run an agent with Foundry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agents, Hosted agents, and calling the Responses API from your own code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— you pick how much of it to use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20040" y="1143000"/>
            <a:ext cx="27432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2801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· Prompt agent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11480" y="19202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Foundry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37744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manages everything (no code, no compute)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00400" y="1143000"/>
            <a:ext cx="27432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91840" y="12801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 · Hosted agent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291840" y="19202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code, run by Foundry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337560" y="237744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manages endpoint, autoscale, identity, observability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80760" y="1143000"/>
            <a:ext cx="27432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72200" y="12801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· Your code + Responses API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172200" y="19202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your process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217920" y="237744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manage the runtime; Foundry serves the model + tools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4160520"/>
            <a:ext cx="8412480" cy="54864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" y="42062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entry point: </a:t>
            </a:r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Responses API. All three paths call it for models and platform tools.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— Prompt 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Prompt agent is defined entirely as configuration: instructions, model, tools. Author via the SDK / REST (IaC-first norm, CI/CD-friendly), as a declarative YAML definition, or in the Foundry portal (fine for exploration). Foundry runs it — no application code to maintain, no compute to manage.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965960"/>
            <a:ext cx="8412480" cy="23317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057400"/>
            <a:ext cx="81381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FoundryAgent(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project_endpoint="https://&lt;foundry-resource&gt;.services.ai.azure.com/api/projects/&lt;your-project&gt;",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agent_name="docs-assistant",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agent_version="1.0",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credential=AzureCliCredential(),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await agent.run("What is Foundry IQ?")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 fast start, internal tools, production agents that don't need custom orchestration.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 — Hosted 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agent code (MAF, LangGraph, OpenAI Agents SDK, or your own), packaged as a container or a source zip. Foundry runs the container with a managed endpoint, autoscale, dedicated Entra identity, and end-to-end observability. Under the hood, your code calls the Responses API.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2286000"/>
            <a:ext cx="8412480" cy="18745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377440"/>
            <a:ext cx="81381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From any client — including another agent — connect by name: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FoundryAgent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FoundryAgent(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project_endpoint="https://&lt;foundry-resource&gt;.services.ai.azure.com/api/projects/&lt;your-project&gt;",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agent_name="docs-assistant-hosted",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credential=AzureCliCredential(),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429768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 agents that call into your own custom code, custom orchestration, and any scenario where you want Foundry to handle hosting, scaling, and identity.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manages for a Hosted 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write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gives you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logic (MAF or other frameworks)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 and tool wiring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custom business code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unit tests and CI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it.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endpoint (a stable URL)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Autoscale — container instances per session and request volume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Microsoft Entra identity per agent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tracing — every model call, tool invocation, decision; App Insights integration built in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safety and prompt-injection mitigation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tools (web search, code interpreter, MCP servers, …)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conversations / memory (BYO also supported)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— Your own code, calling the Responses API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MAF app runs in your process — laptop, Container Apps, App Service, AKS, Functions — and calls Foundry's Responses API. You own the runtime.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783080"/>
            <a:ext cx="8412480" cy="25146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874520"/>
            <a:ext cx="81381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FoundryChatClient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client=FoundryChatClient(credential=AzureCliCredential()),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name="DocsAssistant",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instructions="You are a helpful docs assistant. Cite sources.",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await agent.run("What is Foundry IQ?")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Additive to Path B — the same MAF code can be repackaged as a Hosted agent later. No rewrite.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— C# equivalent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2918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Azure.AI.Projects;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Azure.Identity;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Microsoft.Agents.AI;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 agent = new AIProjectClient(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new Uri(endpoint), new DefaultAzureCredential())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.AsAIAgent(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model: model,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name: "DocsAssistant",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instructions: "You are a helpful docs assistant. Cite sources.");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Console.WriteLine(await agent.RunAsync("What is Foundry IQ?"));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shape. Same primitives. Same "your process calls Foundry's Responses API" pattern.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at a glance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828800"/>
                <a:gridCol w="2194560"/>
                <a:gridCol w="20116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Concern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· Prompt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 · Hosted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· Your code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 code to maintain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to manage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Container (Foundry)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Managed endpoint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provide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Autoscale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handle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identity (Entra)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Yes, dedicated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handle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Iteration speed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Portal + publish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Portal upload / redeploy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 + restart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Portability off Foundry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guide (rough cuts)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started, or building a scoped internal tool with no custom logic? → Path A (Prompt agent)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Shipping a production agent with custom code that needs managed hosting, Entra identity, and observability? → Path B (Hosted agent)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 agent that needs managed content safety, a stable endpoint, and dedicated identity? → Path A or Path B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an agent inside an existing app you already run somewhere? → Path C (your code + Responses API)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Prototyping quickly on your laptop before you decide on hosting? → Path C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and match — real systems combine paths.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gotchas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"Prompt agent = client-side" — wrong. A Prompt agent is Foundry-managed. There's no client-side runtime for it at all.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"Hosted agent = my code running anywhere in Azure" — wrong. Hosted agent specifically means your code as a container run by Foundry Agent Service. Your own container in your own App Service is Path C, not Path B.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Assuming portability off Foundry — Path A is Foundry-only by construction. Path B keeps Foundry-managed features (Toolbox, IQ, portal connections) behind the managed endpoint. Path C is the most portable.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Mixing up authentication — all three use Azure identity; the credential authenticates to different things.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MAF code, different destinations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code can be repackaged as a Path B Hosted agent later. The MAF code you write does not change.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27432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874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dev on your laptop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2377440"/>
            <a:ext cx="242316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 run from a terminal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 in VS Code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iteration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cloud round-trip for logic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46120" y="2880360"/>
            <a:ext cx="1280160" cy="0"/>
          </a:xfrm>
          <a:prstGeom prst="line">
            <a:avLst/>
          </a:prstGeom>
          <a:noFill/>
          <a:ln w="381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3200400" y="2514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MAF code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00400" y="2971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rewrite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37760" y="1737360"/>
            <a:ext cx="3840480" cy="658368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74920" y="181051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(Path B)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74920" y="208483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 → portal → managed Hosted agent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937760" y="2505456"/>
            <a:ext cx="3840480" cy="658368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74920" y="25786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Container Apps or AKS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74920" y="28529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— you own the container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937760" y="3273552"/>
            <a:ext cx="3840480" cy="658368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74920" y="334670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Service or Azure Functions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74920" y="36210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— event-driven or HTTP triggers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22" name="Text 20"/>
          <p:cNvSpPr/>
          <p:nvPr/>
        </p:nvSpPr>
        <p:spPr>
          <a:xfrm>
            <a:off x="502920" y="420624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locally in Path C. Decide destination later. </a:t>
            </a:r>
            <a:pPr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Foundry-specific features (Toolbox skills, IQ, agent identity) become available on Path A or Path B.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do in the lab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— Prompt agent: create in the Foundry portal, connect from your MAF app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— Hosted agent: deploy your own Hosted agent with azd; connect to it and walk the portal to see what Foundry manages (endpoint, tracing, dedicated identity, content safety)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— Your own code + Responses API: build an MAF app in Python (or C#) that runs in your process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 (Part C): extend your Part C code with a custom function tool or a Foundry IQ knowledge source (both deep-dive on Days 2–3)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underlying docs-assistant behavior three ways. You'll feel the trade-offs.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gives you three hosting options, with the Responses API as the shared entry point.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agent = configuration only. Hosted agent = your code, Foundry-run. Path C = your code, you run it.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manages more than models — endpoint, identity, observability, Toolbox tools, memory, content safety.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code is portable — you can promote it to a Hosted agent later without a rewrite.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walkthrough and environment check.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2026-07-29T22:23:03Z</dcterms:created>
  <dcterms:modified xsi:type="dcterms:W3CDTF">2026-07-29T22:23:03Z</dcterms:modified>
</cp:coreProperties>
</file>