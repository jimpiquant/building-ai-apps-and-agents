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SDK/REST/YAML (IaC-first norm, CI/CD-friendly) or Foundry portal (exploration)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deploy your own with azd (~45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(IaC-first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deploy your own Hosted agent with azd; connect to it and walk the portal to see what Foundry manages (endpoint, tracing, dedicated identity,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extend your Part C code with a custom function tool or a Foundry IQ knowledge source (both deep-dive on Days 2–3)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2026-07-29T22:17:53Z</dcterms:created>
  <dcterms:modified xsi:type="dcterms:W3CDTF">2026-07-29T22:17:53Z</dcterms:modified>
</cp:coreProperties>
</file>