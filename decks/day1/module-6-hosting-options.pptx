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Terminology-heavy module. Get the words right — these are the actual Foundry Agent Service terms and appear in every future day. All three paths use the Responses API; what changes is where the code runs and how much of the runtime Foundry manages.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slide. Reinforce: Responses API is the shared entry point. What changes across the three paths is where the code lives and who manages the runtime. Ordering goes from most-Foundry-managed to least.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Learn's recommended 'start here' path. Zero infrastructure and the fastest way to see an agent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B is where Foundry stops being 'model host' and starts being 'agent app host + platform tooling.' Attendees see this in Part B of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to 'why not just run my own container?' — Foundry hosts your app runtime AND the tooling around it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developer path. Emphasize the additive relationship with Path B — Path C code becomes a Hosted agent by packaging, not rewriting.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AIProjectClient.AsAIAgent(...) is C#'s way to write Path C. Python and C# APIs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each row. Emphasize how Path C is the most portable but requires you to handle endpoint, scaling, identity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 whether their scenario fits more than one row — many will. That's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gotchas are the terminology collisions the module was designed to fix. Reinforce.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Anti-lock-in reassurance for the agent code. Foundry-specific *features* remain the coupling — call that out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Module 7 lab kickoff. Attendees should feel prepared.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recap. Confirm no vocabulary confusion before moving to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run an agent with Foundry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agents, Hosted agents, and calling the Responses API from your own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 — you pick how much of it to use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· Prompt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Foundry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manages everything (no code, no compute)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· Hosted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code, run by Foundry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manages endpoint, autoscale, identity, observability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· Your code + Responses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process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runtime; Foundry serves the model +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entry point: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Responses API. All three paths call it for models and platform tools.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Prompt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agent is defined entirely as configuration: instructions, model, tools. Author in the Foundry portal, via SDK / REST, or as a declarative YAML definition. Foundry runs it — no application code to maintain, no compute to manage.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8412480" cy="23317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57400"/>
            <a:ext cx="8138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FoundryAgent(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project_endpoint="https://&lt;project&gt;.services.ai.azure.com",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agent_name="docs-assistant",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agent_version="1.0",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credential=AzureCliCredential(),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agent.run("What is Foundry IQ?")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fast start, internal tools, production agents that don't need custom orchestration.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Hosted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code (MAF, LangGraph, OpenAI Agents SDK, or your own), packaged as a container or a source zip. Foundry runs the container with a managed endpoint, autoscale, dedicated Entra identity, and end-to-end observability. Under the hood, your code calls the Responses API.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8412480" cy="18745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any client — including another agent — connect by name: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FoundryAgent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FoundryAgent(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project_endpoint="https://&lt;project&gt;.services.ai.azure.com",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agent_name="docs-assistant-hosted",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credential=AzureCliCredential(),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agents that call into your own custom code, custom orchestration, and any scenario where you want Foundry to handle hosting, scaling, and identity.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Foundry manages for a Hosted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write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Foundry gives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(MAF or other frameworks)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and tool wiring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custom business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unit tests and CI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endpoint (a stable URL)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 — container instances per session and request volume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Microsoft Entra identity per agent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tracing + App Insights integration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and prompt-injection mitigation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Toolbox tools (web search, code interpreter, MCP servers, …)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conversations / memory (BYO also supported)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— Your own code, calling the Responses API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MAF app runs in your process — laptop, Container Apps, App Service, AKS, Functions — and calls Foundry's Responses API. You own the runtime.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2514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8138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FoundryChatClient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client=FoundryChatClient(credential=AzureCliCredential()),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name="DocsAssistant",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instructions="You are a helpful docs assistant. Cite sources.",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agent.run("What is Foundry IQ?")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to Path B — the same MAF code can be repackaged as a Hosted agent later. No rewrite.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— C# equivalent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Azure.AI.Projects;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Azure.Identity;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Microsoft.Agents.AI;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 agent = new AIProjectClient(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Uri(endpoint), new DefaultAzureCredential())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.AsAIAgent(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model: model,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"DocsAssistant",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instructions: "You are a helpful docs assistant. Cite sources.");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Console.WriteLine(await agent.RunAsync("What is Foundry IQ?"));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shape. Same primitives. Same "your process calls Foundry's Responses API" pattern.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 a glance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19456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Hosted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Your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code to maintain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to manage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(Foundry)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provide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handle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identity (Entra)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dedicated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handle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+ publish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upload / redeploy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+ restart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 off Foundry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(rough cuts)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started, or building a scoped internal tool with no custom logic? → Path A (Prompt agent)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 production agent with custom code that needs managed hosting, Entra identity, and observability? → Path B (Hosted agent)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agent that needs managed content safety, a stable endpoint, and dedicated identity? → Path A or Path 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an agent inside an existing app you already run somewhere? → Path C (your code + Responses API)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quickly on your laptop before you decide on hosting? → Path 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match — real systems combine paths.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gotchas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"Prompt agent = client-side" — wrong. A Prompt agent is Foundry-managed. There's no client-side runtime for it at 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"Hosted agent = my code running anywhere in Azure" — wrong. Hosted agent specifically means your code as a container run by Foundry Agent Service. Your own container in your own App Service is Path C, not Path B.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portability off Foundry — Path A is Foundry-only by construction. Path B keeps Foundry-managed features (Toolbox, IQ, portal connections) behind the managed endpoint. Path C is the most portable.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authentication — all three use Azure identity; the credential authenticates to different things.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MAF code, different destinations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code can be repackaged as a Path B Hosted agent later. The MAF code you write does not change.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on your laptop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from a terminal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in VS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round-trip for logic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880360"/>
            <a:ext cx="128016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004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MAF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rewrite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737360"/>
            <a:ext cx="3840480" cy="65836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 (Path B)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→ portal → managed Hosted 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505456"/>
            <a:ext cx="3840480" cy="65836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or AKS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— you own the container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3273552"/>
            <a:ext cx="3840480" cy="65836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346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or Azure Functions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621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— event-driven or HTTP triggers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locally in Path C. Decide destination later.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Foundry-specific features (Toolbox skills, IQ, agent identity) become available on Path A or Path B.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 in the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Prompt agent: create in the Foundry portal, connect from your MAF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Hosted agent: connect to a pre-deployed Hosted agent in the sandbox; walk the portal to see what Foundry manages (endpoint, tracing, identity, Toolbox tool, content safety)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Your own code + Responses API: build an MAF app in Python (or C#) that runs in your process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(Part C): zip your Part C code and deploy it as your own Hosted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docs-assistant behavior three ways. You'll feel the trade-offs.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gives you three hosting options, with the Responses API as the shared entry point.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agent = configuration only. Hosted agent = your code, Foundry-run. Path C = your code, you run it.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 manages more than models — endpoint, identity, observability, Toolbox tools, memory, content safety.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code is portable — you can promote it to a Hosted agent later without a rewrite.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walkthrough and environment check.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Publix Workshop — Building AI Apps and Agents</dc:creator>
  <cp:lastModifiedBy>Publix Workshop — Building AI Apps and Agents</cp:lastModifiedBy>
  <cp:revision>1</cp:revision>
  <dcterms:created xsi:type="dcterms:W3CDTF">2026-07-23T22:43:58Z</dcterms:created>
  <dcterms:modified xsi:type="dcterms:W3CDTF">2026-07-23T22:43:58Z</dcterms:modified>
</cp:coreProperties>
</file>