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Terminology-heavy module. Get the words right — these are the actual Foundry Agent Service terms and appear in every future day. All three paths use the Responses API; what changes is where the code runs and how much of the runtime Foundry manages.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slide. Reinforce: Responses API is the shared entry point. What changes across the three paths is where the code lives and who manages the runtime. Ordering goes from most-Foundry-managed to least.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Learn's recommended 'start here' path. Zero infrastructure and the fastest way to see an agent working.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Path B is where Foundry stops being 'model host' and starts being 'agent app host + platform tooling.' Attendees see this in Part B of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'why not just run my own container?' — Foundry hosts your app runtime AND the tooling around it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common developer path. Emphasize the additive relationship with Path B — Path C code becomes a Hosted agent by packaging, not rewriting.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AIProjectClient.AsAIAgent(...) is C#'s way to write Path C. Python and C# APIs mirror.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down each row. Emphasize how Path C is the most portable but requires you to handle endpoint, scaling, identity yourself.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audience whether their scenario fits more than one row — many will. That's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two gotchas are the terminology collisions the module was designed to fix. Reinforce.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Anti-lock-in reassurance for the agent code. Foundry-specific *features* remain the coupling — call that out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Module 7 lab kickoff. Attendees should feel prepared.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in the Foundry portal, via SDK / REST, or as a declarative YAML definition.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+ App Insights integration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connect to a pre-deployed Hosted agent in the sandbox; walk the portal to see what Foundry manages (endpoint, tracing, identity, Toolbox tool,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zip your Part C code and deploy it as your own Hosted 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2026-07-23T22:45:21Z</dcterms:created>
  <dcterms:modified xsi:type="dcterms:W3CDTF">2026-07-23T22:45:21Z</dcterms:modified>
</cp:coreProperties>
</file>