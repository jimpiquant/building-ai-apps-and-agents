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portal-first (interactive) or code-first (SDK/REST/YAML for CI/CD)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connect to pre-deployed (~30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portal, via SDK / REST, or as a declarative YAML definition.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