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Session, Run, Tool, Message
• The rest of the workshop uses all six
• Ask: 'do any of these names collide with your team's vocabulary?'
•   (some teams may already use 'session' or 'run' differently in their codebases)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4.1 · ~3 min
• Open a clean terminal, cd to a fresh scratch dir
•   mkdir scratch &amp;&amp; cd scratch
•   uv init --bare
•   paste pyproject.toml + main.py from the runbook
•   uv sync
•   export FOUNDRY_PROJECT_ENDPOINT=...
•   export FOUNDRY_MODEL=gpt-5.6-luna
•   uv run main.py
• Expected: model prints a brief answer about Paris
• Fallback: pre-recorded video at demos/day1/recordings/module4-demo1-six-line-agent.mp4
• Payoff line: 'That's the whole surface area — Agent + FoundryChatClient + AzureCliCredential.'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GROUNDING FIX 2026-08-19: session=session is REQUIRED for multi-turn
• Previously this code snippet omitted session= and would silently return wrong answer
• Attendees WILL ask: 'where does that session state live?'
• Answer depends on which family (Module 6):
•   Foundry-hosted (Prompt agent or Hosted agent): server-side in Foundry
•   Self-hosted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Manifest freeze for current baseline; refreshed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two hosting families'
• Foreshadow the families: Foundry-hosted (Prompt agent + Hosted agent) and self-hosted (your code + Responses API)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session,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Carries conversation history across multiple agent.run() calls; create with agent.create_session(), pass as session=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session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6-line agent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Live-type an empty scratch directory into a running MAF agent. Six lines from the previous slide — plus uv init, uv sync, and two env vars — get you a real answer from your Foundry-deployed model. Proves there's no ceremony.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demos/day1/module-4-demo-1-six-line-agent.md · Scratch files: demos/day1/module-4-demo-1-scratch/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"gpt-5.6-luna";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carries conversation state across runs. Create one with agent.create_session() and pass it to every agent.run() call.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agent.create_session()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Alex.", session=session)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name?", session=session)   # answer: Alex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324612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a session once and pass it to each run. MAF maintains the conversation history in that session object for you. Without session=, each call is stateless. Day 3 covers explicit session management (persistence, compaction, replay).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self-hosted path — one of two hosting families for Agent Framework agents. The other family — Foundry-hosted — has two flavors: Prompt agents (configuration only) and Hosted agents (your code, containerized, run by Foundry). All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both hosting families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session,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the self-hosted family. Module 6 covers both families in detail.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through the rest of the workshop.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2026-08-19T21:06:58Z</dcterms:created>
  <dcterms:modified xsi:type="dcterms:W3CDTF">2026-08-19T21:06:58Z</dcterms:modified>
</cp:coreProperties>
</file>