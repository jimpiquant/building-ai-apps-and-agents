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Most code-dense module of Day 1 — 40 min
• Move at a steady pace; don't linger on any one snippet
• Modules 5–6 use everything shown here — reassure attendees they'll see it again
• Attendees don't need to memorize APIs; they need to recognize the shape
• If they take away one thing: the six primitives (next slide)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MAF = Microsoft's SDK for building agents (the WHAT)
• One vocabulary in Python and C# — this is the key value prop
• First-class Foundry integration
• For attendees coming from SK or AutoGen: MAF is the forward direction
• Cleaner primitives, single SDK, active investment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Six primitives — write them on a whiteboard if you can
•   Chat client, Agent, Thread, Run, Tool, Message
• Every day this week uses all six
• Ask: 'do any of these names collide with your team's vocabulary?'
•   (some teams may already use 'thread' or 'run' differently in their codebases)
• If yes, agree on how you'll disambiguate for the week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Say: 'that's it — deployed model + credential + instructions'
• Emphasize how small this is compared to hand-rolled agent code
• No boilerplate for tool wiring, message parsing, streaming
• AzureCliCredential = 'sign in via az login' — no API keys
• This is the code attendees will run in Part C of the lab today
• Walk the imports first, then the Agent(...) construction, then .run()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Point out: same shape as Python — this is MAF's design goal
• AIProjectClient(...).AsAIAgent(...) = C# way to write 'my code calling the Responses API'
• For attendees writing C#: everything shown in Python this week has a C# equivalent
• For attendees writing Python: the C# code should feel readable
• Version pinning: check manifests/versions.md if there's any doubt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Non-streaming vs. streaming — show the diff in shape
• Non-streaming: wait for the full response, one call
• Streaming: process chunks as they arrive (async iterator)
• Streaming matters for UX — perceived latency drops significantly
• Day 3 goes deeper: tool-progress events, cancellation, back-pressure
• In the lab today: attendees will see streaming print chunks live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Attendees WILL ask: 'where does that thread state live?'
• Answer depends on which of the three paths (Module 6):
•   Path A (Prompt agent): server-side in Foundry
•   Path B (Hosted agent): server-side in Foundry
•   Path C (your code + Responses API): in your process
• This is the bridge to Module 6 — Module 5 first, then Module 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Table stakes topic, but attendees WILL bring keys from other codebases
• Restate clearly: NO API keys in this workshop's code
• Dev on laptop: AzureCliCredential — signs in via az login
• Production: DefaultAzureCredential or explicit ManagedIdentityCredential
• If you see a Foundry API key in a code review: reject the PR
• Day 5 revisits this in the Identity module — plant the flag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Package cheat sheet — attendees don't need to memorize
• Point them at manifests/versions.md for the frozen versions
• Manifest freeze for current baseline; refreshed post-Ignite
• Ask attendees NOT to chase newer packages during the workshop
• If something breaks with a newer package version, downgrade to the manifest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a bridge slide — don't teach hosting here, save for Module 6
• One sentence: 'you've now seen the primitives; Module 5 gives you the map, Module 6 shows the three ways to run agents'
• Foreshadow the three paths (Prompt agent, Hosted agent, Responses API from your own code)
• Attendees should feel: 'oh, there's more than one place this code can run'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Recap. If code slides ran long, cut the takeaways to 30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 · 40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101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primitives, in Python and C#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MAF is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Microsoft's SDK for building agents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vocabulary — Agent, chat client, tool, thread, run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(agent_framework) and C# (Microsoft.Agents.AI) with matching concepts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First-class Foundry integration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Streaming, memory, structured outputs, tools, MCP, multi-agent, eval — one place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successor to Semantic Kernel and AutoGen for new work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primitives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64008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Primitive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Chat client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Typed client that talks to a specific model service (e.g. FoundryChatClient)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Wraps a chat client with instructions and tools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Thread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conversation state one agent operates 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turn (user → agent), non-streaming or streaming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callable capability the model can invoke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Message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Individual user / assistant / tool messages in a thread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simplest possible Python agent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56616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asyncio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 import Agent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agent_framework.foundry import FoundryChatClient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azure.identity import AzureCliCredential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def main():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agent = Agent(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client=FoundryChatClient(credential=AzureCliCredential()),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name="HelloAgent",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instructions="You are a friendly assistant. Keep answers brief.",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result = await agent.run("What is the capital of France?")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print(result)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asyncio.run(main())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simplest possible C# agent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4747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Azure.AI.Projects;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Azure.Identity;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Microsoft.Agents.AI;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endpoint = Environment.GetEnvironmentVariable("FOUNDRY_PROJECT_ENDPOINT")!;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model = Environment.GetEnvironmentVariable("FOUNDRY_MODEL") ?? "gpt-4o";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AIAgent agent = new AIProjectClient(new Uri(endpoint), new DefaultAzureCredential())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.AsAIAgent(model: model,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name: "HelloAgent",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instructions: "You are a friendly assistant. Keep answers brief.");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Console.WriteLine(await agent.RunAsync("What is the capital of France?"));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Non-streaming vs. streaming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56616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Python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await agent.run("Tell me a fun fact.")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print(result)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for chunk in agent.run("Tell me a fun fact.", stream=True):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chunk.text: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print(chunk.text, end="", flush=True)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C#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Console.WriteLine(await agent.RunAsync("Tell me a fun fact."));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foreach (var update in agent.RunStreamingAsync("Tell me a fun fact."))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Console.Write(update);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Multi-turn conversations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Threads carry conversation state across runs. A single agent can be invoked repeatedly and remember prior turns.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9144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828800"/>
            <a:ext cx="8138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r1 = await agent.run("My name is Alex.")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r2 = await agent.run("What's my name?")   # answer: Alex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65760" y="2834640"/>
            <a:ext cx="8412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hood MAF is managing the thread for you. You can create explicit threads when you need to — covered in Day 3 memory module.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MAF sample uses Azure identity, not API keys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on your laptop: AzureCliCredential() — signs in via az login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/ production: DefaultAzureCredential() or, preferably, an explicit ManagedIdentityCredential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commit API keys or connection strings — enforced on Day 5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Packages you'll touch this week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291840"/>
                <a:gridCol w="33832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Concern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 package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C# package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agent-framework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Microsoft.Agents.AI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Foundry client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agent-framework-foundry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Microsoft.Agents.AI.Foundry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Foundry hosting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agent-framework-foundry-hosting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(via Microsoft.Agents.AI.Foundry)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Search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agent-framework-azure-ai-search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Azure.Search.Documents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MCP hosting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agent-framework-hosting-mcp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ModelContextProtocol samples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Bridge to the next two modules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You've now seen the MAF primitives that let your process call the Foundry Responses API — Agent + FoundryChatClient (Python) or AIProjectClient.AsAIAgent (C#).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2194560"/>
            <a:ext cx="8412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one of three ways to run an agent with Foundry. The other two — Prompt agents (portal-authored, no code) and Hosted agents (your code, containerized, run by Foundry) — live inside Agent Service and are connected via FoundryAgent.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65760" y="347472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gives us the mental model that ties everything together. Module 6 walks all three paths in detail.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MAF's primitives are small and stable: chat client, agent, thread, run, tool, message.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and C# APIs mirror each other closely.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is Azure identity end-to-end. No keys.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pattern you just saw — your code calling the Responses API — is one of three ways to run an agent. Module 6 covers all three.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five-layer agent stack we'll refer to every day this week.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2026-07-27T15:38:19Z</dcterms:created>
  <dcterms:modified xsi:type="dcterms:W3CDTF">2026-07-27T15:38:19Z</dcterms:modified>
</cp:coreProperties>
</file>