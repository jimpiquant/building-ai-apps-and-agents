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Point out AIProjectClient.AsAIAgent(...) as the client-side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answer: in the process for client-side agents; server-side for Foundry-hosted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a client-side agent — built with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another way to run an agent: have Foundry host it for you. That's a PromptAgent or a HostedAgent in Foundry,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compares the two hosting styles.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is one of two hosting styles — hosted variants next.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