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Thread, Run, Tool, Message
• Every day this week uses all six
• Ask: 'do any of these names collide with your team's vocabulary?'
•   (Some Publix teams may already use 'thread' or 'run' differently)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Attendees WILL ask: 'where does that thread state live?'
• Answer depends on which of the three paths (Module 6):
•   Path A (Prompt agent): server-side in Foundry
•   Path B (Hosted agent): server-side in Foundry
•   Path C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Cohort 1 freeze happens now; Cohort 2 re-freezes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three ways to run agents'
• Foreshadow the three paths (Prompt agent, Hosted agent, Responses API from your own code)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2026-07-25T13:28:22Z</dcterms:created>
  <dcterms:modified xsi:type="dcterms:W3CDTF">2026-07-25T13:28:22Z</dcterms:modified>
</cp:coreProperties>
</file>