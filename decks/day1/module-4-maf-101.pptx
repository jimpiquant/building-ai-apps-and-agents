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AIProjectClient.AsAIAgent(...) is C#'s way to write 'my code calling the Responses API'.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for your own MAF process, in the process; for Foundry-hosted Prompt or Hosted agents, server-side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2026-07-23T22:43:58Z</dcterms:created>
  <dcterms:modified xsi:type="dcterms:W3CDTF">2026-07-23T22:43:58Z</dcterms:modified>
</cp:coreProperties>
</file>