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code-dense module of Day 1. Move at a steady pace; call out that Modules 5–6 use everything you show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attendees coming from SK / AutoGen — reassure that MAF is the forward direction with cleaner primitives.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primitives. Every day this week uses them. Pause to ask if the names conflict with anything the audience already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it. Deployed model + credential + instructions. Emphasize how small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shape as Python. AIProjectClient.AsAIAgent(...) is C#'s way to write 'my code calling the Responses API'.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matters for UX; we come back to it Day 3 with tool-progress events and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Attendees will ask 'where does that state live?' — for your own MAF process, in the process; for Foundry-hosted Prompt or Hosted agents, server-side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table stakes but attendees will still bring keys from other codebases. Restate: no keys in this workshop's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freeze lives in manifests/versions.md. Attendees should not chase newer packages during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Foreshadow. Don't dive into hosting details here — save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thread,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conversation state one agent operates 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thread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instructions="You are a friendly assistant. Keep answers brief.",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agent.run("What is the capital of France?")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Environment.GetEnvironmentVariable("FOUNDRY_PROJECT_ENDPOINT")!;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Environment.GetEnvironmentVariable("FOUNDRY_MODEL") ?? "gpt-4o";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"HelloAgent",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"You are a friendly assistant. Keep answers brief.");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the capital of France?"));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agent.run("Tell me a fun fact.")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chunk in agent.run("Tell me a fun fact.",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end="", flush=True)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agent.RunAsync("Tell me a fun fact."));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agent.RunStreamingAsync("Tell me a fun fact."))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carry conversation state across runs. A single agent can be invoked repeatedly and remember prior turns.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914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await agent.run("My name is Alex.")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await agent.run("What's my name?")   # answer: Alex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MAF is managing the thread for you. You can create explicit threads when you need to — covered in Day 3 memory module.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one of three ways to run an agent with Foundry. The other two — Prompt agents (portal-authored, no code) and Hosted agents (your code, containerized, run by Foundry) — live inside Agent Service and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all three paths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thread,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one of three ways to run an agent. Module 6 covers all three.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