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code-dense module of Day 1. Move at a steady pace; call out that Modules 5–6 use everything you show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attendees coming from SK / AutoGen — reassure that MAF is the forward direction with cleaner primitives.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primitives. Every day this week uses them. Pause to ask if the names conflict with anything the audience already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it. Deployed model + credential + instructions. Emphasize how small this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shape as Python. AIProjectClient.AsAIAgent(...) is C#'s way to write 'my code calling the Responses API'.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Streaming matters for UX; we come back to it Day 3 with tool-progress events and cancellation.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Attendees will ask 'where does that state live?' — for your own MAF process, in the process; for Foundry-hosted Prompt or Hosted agents, server-side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table stakes but attendees will still bring keys from other codebases. Restate: no keys in this workshop's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freeze lives in manifests/versions.md. Attendees should not chase newer packages during the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Foreshadow. Don't dive into hosting details here — save for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2026-07-23T17:02:37Z</dcterms:created>
  <dcterms:modified xsi:type="dcterms:W3CDTF">2026-07-23T17:02:37Z</dcterms:modified>
</cp:coreProperties>
</file>