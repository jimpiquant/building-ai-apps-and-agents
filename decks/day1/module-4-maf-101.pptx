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code-dense module of Day 1. Move at a steady pace; call out that Modules 5–6 use everything you show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attendees coming from SK / AutoGen — reassure that MAF is the forward direction with cleaner primitives.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primitives. Every day this week uses them. Pause to ask if the names conflict with anything the audience already uses.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That's it. Deployed model + credential + instructions. Emphasize how small this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shape as Python. AIProjectClient.AsAIAgent(...) is C#'s way to write 'my code calling the Responses API'.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Streaming matters for UX; we come back to it Day 3 with tool-progress events and cancellation.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Attendees will ask 'where does that state live?' — for your own MAF process, in the process; for Foundry-hosted Prompt or Hosted agents, server-side (Module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table stakes but attendees will still bring keys from other codebases. Restate: no keys in this workshop's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Version freeze lives in manifests/versions.md. Attendees should not chase newer packages during the workshop.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Foreshadow. Don't dive into hosting details here — save for Module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Recap. If code slides ran long, cut the takeaways to 30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 · 40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101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primitives, in Python and C#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MAF 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SDK for building agents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vocabulary — Agent, chat client, tool, thread, run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(agent_framework) and C# (Microsoft.Agents.AI) with matching concepts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Foundry integration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Streaming, memory, structured outputs, tools, MCP, multi-agent, eval — one place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successor to Semantic Kernel and AutoGen for new work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primitives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400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Primitive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client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Typed client that talks to a specific model service (e.g. FoundryChatClient)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Wraps a chat client with instructions and tools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conversation state one agent operates 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turn (user → agent), non-streaming or streaming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callable capability the model can invoke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Individual user / assistant / tool messages in a thread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simplest possible Python agent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5661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asyncio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main():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name="HelloAgent",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instructions="You are a friendly assistant. Keep answers brief.",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= await agent.run("What is the capital of France?")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print(result)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asyncio.run(main())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simplest possible C# agent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474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Azure.AI.Projects;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Azure.Identity;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Microsoft.Agents.AI;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endpoint = Environment.GetEnvironmentVariable("FOUNDRY_PROJECT_ENDPOINT")!;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model = Environment.GetEnvironmentVariable("FOUNDRY_MODEL") ?? "gpt-4o";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AIProjectClient(new Uri(endpoint), new DefaultAzureCredential())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.AsAIAgent(model: model,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name: "HelloAgent",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instructions: "You are a friendly assistant. Keep answers brief.");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agent.RunAsync("What is the capital of France?"));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Non-streaming vs. streaming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5661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Python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agent.run("Tell me a fun fact.")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print(result)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for chunk in agent.run("Tell me a fun fact.", stream=True):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chunk.text: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print(chunk.text, end="", flush=True)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C#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agent.RunAsync("Tell me a fun fact."));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foreach (var update in agent.RunStreamingAsync("Tell me a fun fact."))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Console.Write(update);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conversations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 carry conversation state across runs. A single agent can be invoked repeatedly and remember prior turns.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9144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2880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r1 = await agent.run("My name is Alex.")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r2 = await agent.run("What's my name?")   # answer: Alex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5760" y="283464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 MAF is managing the thread for you. You can create explicit threads when you need to — covered in Day 3 memory module.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MAF sample uses Azure identity, not API keys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on your laptop: AzureCliCredential() — signs in via az login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/ production: DefaultAzureCredential() or, preferably, an explicit ManagedIdentityCredential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commit API keys or connection strings — enforced on Day 5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you'll touch this week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91840"/>
                <a:gridCol w="3383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package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C# package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Microsoft.Agents.AI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client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Microsoft.Agents.AI.Foundry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agent-framework-foundry-hosting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(via Microsoft.Agents.AI.Foundry)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agent-framework-azure-ai-search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Azure.Search.Documents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agent-framework-hosting-mcp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ModelContextProtocol samples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to the next two modules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You've now seen the MAF primitives that let your process call the Foundry Responses API — Agent + FoundryChatClient (Python) or AIProjectClient.AsAIAgent (C#).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219456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one of three ways to run an agent with Foundry. The other two — Prompt agents (portal-authored, no code) and Hosted agents (your code, containerized, run by Foundry) — live inside Agent Service and are connected via FoundryAgent.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347472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gives us the mental model that ties everything together. Module 6 walks all three paths in detail.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MAF's primitives are small and stable: chat client, agent, thread, run, tool, message.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and C# APIs mirror each other closely.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is Azure identity end-to-end. No keys.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 you just saw — your code calling the Responses API — is one of three ways to run an agent. Module 6 covers all three.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five-layer agent stack we'll refer to every day this week.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2026-07-23T16:43:02Z</dcterms:created>
  <dcterms:modified xsi:type="dcterms:W3CDTF">2026-07-23T16:43:02Z</dcterms:modified>
</cp:coreProperties>
</file>