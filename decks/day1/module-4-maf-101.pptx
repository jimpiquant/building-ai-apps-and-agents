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most code-dense module of Day 1. Move at a steady pace; call out that Modules 5–6 use everything you show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attendees coming from SK / AutoGen — reassure that MAF is the forward direction with cleaner primitives.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primitives. Every day this week uses them. Pause to ask if the names conflict with anything the audience already uses.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That's it. Deployed model + credential + instructions. Emphasize how small this 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shape as Python. Point out AIProjectClient.AsAIAgent(...) as the client-side pattern.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Streaming matters for UX; we come back to it Day 3 with tool-progress events and cancellation.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Attendees will ask 'where does that state live?' — answer: in the process for client-side agents; server-side for Foundry-hosted (Module 6).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table stakes but attendees will still bring keys from other codebases. Restate: no keys in this workshop's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Version freeze lives in manifests/versions.md. Attendees should not chase newer packages during the workshop.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Foreshadow. Don't dive into hosting details here — save for Module 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Recap. If code slides ran long, cut the takeaways to 30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· MODULE 4 · 40 MIN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1737360"/>
            <a:ext cx="8046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MAF 101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30175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primitives, in Python and C#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45720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AI Apps and Agents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0" y="274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· Module 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MAF is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841248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Microsoft's SDK for building agents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vocabulary — Agent, chat client, tool, thread, run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(agent_framework) and C# (Microsoft.Agents.AI) with matching concepts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First-class Foundry integration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Streaming, memory, structured outputs, tools, MCP, multi-agent, eval — one place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successor to Semantic Kernel and AutoGen for new work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0" y="274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· Module 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primitives</a:t>
            </a:r>
            <a:endParaRPr lang="en-US" sz="2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97280"/>
          <a:ext cx="841248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64008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Primitive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is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Chat client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Typed client that talks to a specific model service (e.g. FoundryChatClient)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Wraps a chat client with instructions and tools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Thread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conversation state one agent operates 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turn (user → agent), non-streaming or streaming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callable capability the model can invoke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Message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Individual user / assistant / tool messages in a thread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0" y="274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· Module 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simplest possible Python agent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3566160"/>
          </a:xfrm>
          <a:prstGeom prst="rect">
            <a:avLst/>
          </a:prstGeom>
          <a:solidFill>
            <a:srgbClr val="F3F4F6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188720"/>
            <a:ext cx="81381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asyncio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agent_framework import Agent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agent_framework.foundry import FoundryChatClient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azure.identity import AzureCliCredential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def main():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agent = Agent(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client=FoundryChatClient(credential=AzureCliCredential()),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name="HelloAgent",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instructions="You are a friendly assistant. Keep answers brief.",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result = await agent.run("What is the capital of France?")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print(result)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asyncio.run(main())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0" y="274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· Module 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simplest possible C# agent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3474720"/>
          </a:xfrm>
          <a:prstGeom prst="rect">
            <a:avLst/>
          </a:prstGeom>
          <a:solidFill>
            <a:srgbClr val="F3F4F6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188720"/>
            <a:ext cx="81381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Azure.AI.Projects;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Azure.Identity;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Microsoft.Agents.AI;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endpoint = Environment.GetEnvironmentVariable("FOUNDRY_PROJECT_ENDPOINT")!;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model = Environment.GetEnvironmentVariable("FOUNDRY_MODEL") ?? "gpt-4o";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AIAgent agent = new AIProjectClient(new Uri(endpoint), new DefaultAzureCredential())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.AsAIAgent(model: model,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name: "HelloAgent",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instructions: "You are a friendly assistant. Keep answers brief.");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Console.WriteLine(await agent.RunAsync("What is the capital of France?"));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0" y="274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· Module 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Non-streaming vs. streaming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3566160"/>
          </a:xfrm>
          <a:prstGeom prst="rect">
            <a:avLst/>
          </a:prstGeom>
          <a:solidFill>
            <a:srgbClr val="F3F4F6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188720"/>
            <a:ext cx="81381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Python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 = await agent.run("Tell me a fun fact.")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print(result)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for chunk in agent.run("Tell me a fun fact.", stream=True):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chunk.text: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print(chunk.text, end="", flush=True)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C#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Console.WriteLine(await agent.RunAsync("Tell me a fun fact."));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foreach (var update in agent.RunStreamingAsync("Tell me a fun fact."))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Console.Write(update);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0" y="274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· Module 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Multi-turn conversations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Threads carry conversation state across runs. A single agent can be invoked repeatedly and remember prior turns.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" y="1737360"/>
            <a:ext cx="8412480" cy="914400"/>
          </a:xfrm>
          <a:prstGeom prst="rect">
            <a:avLst/>
          </a:prstGeom>
          <a:solidFill>
            <a:srgbClr val="F3F4F6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828800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r1 = await agent.run("My name is Alex.")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r2 = await agent.run("What's my name?")   # answer: Alex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65760" y="2834640"/>
            <a:ext cx="8412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 MAF is managing the thread for you. You can create explicit threads when you need to — covered in Day 3 memory module.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0" y="274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· Module 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841248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MAF sample uses Azure identity, not API keys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on your laptop: AzureCliCredential() — signs in via az login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/ production: DefaultAzureCredential() or, preferably, an explicit ManagedIdentityCredential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commit API keys or connection strings — enforced on Day 5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0" y="274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· Module 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Packages you'll touch this week</a:t>
            </a:r>
            <a:endParaRPr lang="en-US" sz="2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97280"/>
          <a:ext cx="841248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3291840"/>
                <a:gridCol w="33832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Concern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 package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C# package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agent-framework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Microsoft.Agents.AI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Foundry client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agent-framework-foundry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Microsoft.Agents.AI.Foundry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Foundry hosting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agent-framework-foundry-hosting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(via Microsoft.Agents.AI.Foundry)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Search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agent-framework-azure-ai-search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Azure.Search.Documents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MCP hosting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agent-framework-hosting-mcp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ModelContextProtocol samples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0" y="274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· Module 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to the next two modules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You've now seen a client-side agent — built with Agent + FoundryChatClient (Python) or AIProjectClient.AsAIAgent (C#).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65760" y="2194560"/>
            <a:ext cx="8412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There's another way to run an agent: have Foundry host it for you. That's a PromptAgent or a HostedAgent in Foundry, connected via FoundryAgent.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347472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 gives us the mental model that ties everything together. Module 6 compares the two hosting styles.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0" y="274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· Module 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841248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MAF's primitives are small and stable: chat client, agent, thread, run, tool, message.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and C# APIs mirror each other closely.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is Azure identity end-to-end. No keys.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Client-side agent is one of two hosting styles — hosted variants next.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" y="4343400"/>
            <a:ext cx="8412480" cy="45720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4370832"/>
            <a:ext cx="8138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</a:t>
            </a:r>
            <a:pPr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five-layer agent stack we'll refer to every day this week.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Publix Workshop — Building AI Apps and Agents</dc:creator>
  <cp:lastModifiedBy>Publix Workshop — Building AI Apps and Agents</cp:lastModifiedBy>
  <cp:revision>1</cp:revision>
  <dcterms:created xsi:type="dcterms:W3CDTF">2026-07-22T17:04:49Z</dcterms:created>
  <dcterms:modified xsi:type="dcterms:W3CDTF">2026-07-22T17:04:49Z</dcterms:modified>
</cp:coreProperties>
</file>