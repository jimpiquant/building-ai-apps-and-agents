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code-dense module of Day 1. Move at a steady pace; call out that Modules 5–6 use everything you show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attendees coming from SK / AutoGen — reassure that MAF is the forward direction with cleaner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primitives. Every day this week uses them. Pause to ask if the names conflict with anything the audience already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it. Deployed model + credential + instructions. Emphasize how small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as Python. Point out AIProjectClient.AsAIAgent(...) as the client-side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matters for UX; we come back to it Day 3 with tool-progress events and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Attendees will ask 'where does that state live?' — answer: in the process for client-side agents; server-side for Foundry-hosted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table stakes but attendees will still bring keys from other codebases. Restate: no keys in this workshop's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freeze lives in manifests/versions.md. Attendees should not chase newer packages during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Foreshadow. Don't dive into hosting details here — save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a client-side agent — built with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another way to run an agent: have Foundry host it for you. That's a PromptAgent or a HostedAgent in Foundry,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compares the two hosting styles.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 is one of two hosting styles — hosted variants next.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2026-07-22T16:39:51Z</dcterms:created>
  <dcterms:modified xsi:type="dcterms:W3CDTF">2026-07-22T16:39:51Z</dcterms:modified>
</cp:coreProperties>
</file>