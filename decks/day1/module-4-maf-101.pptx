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 code-dense module of Day 1 — 40 min
• Move at a steady pace; don't linger on any one snippet
• Modules 5–6 use everything shown here — reassure attendees they'll see it again
• Attendees don't need to memorize APIs; they need to recognize the shape
• If they take away one thing: the six primitives (next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MAF = Microsoft's SDK for building agents (the WHAT)
• One vocabulary in Python and C# — this is the key value prop
• First-class Foundry integration
• For attendees coming from SK or AutoGen: MAF is the forward direction
• Cleaner primitives, single SDK, active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primitives — write them on a whiteboard if you can
•   Chat client, Agent, Session, Run, Tool, Message
• The rest of the workshop uses all six
• Ask: 'do any of these names collide with your team's vocabulary?'
•   (some teams may already use 'session' or 'run' differently in their codebases)
• If yes, agree on how you'll disambiguate for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'that's it — deployed model + credential + instructions'
• Emphasize how small this is compared to hand-rolled agent code
• No boilerplate for tool wiring, message parsing, streaming
• AzureCliCredential = 'sign in via az login' — no API keys
• This is the code attendees will run in Part C of the lab today
• Walk the imports first, then the Agent(...) construction, then .run()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4.1 · ~3 min
• Open a clean terminal, cd to a fresh scratch dir
•   mkdir scratch &amp;&amp; cd scratch
•   uv init --bare
•   paste pyproject.toml + main.py from the runbook
•   uv sync
•   export FOUNDRY_PROJECT_ENDPOINT=...
•   export FOUNDRY_MODEL=gpt-5.6-luna
•   uv run main.py
• Expected: model prints a brief answer about Paris
• Fallback: pre-recorded video at demos/day1/recordings/module4-demo1-six-line-agent.mp4
• Payoff line: 'That's the whole surface area — Agent + FoundryChatClient + AzureCliCredential.'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Point out: same shape as Python — this is MAF's design goal
• AIProjectClient(...).AsAIAgent(...) = C# way to write 'my code calling the Responses API'
• For attendees writing C#: everything shown in Python this week has a C# equivalent
• For attendees writing Python: the C# code should feel readable
• Version pinning: check manifests/versions.md if there's any doubt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Non-streaming vs. streaming — show the diff in shape
• Non-streaming: wait for the full response, one call
• Streaming: process chunks as they arrive (async iterator)
• Streaming matters for UX — perceived latency drops significantly
• Day 3 goes deeper: tool-progress events, cancellation, back-pressure
• In the lab today: attendees will see streaming print chunks live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GROUNDING FIX 2026-08-19: session=session is REQUIRED for multi-turn
• Previously this code snippet omitted session= and would silently return wrong answer
• Attendees WILL ask: 'where does that session state live?'
• Answer depends on which family (Module 6):
•   Foundry-hosted (Prompt agent or Hosted agent): server-side in Foundry
•   Self-hosted (your code + Responses API): in your process
• This is the bridge to Module 6 — Module 5 first, then Module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Table stakes topic, but attendees WILL bring keys from other codebases
• Restate clearly: NO API keys in this workshop's code
• Dev on laptop: AzureCliCredential — signs in via az login
• Production: DefaultAzureCredential or explicit ManagedIdentityCredential
• If you see a Foundry API key in a code review: reject the PR
• Day 5 revisits this in the Identity module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Package cheat sheet — attendees don't need to memorize
• Point them at manifests/versions.md for the frozen versions
• Manifest freeze for current baseline; refreshed post-Ignite
• Ask attendees NOT to chase newer packages during the workshop
• If something breaks with a newer package version, downgrade to the manifest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bridge slide — don't teach hosting here, save for Module 6
• One sentence: 'you've now seen the primitives; Module 5 gives you the map, Module 6 shows the two hosting families'
• Foreshadow the families: Foundry-hosted (Prompt agent + Hosted agent) and self-hosted (your code + Responses API)
• Attendees should feel: 'oh, there's more than one place this code can run'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If code slides ran long, cut the takeaways to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primitives, in Python and C#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SDK for building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 — Agent, chat client, tool, session, run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(agent_framework) and C# (Microsoft.Agents.AI) with matching concepts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Foundry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memory, structured outputs, tools, MCP, multi-agent, eval — one place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for new work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primitives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client that talks to a specific model service (e.g. FoundryChatClient)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Wraps a chat client with instructions and tools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Carries conversation history across multiple agent.run() calls; create with agent.create_session(), pass as session=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turn (user → agent), non-streaming or streaming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callable capability the model can invoke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user / assistant / tool messages in a session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Python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asyncio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agent_framework.foundry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azure.identity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main():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"HelloAgent"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instructions=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friendly assistant. Keep answers brief."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is the capital of France?"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print(result)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asyncio.run(main())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6-line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Live-type an empty scratch directory into a running MAF agent. Six lines from the previous slide — plus uv init, uv sync, and two env vars — get you a real answer from your Foundry-deployed model. Proves there's no ceremony.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demos/day1/module-4-demo-1-six-line-agent.md · Scratch files: demos/day1/module-4-demo-1-six-line-agent/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possible C#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endpoint = Environment.GetEnvironmentVariable(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"FOUNDRY_PROJECT_ENDPOINT"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)!;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model = Environment.GetEnvironmentVariable(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"FOUNDRY_MODEL"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?? 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"gpt-5.6-luna"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name: 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"HelloAgent"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instructions: 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friendly assistant. Keep answers brief."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</a:t>
            </a:r>
            <a:pPr indent="0" marL="0">
              <a:buNone/>
            </a:pPr>
            <a:r>
              <a:rPr lang="en-US" sz="13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agent.RunAsync(</a:t>
            </a:r>
            <a:pPr indent="0" marL="0">
              <a:buNone/>
            </a:pPr>
            <a:r>
              <a:rPr lang="en-US" sz="13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is the capital of France?"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Non-streaming vs. streaming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56616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</a:t>
            </a:r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"Tell me a fun fact."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chunk </a:t>
            </a:r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"Tell me a fun fact."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stream=</a:t>
            </a:r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chunk.text: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print(chunk.text, end=</a:t>
            </a:r>
            <a:pPr indent="0" marL="0">
              <a:buNone/>
            </a:pPr>
            <a:r>
              <a:rPr lang="en-US" sz="12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flush=</a:t>
            </a:r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</a:t>
            </a:r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</a:t>
            </a:r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agent.RunAsync(</a:t>
            </a:r>
            <a:pPr indent="0" marL="0">
              <a:buNone/>
            </a:pPr>
            <a:r>
              <a:rPr lang="en-US" sz="12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"Tell me a fun fact."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foreach (var update </a:t>
            </a:r>
            <a:pPr indent="0" marL="0">
              <a:buNone/>
            </a:pPr>
            <a:r>
              <a:rPr lang="en-US" sz="12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agent.RunStreamingAsync(</a:t>
            </a:r>
            <a:pPr indent="0" marL="0">
              <a:buNone/>
            </a:pPr>
            <a:r>
              <a:rPr lang="en-US" sz="12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"Tell me a fun fact."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carries conversation state across runs. Create one with agent.create_session() and pass it to every agent.run() call.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37160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2880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r1 = </a:t>
            </a:r>
            <a:pPr indent="0" marL="0">
              <a:buNone/>
            </a:pPr>
            <a:r>
              <a:rPr lang="en-US" sz="15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5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"My name is Alex."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= </a:t>
            </a:r>
            <a:pPr indent="0" marL="0">
              <a:buNone/>
            </a:pPr>
            <a:r>
              <a:rPr lang="en-US" sz="150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50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"What's my name?"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   </a:t>
            </a:r>
            <a:pPr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answer: Alex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a session once and pass it to each run. MAF maintains the conversation history in that session object for you. Without session=, each call is stateless. Day 3 covers explicit session management (persistence, compaction, replay).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MAF sample uses Azure identity, not API keys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on your laptop: AzureCliCredential() — signs in via az 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production: DefaultAzureCredential() or, preferably, an explicit ManagedIdentityCredential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commit API keys or connection strings — enforced on Day 5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you'll touch this week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C# package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client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Microsoft.Agents.AI.Foundry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agent-framework-foundry-hosting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(via Microsoft.Agents.AI.Foundry)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agent-framework-azure-ai-search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Azure.Search.Documents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agent-framework-hosting-mcp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ModelContextProtocol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the next two modules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seen the MAF primitives that let your process call the Foundry Responses API — Agent + FoundryChatClient (Python) or AIProjectClient.AsAIAgent (C#).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self-hosted path — one of two hosting families for Agent Framework agents. The other family — Foundry-hosted — has two flavors: Prompt agents (configuration only) and Hosted agents (your code, containerized, run by Foundry). All are connected via FoundryAgent.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gives us the mental model that ties everything together. Module 6 walks both hosting families in detail.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MAF's primitives are small and stable: chat client, agent, session, run, tool, message.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and C# APIs mirror each other closely.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is Azure identity end-to-end. No keys.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you just saw — your code calling the Responses API — is the self-hosted family. Module 6 covers both families in detail.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agent stack we'll refer to through the rest of the workshop.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2026-09-01T16:42:08Z</dcterms:created>
  <dcterms:modified xsi:type="dcterms:W3CDTF">2026-09-01T16:42:08Z</dcterms:modified>
</cp:coreProperties>
</file>