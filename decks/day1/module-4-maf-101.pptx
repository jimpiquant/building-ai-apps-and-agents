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Publix teams may already use 'thread' or 'run' differently)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Cohort 1 freeze happens now; Cohort 2 re-freezes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