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map for Foundry governance. Emphasize that connected resources (Storage, Key Vault, AI Search) are independent Azure resources — you manage their networking and access separately. The Foundry resource references them through connections.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Foundry User role was previously called Azure AI User — attendees may see either name during the rollout. RBAC scopes at both resource and project level; 401/403 in the lab almost always means missing Foundry User at the resource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 the architecture slide: connections are Foundry's way of pointing at connected resources, which live under their own governance boundaries. If a Foundry-side connection fails, check the target resource's own network/access policies, not just Foundry's.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12064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247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· governance boundary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155448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21488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94760" y="155448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379476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03120"/>
            <a:ext cx="4846320" cy="1920240"/>
          </a:xfrm>
          <a:prstGeom prst="rect">
            <a:avLst/>
          </a:prstGeom>
          <a:solidFill>
            <a:srgbClr val="F3F4F6"/>
          </a:solidFill>
          <a:ln w="12700">
            <a:solidFill>
              <a:srgbClr val="1E2761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21762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· development boundary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560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assets: files · agents · evaluations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0" y="1124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resources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521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Azure resources · own governance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52160" y="182880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85216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Storage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52160" y="260604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852160" y="2606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338328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852160" y="3383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4343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2026-07-23T22:43:58Z</dcterms:created>
  <dcterms:modified xsi:type="dcterms:W3CDTF">2026-07-23T22:43:58Z</dcterms:modified>
</cp:coreProperties>
</file>