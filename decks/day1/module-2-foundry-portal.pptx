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Mostly a live walkthrough — share screen early
• Slides are attendee reference, not primary teaching
• Have the Foundry portal open before this module starts
• Have at least one existing project + model deployment ready to show
• Time budget: 45 min — 25 in portal, 20 on slides for reference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Goal: recognize the surfaces, not master any of them
• Attendees just need to feel oriented enough for Modules 4–6
• Deep material lands Days 2–3 (IQ, Toolbox) and Module 6 today (agent types)
• Attendees should walk out with: their project endpoint + one deployment name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Canonical diagram from Microsoft Learn — walk it in this order:
• (1) Foundry resource = the outer box = governance boundary
•   → contains: model deployments, security &amp; networking, connections
• (2) Project = the inner dashed box = development boundary
•   → contains: agents, files, evaluations (project assets)
• (3) Connected resources on the right (Storage, Key Vault, AI Search)
•   → separate Azure resources, separate governance boundaries
•   → Foundry references them via connections, doesn't own them
• Emphasize: 'connected resources have their own networking and access policies'
• Common failure: Foundry connection works, but the target resource's firewall blocks — check the target resource's own policies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Starter RBAC for the lab: Foundry User at the Foundry resource scope
• Foundry User was previously named Azure AI User — attendees may see either during rollout
• RBAC scopes at BOTH resource level and project level
• Day 1 lab access is covered by the resource-scope assignment
• 401 / 403 in the lab almost always = missing Foundry User at resource scope
• If instructor hears '401' in chat: 'check RBAC first, then endpoint, then deployment name'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Show attendees where the project endpoint lives in the portal
• Path (verify live — portal wording moves): Overview → Endpoints and keys
• Have them copy it now — they'll need it in every lab
• Format: https://&lt;project&gt;.services.ai.azure.com
• Never commit this to source control — it belongs in .env
• The credential (AzureCliCredential) authenticates against this endpoint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Common gotcha: attendee picks a model, hits a region availability wall
• Not every model is available in every region
• Not every model has capacity in every region even when available
• Sequence: pick region → confirm model availability → confirm quota → deploy
• If attendee can't deploy: check region and quota first, not model choice
• Ignite 2026 will likely shift which models are where — check current state before workshop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#1 confusion in the Day 1 lab: deployment name ≠ model name
• Model name: 'gpt-4o'
• Deployment name: whatever *you* named the deployment in the portal
• In MAF, you pass the DEPLOYMENT name as model= — not the model name
• In the .env file, FOUNDRY_MODEL = the deployment name
• Have attendees copy the exact deployment name from Portal → Deployments now
• Rule of thumb: one deployment per (model, role) pair — don't share prod and dev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slide is really a debugging tip
• Reinforce: iterate in the playground BEFORE writing agent code
• If a prompt doesn't work in the playground, it won't work in MAF
• Cheap iteration loop: playground → prompt fix → playground → deploy
• Attendees who skip this waste a lot of time debugging things that were prompt issues
• Three playgrounds worth knowing: chat, agent, evaluation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the architecture diagram: connections = Foundry pointing at connected resources
• Connected resources have their OWN governance boundaries
• When a connection fails, check the target resource's policies first
• Auth: managed identity or service principal — NO long-lived keys in production
• Configured on the Foundry resource; projects inherit them
• We'll wire IQ knowledge-source connections on Day 2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portal areas we introduce today and revisit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Toolbox = curated tool/connector catalog for agents
• We use it lightly today (Part B of the lab) and go deep Day 2
• Interesting fact for later: Toolbox is exposed via an MCP endpoint under the hood
• That ties Toolbox and Day 3's MCP topic together neatly
• Toolbox samples: web search, code interpreter, file search, SharePoint, Fabric, Graph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Bookmark: Foundry IQ = enterprise knowledge and grounding layer
• Day 2 is IQ's main course — don't teach it here
• The pitch: unified retrieval across your enterprise data
• Alternative to building a RAG pipeline per source
• Grounded answers with citations, without writing retrieval code
• Preview status — call out that some parts are moving fast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 slide — Day 5 goes deep
• Point out: attendees don't have to configure anything for Prompt or Hosted agents; tracing is on by default
• For Path C (your own code), you enable OTel yourself — Day 5 covers this
• A trace makes the abstract concrete: attendees literally SEE their model + tool calls
• Best debugging tool most attendees haven't tried yet
• Preview only — don't over-teach; they'll click into a trace in Part 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two-axis mental model attendees should carry all week
• Actions = how the agent DOES things — Toolbox, MCP, function tools
• Knowledge = how the agent KNOWS things — Foundry IQ, RAG
• Day 2 = Knowledge deep dive
• Day 3 = Actions deep dive (MCP)
• When something breaks, ask: is this an Actions problem or a Knowledge problem?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Codifies the IaC-first operating norm — attendees should nod along
• Portal is fine for: exploring, playground, tracing, monitoring
• Code is the norm for: creating anything, deploying anything, changing anything
• az CLI = the general Azure command line
• azd = Azure Developer CLI, higher-level (deploy an app end-to-end)
• SDK = for programmatic operations from your code (creating agents, indexes, etc.)
• Terraform is a common default for IaC-first teams — out of scope for this workshop's content
• In today's lab: Part A creates the Prompt agent with the SDK, not the portal
• Day 5 deployment: az / azd paths lead, not portal deploy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Give attendees the diagnostic sequence in a fixed order:
•   1. Quota — is your region out of capacity?
•   2. RBAC — do you have Foundry User at the resource scope?
•   3. Region — does the model live in your region?
• This ordering catches ~90% of Day 1 lab failures
• Preview features move — trust running code over screenshots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Screen share the portal — this is a live demo, not a slide read
• Move steadily, don't linger
• Ask attendees to do steps 1–4 alongside you
• Ask them to raise a hand (or emoji in chat) if they hit a block
• Fix blocks in real time — do NOT let them accumulate to async time
• Steps 5–6 (Toolbox, IQ) are demo-only for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Short recap. Confirm everyone has their project endpoint copied.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 · 45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Portal Tour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Projects, models, deployments, connections, Toolbox, Foundry IQ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leave with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a Foundry project confidently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and 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a model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Locate your project endpoint (you'll paste this into your .env in the lab)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Toolbox and Foundry IQ (deep-dive comes Days 2–3)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architecture</a:t>
            </a:r>
            <a:endParaRPr lang="en-US" sz="2800" dirty="0"/>
          </a:p>
        </p:txBody>
      </p:sp>
      <p:pic>
        <p:nvPicPr>
          <p:cNvPr id="5" name="Image 0" descr="[object Object]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3575" y="1097280"/>
            <a:ext cx="511685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65760" y="443484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Diagram: Microsoft Learn · aka.ms/foundry/architecture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65760" y="46177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" y="464515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layers to know: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→ project → project assets → connected resources. Connected resources have their own networking and access policies.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lives where · starter RBAC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resource level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level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networking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to connected resources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Resource-scoped RBAC roles (Foundry User, Foundry Owner)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(Prompt agents, Hosted agents)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Project-scoped RBAC assignments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Starter RBAC: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every developer </a:t>
            </a:r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User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 the Foundry resource scope. That covers Day 1 lab access. Fine-grained project-scoped roles come later.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endpoints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Foundry project has an endpoint like: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8412480" cy="5486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5087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https://&lt;project-name&gt;.services.ai.azure.com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365760" y="2194560"/>
            <a:ext cx="8412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this as FOUNDRY_PROJECT_ENDPOINT in every lab's .env. MAF connects with this endpoint plus a credential — AzureCliCredential in dev, managed identity in production.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catalog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frontier models (OpenAI, Meta, Mistral, others by region)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by capability — chat, embeddings, vision, etc.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region availability, pricing tier, context window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model is available in every region — check region and quota first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deployment is a named, callable instance of a specific model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deployment has: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name — what you pass to MAF as model=…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version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 — tokens per minute</a:t>
            </a:r>
            <a:endParaRPr lang="en-US" sz="14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— inherited from the project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one deployment per (model, role) pair. Don't share prod and dev.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playground — test a deployed model interactively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playground — test a Prompt agent or Hosted agent you've created in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flow / evaluation playgrounds — for testing eval configurations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playgrounds to sanity-check before writing agent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it doesn't work in the playground, it won't work in MAF either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Foundry resource references other Azure services — AI Search, Storage, Key Vault,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connected resource is a separate Azure resource with its own networking and access policies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the Foundry resource; projects inherit them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via managed identity or service principal — never long-lived keys in production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wire connections for Foundry IQ knowledge sources on Day 2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0116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Introductions only — Days 2–3 go deep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catalog of ready-to-use tools an agent can attach to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Includes: code interpreter, file search, Bing search, SharePoint, Fabric, Graph, custom skills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Exposed to MAF over an MCP endpoint (same protocol as Day 3)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Toolbox tools to a Foundry-hosted agent from the portal, or from code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(intro)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knowledge /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retrieval across enterprise sources — AI Search indexes, SharePoint, OneLake / Fabric, and more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Alternative to hand-rolling a RAG pipeline per source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Agents that use it get grounded answers with citations, without you writing retrieval code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 — preview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agent run in Foundry emits a trace — no code to enable, built-in for Prompt and Hosted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trace records: model calls, tool invocations, decisions, latency, tokens, and errors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traces in the Foundry portal (Tracing / Observability), or ship them to Application Insights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 semantics under the hood — same spans you'd expect from any OTel-instrumented service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open a real trace in Part B of today's lab; Day 5 goes deep on production observability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axes to remember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468880"/>
                <a:gridCol w="2743200"/>
              </a:tblGrid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Axis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Actions — how the agent does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Toolbox, MCP, function tools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Callable capabilities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— how the agent knows things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IQ, RAG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Retrieval and grounding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for learning · CLI for production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portal is a great teacher and a great debugger. For creating resources and shipping changes, real teams use code.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portal for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709160" y="169164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az / azd / SDK for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3657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Exploring what Foundry can do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Sanity-checking a prompt in the playground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Inspecting a trace when something goes wrong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dashboards and metrics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709160" y="2148840"/>
            <a:ext cx="4069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Creating projects, deployments, agents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Wiring connections to Storage / Key Vault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Deploying Hosted agents (zip + Foundry portal is a shortcut; azd / az is the norm)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needs a repeatable, reviewable change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 operating norm: </a:t>
            </a:r>
            <a:pPr indent="0" marL="0">
              <a:buNone/>
            </a:pPr>
            <a:r>
              <a:rPr lang="en-US" sz="12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creation and programmatic operations live in code. Every lab this week reflects that.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portal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Quota errors on deployment — request a bump in the region before Day 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role assignments — attendees need at least Foundry User (previously Azure AI User) at the Foundry resource scope; 401/403 usually means this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 mismatch — model deployment region must be reachable by IQ / AI Search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features move — Toolbox and parts of IQ are evolving; trust running code over screenshots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walkthrough (in the portal now)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into ai.azure.com and open a project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the project endpoint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chat playground; send a test prompt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Toolbox catalog and one entry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Foundry IQ landing page and one pre-provisioned knowledge source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20624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Attendees: do steps 1–4 on your own sub before the module ends.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Foundry lives inside a project.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 your project endpoint and one model deployment name — you'll need both in every lab.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 are today's introductions; Days 2–3 make them real.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portal pages don't work: quota → RBAC → region, in that order.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fundamentals — how to talk to models before we wrap them in agents.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2026-07-27T15:38:19Z</dcterms:created>
  <dcterms:modified xsi:type="dcterms:W3CDTF">2026-07-27T15:38:19Z</dcterms:modified>
</cp:coreProperties>
</file>