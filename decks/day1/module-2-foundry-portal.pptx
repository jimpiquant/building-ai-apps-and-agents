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2.1 · ~5 min
• Do NOT use the project the labs will use — create a separate demo project
• Portal: ai.azure.com → + New project → name it → SELECT App Insights checkbox
•   Call the checkbox out explicitly — this is what the pre-work doc mentions
• Then Deployments → + Deploy model → gpt-5.6-luna → deployment name gpt-5.6-luna
• Then a 90s aside showing the az CLI equivalent (do NOT run live)
• Portal walkthrough: Overview endpoint URL, Deployments, Connected resources, Agents (empty)
• Fallback: pre-created backup project + screenshots
• Payoff line: 'Five minutes, one project, App Insights connected. That's Part A's pre-work.'
• POST-WORKSHOP: az cognitiveservices account delete + az group delete for the demo project (cost)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instructor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https://&lt;foundry-resource&gt;.services.ai.azure.com/api/projects/&lt;your-project&gt;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'gpt-5.6-luna'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GROUNDING FIX 2026-08-19: Prompt/Hosted tracing is GA, not preview
• Only Workflow + external-agent tracing is preview — comes in Day 4+
• Awareness slide — Day 5 goes deep
• Point out: attendees don't have to configure anything for Prompt or Hosted agents; tracing is on by default
•   BUT: they must have Application Insights connected to the project first (see pre-work checklist)
• For Path C (your own code), you enable OTel yourself — Day 5 covers this
• A trace makes the abstract concrete: attendees literally SEE their model + tool calls
• Best debugging tool most attendees haven't tried yet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IaC-first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a common default for IaC-first teams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the lab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Foundry project,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path from + New project → App Insights checkbox → gpt-5.6-luna deployment → project endpoint visible. Then a 90-second look at the az CLI equivalent for the IaC-first path. Attendees who haven't done pre-work realize this is a 5-minute click-through, not a day of Azure ceremony.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demos/day1/module-2-demo-1-create-project.md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https://&lt;foundry-resource&gt;.services.ai.azure.com/api/projects/&lt;your-project&gt;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8920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for Prompt and Hosted agents is GA. Workflow and external-agent tracing is preview — relevant Day 4+.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you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2026-08-19T21:21:42Z</dcterms:created>
  <dcterms:modified xsi:type="dcterms:W3CDTF">2026-08-19T21:21:42Z</dcterms:modified>
</cp:coreProperties>
</file>