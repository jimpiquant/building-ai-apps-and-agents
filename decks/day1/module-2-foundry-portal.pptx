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https://&lt;foundry-resource&gt;.services.ai.azure.com/api/projects/&lt;your-project&gt;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'gpt-5.4-mini'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https://&lt;foundry-resource&gt;.services.ai.azure.com/api/projects/&lt;your-project&gt;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2026-07-29T22:32:50Z</dcterms:created>
  <dcterms:modified xsi:type="dcterms:W3CDTF">2026-07-29T22:32:50Z</dcterms:modified>
</cp:coreProperties>
</file>