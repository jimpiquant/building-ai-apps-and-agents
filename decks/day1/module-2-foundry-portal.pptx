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module is mostly a live walkthrough. Slides are attendee reference. Have your portal open, share screen early.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expectations: recognize, not master. The goal is to make Modules 4–6 make sense in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Emphasize: you always operate inside a project. If in doubt, 'what project are we in?'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them where to grab this from the portal. Overview page → 'Endpoints and keys' or similar (verify current wording live).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Common gotcha — attendees pick a model, hit a region wall. Encourage confirming region + quota before deploying.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Deployment name != model name. Common source of confusion in the lab. Emphasize.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debugging tip masquerading as a portal feature. Reinforce: iterate in the playground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Just orient them. Deep material lands Day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portal areas we introduce today and revisit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Bookmark this. We use it lightly today and go deep Day 2. Note: Toolbox = MCP under the hood; ties into Day 3 nicely.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Day 2's main course. Just plant the flag.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Actions vs. Knowledge is the compass for Days 2–3. Actions maps to Day 3 (MCP). Knowledge maps to Day 2 (Foundry IQ, RAG).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attendees the diagnostic sequence: quota → RBAC → region. In that order.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 share your portal. Move steadily. Ask attendees to raise a hand if they can't complete steps 1–4 during the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Short recap. Confirm everyone has their project endpoint copied.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 · 45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Portal Tour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Projects, models, deployments, connections, Toolbox, Foundry IQ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leave with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a Foundry project confidently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and deploy a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 model in the playground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Locate your project endpoint (you'll paste this into your .env in the lab)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Toolbox and Foundry IQ (deep-dive comes Days 2–3)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Foundry hierarchy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— your Entra tenant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— Azure subscription that pays for resources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group — where Foundry resources live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project — the unit of collaboration; also the URL MAF connects 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deployments — instances of a specific model callable from your project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endpoints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Foundry project has an endpoint like: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8412480" cy="5486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0876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https://&lt;project-name&gt;.services.ai.azure.com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65760" y="219456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this as FOUNDRY_PROJECT_ENDPOINT in every lab's .env. MAF connects with this endpoint plus a credential — AzureCliCredential in dev, managed identity in production.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catalog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frontier models (OpenAI, Meta, Mistral, others by region)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capability — chat, embeddings, vision, etc.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region availability, pricing tier, context window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model is available in every region — check region and quota first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deployment is a named, callable instance of a specific model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deployment has: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name — what you pass to MAF as model=…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version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— tokens per minute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— inherited from the project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one deployment per (model, role) pair. Don't share prod and dev.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Playgrounds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playground — test a deployed model interactively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playground — test a PromptAgent or HostedAgent you've created in Foundry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flow / evaluation playgrounds — for testing eval configurations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playgrounds to sanity-check before writing agent code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doesn't work in the playground, it won't work in MAF either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 are how a Foundry project reaches other Azure resources — AI Search, storage, Fabric, and more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once per project; agents inherit them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via managed identity or service principal — never long-lived keys in production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wire connections for Foundry IQ knowledge sources on Day 2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and Foundry IQ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1089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Introductions only — Days 2–3 go deep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(intro)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catalog of ready-to-use tools an agent can attach 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Includes: code interpreter, file search, Bing search, SharePoint, Fabric, Graph, custom skills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Exposed to MAF over an MCP endpoint (same protocol as Day 3)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Toolbox tools to a Foundry-hosted agent from the portal, or from code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(intro)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knowledge / grounding layer of Foundry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retrieval across enterprise sources — AI Search indexes, SharePoint, OneLake / Fabric, and more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to hand-rolling a RAG pipeline per source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that use it get grounded answers with citations, without you writing retrieval code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axes to remember</a:t>
            </a:r>
            <a:endParaRPr lang="en-US" sz="2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468880"/>
                <a:gridCol w="2743200"/>
              </a:tblGrid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Actions — how the agent does things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Toolbox, MCP, function tools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Callable capabilities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— how the agent knows things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IQ, RAG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 and grounding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portal gotchas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 errors on deployment — request a bump in the region before Day 1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role assignments — attendees need at least Azure AI User on the project (401/403 usually means this)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mismatch — model deployment region must be reachable by IQ / AI Search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features move — Toolbox and parts of IQ are evolving; trust running code over screenshots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walkthrough (in the portal now)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into ai.azure.com and open a project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a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the project endpoint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chat playground; send a test prompt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Toolbox catalog and one entry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Foundry IQ landing page and one pre-provisioned knowledge source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2062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Attendees: do steps 1–4 on your own sub before the module ends.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Foundry lives inside a project.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your project endpoint and one model deployment name — you'll need both in every lab.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and Foundry IQ are today's introductions; Days 2–3 make them real.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portal pages don't work: quota → RBAC → region, in that order.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fundamentals — how to talk to models before we wrap them in agents.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2026-07-22T16:39:51Z</dcterms:created>
  <dcterms:modified xsi:type="dcterms:W3CDTF">2026-07-22T16:39:51Z</dcterms:modified>
</cp:coreProperties>
</file>