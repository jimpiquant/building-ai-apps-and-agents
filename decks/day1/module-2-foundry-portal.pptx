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 from Microsoft Learn (foundry/concepts/architecture). Walk the four layers explicitly: (1) Foundry resource is the governance boundary — deployments, security, connections. (2) Projects are development boundaries nested inside. (3) Project assets are files, agents, evaluations. (4) Connected resources (Storage, Key Vault, AI Search) are separate Azure resources with their own governance — you manage networking and access for them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Foundry User role was previously called Azure AI User — attendees may see either name during the rollout. RBAC scopes at both resource and project level; 401/403 in the lab almost always means missing Foundry User at the resource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 the architecture slide: connections are Foundry's way of pointing at connected resources, which live under their own governance boundaries. If a Foundry-side connection fails, check the target resource's own network/access policies, not just Foundry's.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2026-07-23T22:45:21Z</dcterms:created>
  <dcterms:modified xsi:type="dcterms:W3CDTF">2026-07-23T22:45:21Z</dcterms:modified>
</cp:coreProperties>
</file>