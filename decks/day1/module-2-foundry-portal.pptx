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facilitator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Publix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Publix's default IaC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Publix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