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mostly a live walkthrough. Slides are attendee reference. Have your portal open, share screen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recognize, not master. The goal is to make Modules 4–6 make sense in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you always operate inside a project. If in doubt, 'what project are we in?'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them where to grab this from the portal. Overview page → 'Endpoints and keys' or similar (verify current wording live).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gotcha — attendees pick a model, hit a region wall. Encourage confirming region + quota before deploying.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name != model name. Common source of confusion in the lab. Emphasize.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debugging tip masquerading as a portal feature. Reinforce: iterate in the playground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orient them. Deep material lands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Bookmark this. We use it lightly today and go deep Day 2. Note: Toolbox = MCP under the hood; ties into Day 3 nicely.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Day 2's main course. Just plant the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vs. Knowledge is the compass for Days 2–3. Actions maps to Day 3 (MCP). Knowledge maps to Day 2 (Foundry IQ, RAG).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attendees the diagnostic sequence: quota → RBAC → region. In that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 share your portal. Move steadily. Ask attendees to raise a hand if they can't complete steps 1–4 during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— your Entra tenant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— Azure subscription that pays for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group — where Foundry resources live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project — the unit of collaboration; also the URL MAF connects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— instances of a specific model callable from your project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are how a Foundry project reaches other Azure resources — AI Search, storage,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once per project; agents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Azure AI User on the project (401/403 usually means this)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2026-07-22T20:31:32Z</dcterms:created>
  <dcterms:modified xsi:type="dcterms:W3CDTF">2026-07-22T20:31:32Z</dcterms:modified>
</cp:coreProperties>
</file>