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Mostly a live walkthrough — share screen early
• Slides are attendee reference, not primary teaching
• Have the Foundry portal open before this module starts
• Have at least one existing project + model deployment ready to show
• Time budget: 45 min — 25 in portal, 20 on slides for reference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Goal: recognize the surfaces, not master any of them
• Attendees just need to feel oriented enough for Modules 4–6
• Deep material lands Days 2–3 (IQ, Toolbox) and Module 6 today (agent types)
• Attendees should walk out with: their project endpoint + one deployment 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Canonical diagram from Microsoft Learn — walk it in this order:
• (1) Foundry resource = the outer box = governance boundary
•   → contains: model deployments, security &amp; networking, connections
• (2) Project = the inner dashed box = development boundary
•   → contains: agents, files, evaluations (project assets)
• (3) Connected resources on the right (Storage, Key Vault, AI Search)
•   → separate Azure resources, separate governance boundaries
•   → Foundry references them via connections, doesn't own them
• Emphasize: 'connected resources have their own networking and access policies'
• Common failure: Foundry connection works, but the target resource's firewall blocks — check the target resource's own policies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2.1 · ~5 min
• Do NOT use the project the labs will use — create a separate demo project
• Portal: ai.azure.com → + New project → name it → SELECT App Insights checkbox
•   Call the checkbox out explicitly — this is what the pre-work doc mentions
• Then Deployments → + Deploy model → gpt-5.6-luna → deployment name gpt-5.6-luna
• Then a 90s aside showing the az CLI equivalent (do NOT run live)
• Portal walkthrough: Overview endpoint URL, Deployments, Connected resources, Agents (empty)
• Fallback: pre-created backup project + screenshots
• Payoff line: 'Five minutes, one project, App Insights connected. That's Part A's pre-work.'
• POST-WORKSHOP: az cognitiveservices account delete + az group delete for the demo project (cost)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Starter RBAC for the lab: Foundry User at the Foundry resource scope
• Foundry User was previously named Azure AI User — attendees may see either during rollout
• RBAC scopes at BOTH resource level and project level
• Day 1 lab access is covered by the resource-scope assignment
• 401 / 403 in the lab almost always = missing Foundry User at resource scope
• If instructor hears '401' in chat: 'check RBAC first, then endpoint, then deployment name'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attendees where the project endpoint lives in the portal
• Path (verify live — portal wording moves): Overview → Endpoints and keys
• Have them copy it now — they'll need it in every lab
• Format: https://&lt;foundry-resource&gt;.services.ai.azure.com/api/projects/&lt;your-project&gt;
• Never commit this to source control — it belongs in .env
• The credential (AzureCliCredential) authenticates against this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gotcha: attendee picks a model, hits a region availability wall
• Not every model is available in every region
• Not every model has capacity in every region even when available
• Sequence: pick region → confirm model availability → confirm quota → deploy
• If attendee can't deploy: check region and quota first, not model choice
• Ignite 2026 will likely shift which models are where — check current state before workshop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#1 confusion in the Day 1 lab: deployment name ≠ model name
• Model name: 'gpt-5.6-luna'
• Deployment name: whatever *you* named the deployment in the portal
• In MAF, you pass the DEPLOYMENT name as model= — not the model name
• In the .env file, FOUNDRY_MODEL = the deployment name
• Have attendees copy the exact deployment name from Portal → Deployments now
• Rule of thumb: one deployment per (model, role) pair — don't share prod and 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 is really a debugging tip
• Reinforce: iterate in the playground BEFORE writing agent code
• If a prompt doesn't work in the playground, it won't work in MAF
• Cheap iteration loop: playground → prompt fix → playground → deploy
• Attendees who skip this waste a lot of time debugging things that were prompt issues
• Three playgrounds worth knowing: chat, agent, 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the architecture diagram: connections = Foundry pointing at connected resources
• Connected resources have their OWN governance boundaries
• When a connection fails, check the target resource's policies first
• Auth: managed identity or service principal — NO long-lived keys in production
• Configured on the Foundry resource; projects inherit them
• We'll wire IQ knowledge-source connections on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Toolbox = curated tool/connector catalog for agents
• We use it lightly today (Part B of the lab) and go deep Day 2
• Interesting fact for later: Toolbox is exposed via an MCP endpoint under the hood
• That ties Toolbox and Day 3's MCP topic together neatly
• Toolbox samples: web search, code interpreter, file search, SharePoint, Fabric,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Foundry IQ = enterprise knowledge and grounding layer
• Day 2 is IQ's main course — don't teach it here
• The pitch: unified retrieval across your enterprise data
• Alternative to building a RAG pipeline per source
• Grounded answers with citations, without writing retrieval code
• Preview status — call out that some parts are moving fast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GROUNDING FIX 2026-08-19: Prompt/Hosted tracing is GA, not preview
• Only Workflow + external-agent tracing is preview — comes in Day 4+
• Awareness slide — Day 5 goes deep
• Point out: attendees don't have to configure anything for Prompt or Hosted agents; tracing is on by default
•   BUT: they must have Application Insights connected to the project first (see pre-work checklist)
• For Path C (your own code), you enable OTel yourself — Day 5 covers this
• A trace makes the abstract concrete: attendees literally SEE their model + tool calls
• Best debugging tool most attendees haven't tried yet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two-axis mental model attendees should carry all week
• Actions = how the agent DOES things — Toolbox, MCP, function tools
• Knowledge = how the agent KNOWS things — Foundry IQ, RAG
• Day 2 = Knowledge deep dive
• Day 3 = Actions deep dive (MCP)
• When something breaks, ask: is this an Actions problem or a Knowledge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Codifies the IaC-first operating norm — attendees should nod along
• Portal is fine for: exploring, playground, tracing, monitoring
• Code is the norm for: creating anything, deploying anything, changing anything
• az CLI = the general Azure command line
• azd = Azure Developer CLI, higher-level (deploy an app end-to-end)
• SDK = for programmatic operations from your code (creating agents, indexes, etc.)
• Terraform is a common default for IaC-first teams — out of scope for this workshop's content
• In today's lab: Part A creates the Prompt agent with the SDK, not the portal
• Day 5 deployment: az / azd paths lead, not portal deploy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Give attendees the diagnostic sequence in a fixed order:
•   1. Quota — is your region out of capacity?
•   2. RBAC — do you have Foundry User at the resource scope?
•   3. Region — does the model live in your region?
• This ordering catches ~90% of Day 1 lab failures
• Preview features move — trust running code over screenshots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Screen share the portal — this is a live demo, not a slide read
• Move steadily, don't linger
• Ask attendees to do steps 1–4 alongside you
• Ask them to raise a hand (or emoji in chat) if they hit a block
• Fix blocks in real time — do NOT let them accumulate to the lab
• Steps 5–6 (Toolbox, IQ) are demo-only for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575" y="1097280"/>
            <a:ext cx="511685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aka.ms/foundry/architecture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6451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Foundry project,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path from + New project → App Insights checkbox → gpt-5.6-luna deployment → project endpoint visible. Then a 90-second look at the az CLI equivalent for the IaC-first path. Attendees who haven't done pre-work realize this is a 5-minute click-through, not a day of Azure ceremony.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demos/day1/module-2-demo-1-create-project.md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https://&lt;foundry-resource&gt;.services.ai.azure.com/api/projects/&lt;your-project&gt;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run in Foundry emits a trace — no code to enable, built-in for Prompt and Hosted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 records: model calls, tool invocations, decisions, latency, tokens, and errors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traces in the Foundry portal (Tracing / Observability), or ship them to Application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semantics under the hood — same spans you'd expect from any OTel-instrumented service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open a real trace in Part B of today's lab; Day 5 goes deep on production observability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8920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for Prompt and Hosted agents is GA. Workflow and external-agent tracing is preview — relevant Day 4+.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for learning · CLI for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portal is a great teacher and a great debugger. For creating resources and shipping changes, real teams use code.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portal for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az / azd / SDK for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what Foundry can 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Sanity-checking a prompt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Inspecting a trace when something goes wrong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dashboards and metrics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projects, deployments,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 connections to Storage / Key Vault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Hosted agents (zip + Foundry portal is a shortcut; azd / az is the norm)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needs a repeatable, reviewable change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operating norm: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creation and programmatic operations live in code. Every lab this week reflects that.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you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2026-09-01T16:42:08Z</dcterms:created>
  <dcterms:modified xsi:type="dcterms:W3CDTF">2026-09-01T16:42:08Z</dcterms:modified>
</cp:coreProperties>
</file>