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you always operate inside a project. If in doubt, 'what project are we in?'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orient them. Deep material lands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— your Entra tenant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— Azure subscription that pays for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— where Foundry resources live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project — the unit of collaboration; also the URL MAF connects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— instances of a specific model callable from your project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PromptAgent or HostedAgent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are how a Foundry project reaches other Azure resources — AI Search, storage,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once per project; agents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Azure AI User on the project (401/403 usually means this)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2026-07-22T17:04:49Z</dcterms:created>
  <dcterms:modified xsi:type="dcterms:W3CDTF">2026-07-22T17:04:49Z</dcterms:modified>
</cp:coreProperties>
</file>