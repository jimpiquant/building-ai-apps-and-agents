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'gpt-5.6-luna'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you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