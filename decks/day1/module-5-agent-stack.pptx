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lives (client-side vs. Foundry-hosted)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— Agent + FoundryChatClient in your app; in-process thread state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— a PromptAgent or HostedAgent, connected from MAF via FoundryAgent; server-managed state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agent hosting styles you can pick.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