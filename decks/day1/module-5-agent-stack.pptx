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'compass' module. If they leave with only one thing from Day 1, it should be this five-layer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five words twice. Ask attendees to write them down. Every day this week refers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short — attendees have already been through the portal on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Tee up Module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Actions = capability. Knowledge (next slide) = memory. Keep them distinct.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IQ = the easy path. Custom RAG = when you need control. Not a binary — mix.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Emphasize: eval is not a Day-5 topic. It appears every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Nothing in the workshop lives outside these five columns. If something feels orphaned, tell 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soft-skills slide disguised as an architecture slide. Attendees will use it to argue for budget and roadmap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two attendees to name the five layers out loud. Cheap check for retention.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Stack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mental model we use every day this week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five-layer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the deployed model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where the agent runs (Prompt agent, Hosted agent, or your own code calling the Responses API)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— how it does things (tools, Toolbox, MCP)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— how it knows things (Foundry IQ, RAG)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— identity, tracing, evaluation, cost, deployment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this five-word list in your head all week.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Model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lives: your Foundry project, as a model deployment.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model? (frontier vs. efficient, cost vs. capability)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deployment capacity? (tokens per minute)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region?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covers model routing — small model first, escalate on low confidence.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Runtime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agent code and state live. Two choices: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 — portal- or SDK-authored, no code, Foundry runs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agent — your code, packaged as a container, Foundry runs the container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code calling the Responses API — your process runs your code and calls Foundry for models and tools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is entirely about this choice. Both are legitimate; each has a sweet spot.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— Actions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affects the world.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tools — Python or C# functions you write, decorated for MAF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curated tools exposed via an MCP endpoint (Bing, Fabric, SharePoint, code interpreter, 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 — the open protocol; MAF can consume any MCP server and you can author your own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2: function tools and Toolbox. Day 3: MCP end-to-end.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4 — Knowledge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grounds its answers.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— enterprise knowledge / grounding layer; unified retrieval across AI Search, SharePoint, OneLake / Fabric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— AI Search or a vector store you drive yourself, when you need control IQ doesn't yet give you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deep dive: both, plus when to prefer one over the other.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5 — Ops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unglamorous layer that makes agents production-worthy.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Entra, managed identity, RBAC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— OpenTelemetry, Foundry tracing, App Insights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— retrieval, single-agent, multi-agent, continuous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latency — model tiers, caching, batching, routing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— Container Apps, Functions, AKS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owns most of this — but evaluation is threaded through every day.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each day lives on the stack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280160"/>
                <a:gridCol w="1828800"/>
                <a:gridCol w="1737360"/>
                <a:gridCol w="1737360"/>
                <a:gridCol w="12801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(both flavors)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(MCP)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 anchor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problems by layer — 'the agent isn't grounded' is a Knowledge problem, not a Model problem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cost and risk — adding an MCP server is an Actions + Ops concern, not a model concern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cleanly with stakeholders — product, ops, security all live at different layers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this back to Publix as a shared vocabulary.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layers: Model, Runtime, Actions, Knowledge, Ops.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of the workshop, and every real agent you build, fits into these.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breaks or costs too much, ask which layer first.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zooms into Layer 2 (Runtime) — the three ways to run an agent with Foundry.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2026-07-23T17:02:37Z</dcterms:created>
  <dcterms:modified xsi:type="dcterms:W3CDTF">2026-07-23T17:02:37Z</dcterms:modified>
</cp:coreProperties>
</file>