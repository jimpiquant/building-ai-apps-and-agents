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'compass' module of Day 1
• If attendees leave with only ONE thing from Day 1, it should be the five layers
• Every day this week refers back — repeat that promise
• Ask attendees to write down the five words on paper
• Time budget: 35 min — half the module is Layer 1–5 slides, half is 'where each day lives' + 'why this matters'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the five words twice, slowly:
•   Model, Runtime, Actions, Knowledge, Ops
• Ask attendees to write them down
• Reinforce: 'every day this week fits into these five layers'
• Reinforce: 'every agent you build fits into these five layers'
• Every subsequent slide in this module drills into one layer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slide short — attendees already saw model deployments in Module 2
• Three decisions at this layer:
•   which model, what capacity, which region
• Day 5 revisits: model routing (small first, escalate on low confidence)
• One tip: name deployments by (model, role) not just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Tee up Module 6 — three ways to run an agent
• Path A: Prompt agent — Foundry runs it, no code
• Path B: Hosted agent — your code, Foundry runs the container
• Path C: your own code calling the Responses API
• Don't teach them now — Module 6 does that in 35 min
• Just plant the flag: 'this is a real decision point'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Actions = capability = what the agent can DO
• Knowledge (next slide) = grounding = what the agent KNOWS
• Keep these two concepts distinct — attendees conflate them
• Three sources of actions: function tools, Toolbox, MCP
• Day 2 covers function tools + Toolbox; Day 3 covers MCP end-to-end
• When something breaks: 'is this an Actions bug or a Knowledge bug?'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Knowledge = grounding = what the agent knows
• Foundry IQ = the easy path — unified retrieval across enterprise sources
• Custom RAG = when you need control IQ doesn't give you yet
• Not a binary — mix in a real system
• Day 2 is IQ's deep dive with a hands-on comparison
• Rule: reach for IQ first, drop to custom RAG when you have a specific reason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Ops = the unglamorous layer that makes agents production-worthy
• Five sub-layers: identity, tracing, evaluation, cost/latency, deployment
• Emphasize: evaluation is NOT a Day-5 topic
• Eval appears every day this week (Days 2, 3, 4, 5)
• Day 4 is the eval anchor module
• Day 5 covers the rest of Ops (identity, tracing, cost, deployment)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topic in the workshop fits into these five columns
• If a topic feels orphaned to attendees, ask them to flag it
• Walk the table row by row (~15 seconds per row)
• Point out: 'eval' appears in every row from Day 2 onward
• Day 4 = the multi-agent + eval anchor day
• Day 5 = the Ops-heavy 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soft-skills slide disguised as an architecture slide
• The five layers give attendees vocabulary to talk to product / ops / security
• 'The agent isn't grounded' = Knowledge problem, not Model problem
• 'Adding an MCP tool' = Actions + Ops concern, not Model concern
• Attendees will use this to argue for budget and roadmap items later
• Encourage them to bring the vocabulary back to Publix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code calling the Responses API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OTel spans of every model call, tool invocation, and decision; view in the Foundry portal or ship to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Publix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three ways to run an agent with Foundry.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2026-07-25T13:28:22Z</dcterms:created>
  <dcterms:modified xsi:type="dcterms:W3CDTF">2026-07-25T13:28:22Z</dcterms:modified>
</cp:coreProperties>
</file>