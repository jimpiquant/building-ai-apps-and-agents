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lives (client-side vs. Foundry-hosted)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— Agent + FoundryChatClient in your app; in-process thread state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— a PromptAgent or HostedAgent, connected from MAF via FoundryAgent; server-managed state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1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two agent hosting styles you can pick.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2026-07-22T14:54:26Z</dcterms:created>
  <dcterms:modified xsi:type="dcterms:W3CDTF">2026-07-22T14:54:26Z</dcterms:modified>
</cp:coreProperties>
</file>