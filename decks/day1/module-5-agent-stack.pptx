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'compass' module. If they leave with only one thing from Day 1, it should be this five-layer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five words twice. Ask attendees to write them down. Every day this week refers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 — attendees have already been through the portal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Tee up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= capability. Knowledge (next slide) = memory. Keep them distinct.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IQ = the easy path. Custom RAG = when you need control. Not a binary —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eval is not a Day-5 topic. It appears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in the workshop lives outside these five columns. If something feels orphaned, tell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soft-skills slide disguised as an architecture slide. Attendees will use it to argue for budget and roadmap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OpenTelemetry, Foundry tracing,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2026-07-23T22:43:58Z</dcterms:created>
  <dcterms:modified xsi:type="dcterms:W3CDTF">2026-07-23T22:43:58Z</dcterms:modified>
</cp:coreProperties>
</file>