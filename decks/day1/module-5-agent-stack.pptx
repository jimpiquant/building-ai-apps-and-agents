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The rest of the workshop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'the rest of the workshop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two hosting families (Foundry-hosted and self-hosted)
• Foundry-hosted has two flavors: Prompt agent (config only) and Hosted agent (your code, containerized)
• Self-hosted: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Four sources of actions in this Actions layer: function tools, Toolbox, MCP, Skills
•   Function tools + Toolbox = Day 2
•   MCP end-to-end = Day 3
•   Skills = awareness-only in this workshop (dedicated slide next)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through the rest of the workshop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covers skills at awareness level (not taught deeper in this workshop)
• 
• PRESENTER GUIDANCE — When to use skills vs. other patterns:
• (summarizing Learn — https://learn.microsoft.com/agent-framework/journey/adding-skills#when-to-use-skills-vs-other-patterns)
• 
•   Individual tools — best for one-off actions that don't need shared context.
•     Example: a get_weather function tool.
•   Skills — best for domain expertise with instructions, references, and optional scripts.
•     Example: an 'expense-report' skill with policy docs, validation scripts,
•     and step-by-step filing instructions.
• 
• Progressive disclosure — the mechanism that keeps skills context-cheap:
•   1. Advertise — skill name + description (~100 tokens) in system prompt every run
•   2. Load — full instructions loaded only when task matches (&lt; 5000 tokens recommended)
•   3. Read resource — supplementary files (FAQs, templates) fetched only when needed
• 
• Under the hood: skills are built on top of tools. MAF exposes load_skill and
• read_skill_resource as tool calls; the agent invokes them to progressively load content.
• 
• Common pitfalls to warn about:
•   Overly broad skills — 'everything-about-finance' → too long, unfocused. Keep skills to one domain.
•   Skipping security review — skill instructions inject into context; scripts execute code.
•     Treat skills like third-party deps.
•   Ignoring progressive disclosure — 2000-line SKILL.md defeats the point. Keep instructions
•     concise; move detail to separate resource files.
• 
• This workshop: awareness only. Attendees leave knowing skills exist and when to reach for them.
• Not taught deeper in Days 2-5 for the current cohort. Candidate topic for Cohort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their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hosting families: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Each family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portable packages of instructions + reference material + optional scripts, with progressive disclosure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 Skills: awareness only in this workshop — see the dedicated slide below.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packaging expertise for reuse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 is a portable package that bundles instructions, reference material, and optional scripts into a single unit that any agent can discover and load on demand.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108960"/>
                <a:gridCol w="3749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provides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callable 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 + reference material + optional scripts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agent uses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it when it needs to 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Loads it when task matches; reads instructions; may call scripts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schema always in the prompt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name + description (~100 tokens) upfront; full content on demand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Tied to the agent that registers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Self-contained package any compatible agent can discover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actions (query a DB, send an email)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expertise (expense policies, code review guidelines)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7091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tools are verbs (search, book, validate). Skills are expertise (travel booking knowledge, expense policy knowledge). Agents use tools to act and skills to know how to act.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521208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aka.ms/agent-framework/journey/adding-skills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your team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two hosting families for Agent Framework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2026-08-19T21:06:58Z</dcterms:created>
  <dcterms:modified xsi:type="dcterms:W3CDTF">2026-08-19T21:06:58Z</dcterms:modified>
</cp:coreProperties>
</file>