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'compass' module of Day 1
• If attendees leave with only ONE thing from Day 1, it should be the five layers
• The rest of the workshop refers back — repeat that promise
• Ask attendees to write down the five words on paper
• Time budget: 35 min — half the module is Layer 1–5 slides, half is 'where each day lives' + 'why this matters'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Say the five words twice, slowly:
•   Model, Runtime, Actions, Knowledge, Ops
• Ask attendees to write them down
• Reinforce: 'the rest of the workshop fits into these five layers'
• Reinforce: 'every agent you build fits into these five layers'
• Every subsequent slide in this module drills into one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Keep this slide short — attendees already saw model deployments in Module 2
• Three decisions at this layer:
•   which model, what capacity, which region
• Day 5 revisits managed routing and application-owned escalation as distinct strategies
• One tip: name deployments by (model, role) not just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Tee up Module 6 — two hosting families (Foundry-hosted and self-hosted)
• Foundry-hosted has two flavors: Prompt agent (config only) and Hosted agent (your code, containerized)
• Self-hosted: your own code calling the Responses API
• Don't teach them now — Module 6 does that in 35 min
• Just plant the flag: 'this is a real decision point'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Actions = capability = what the agent can DO
• Knowledge (next slide) = grounding = what the agent KNOWS
• Keep these two concepts distinct — attendees conflate them
• Four sources of actions in this Actions layer: function tools, Toolbox, MCP, Skills
•   Function tools + Toolbox = Day 2
•   MCP end-to-end = Day 3
•   Skills = awareness-only in this workshop (dedicated slide next)
• When something breaks: 'is this an Actions bug or a Knowledge bug?'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Knowledge = grounding = what the agent knows
• Foundry IQ = the easy path — unified retrieval across enterprise sources
• Custom RAG = when you need control IQ doesn't give you yet
• Not a binary — mix in a real system
• Day 2 is IQ's deep dive with a hands-on comparison
• Rule: reach for IQ first, drop to custom RAG when you have a specific reason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Ops = the unglamorous layer that makes agents production-worthy
• Five sub-layers: identity, tracing, evaluation, cost/latency, deployment
• Emphasize: evaluation is NOT a Day-5 topic
• Eval appears through the rest of the workshop (Days 2, 3, 4, 5)
• Day 4 is the eval anchor module
• Day 5 covers identity, tracing, cost, and production evaluation; it does not add deployment instruction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NEW 2026-08-19: covers skills at awareness level (not taught deeper in this workshop)
• 
• PRESENTER GUIDANCE — When to use skills vs. other patterns:
• (summarizing Learn — https://learn.microsoft.com/agent-framework/journey/adding-skills#when-to-use-skills-vs-other-patterns)
• 
•   Individual tools — best for one-off actions that don't need shared context.
•     Example: a get_weather function tool.
•   Skills — best for domain expertise with instructions, references, and optional scripts.
•     Example: an 'expense-report' skill with policy docs, validation scripts,
•     and step-by-step filing instructions.
• 
• Progressive disclosure — the mechanism that keeps skills context-cheap:
•   1. Advertise — skill name + description (~100 tokens) in system prompt every run
•   2. Load — full instructions loaded only when task matches (&lt; 5000 tokens recommended)
•   3. Read resource — supplementary files (FAQs, templates) fetched only when needed
• 
• Under the hood: skills are built on top of tools. MAF exposes load_skill and
• read_skill_resource as tool calls; the agent invokes them to progressively load content.
• 
• Common pitfalls to warn about:
•   Overly broad skills — 'everything-about-finance' → too long, unfocused. Keep skills to one domain.
•   Skipping security review — skill instructions inject into context; scripts execute code.
•     Treat skills like third-party deps.
•   Ignoring progressive disclosure — 2000-line SKILL.md defeats the point. Keep instructions
•     concise; move detail to separate resource files.
• 
• This workshop: awareness only. Attendees leave knowing skills exist and when to reach for them.
• Not taught deeper in Days 2-5 for the current cohort. Candidate topic for Cohort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 topic in the workshop fits into these five columns
• If a topic feels orphaned to attendees, ask them to flag it
• Walk the table row by row (~15 seconds per row)
• Point out: 'eval' appears in every row from Day 2 onward
• Day 4 = the multi-agent + eval anchor day
• Day 5 = the Ops-heavy 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a soft-skills slide disguised as an architecture slide
• The five layers give attendees vocabulary to talk to product / ops / security
• 'The agent isn't grounded' = Knowledge problem, not Model problem
• 'Adding an MCP tool' = Actions + Ops concern, not Model concern
• Attendees will use this to argue for budget and roadmap items later
• Encourage them to bring the vocabulary back to their teams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two attendees to name the five layers out loud. Cheap check for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5 · 35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Stack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we use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five-layer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the deployed model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 where the agent runs (Prompt agent, Hosted agent, or your own code calling the Responses API)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— how it does things (tools, Toolbox, MCP)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— how it knows things (Foundry IQ, RAG)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— identity, tracing, evaluation, cost, deployment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five-word list in your head all week.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lives: your Foundry project, as a model deployment.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model? (frontier vs. efficient, cost vs. capability)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deployment capacity? (tokens per minute)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distinguishes managed model routing from application-owned, quality-checked escalation.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Runtime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agent code and state live. Two hosting families: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Foundry-hosted · Prompt agent — portal- or SDK-authored, no code, Foundry runs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Foundry-hosted · Hosted agent — your code, packaged as a container, Foundry runs the container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— your process runs your code and calls Foundry for models and tools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is entirely about this choice. Each family has a sweet spot.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Actions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affects the world.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tools — Python or C# functions you write, decorated for MAF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Toolbox — curated tools exposed via an MCP endpoint (Bing, Fabric, SharePoint, code interpreter, …)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— the open protocol; MAF can consume any MCP server and you can author your own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portable packages of instructions + reference material + optional scripts, with progressive disclosure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function tools and Toolbox. Day 3: MCP end-to-end. Skills: awareness only in this workshop — see the dedicated slide below.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Knowledge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grounds its answers.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 — enterprise knowledge / grounding layer; unified retrieval across AI Search, SharePoint, OneLake / Fabric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RAG — AI Search or a vector store you drive yourself, when you need control IQ doesn't yet give you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deep dive: both, plus when to prefer one over the other.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Ops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unglamorous layer that makes agents production-worthy.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Entra, managed identity, RBAC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— OTel spans of every model call, tool invocation, and decision; view in the Foundry portal or ship to App Insights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retrieval, single-agent, multi-agent, continuous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latency — model tiers, caching, batching, routing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Container Apps, Functions, AKS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revisits production-readiness evidence; deployment instruction remains out of scope.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packaging expertise for reuse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a portable package that bundles instructions, reference material, and optional scripts into a single unit that any agent can discover and load on demand.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749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provides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callable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 + reference material + optional 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agent uses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it when it needs to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Loads it when task matches; reads instructions; may call 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schema always in the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name + description (~100 tokens) upfront; full content on 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 to the agent that registers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Self-contained package any compatible agent can discover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actions (query a DB, send an email)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expertise (expense policies, code review guidelines)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709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tools are verbs (search, book, validate). Skills are expertise (travel booking knowledge, expense policy knowledge). Agents use tools to act and skills to know how to act.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52120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Learn · aka.ms/agent-framework/journey/adding-skills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day lives on the stack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80160"/>
                <a:gridCol w="1828800"/>
                <a:gridCol w="1737360"/>
                <a:gridCol w="173736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(both flavors)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(MCP)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anchor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problems by layer — 'the agent isn't grounded' is a Knowledge problem, not a Model problem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cost and risk — adding an MCP server is an Actions + Ops concern, not a model concern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cleanly with stakeholders — product, ops, security all live at different layers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this back to your team as a shared vocabulary.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layers: Model, Runtime, Actions, Knowledge, Ops.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of the workshop, and every real agent you build, fits into these.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 or costs too much, ask which layer first.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zooms into Layer 2 (Runtime) — the two hosting families for Agent Framework agents.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2026-09-18T14:42:31Z</dcterms:created>
  <dcterms:modified xsi:type="dcterms:W3CDTF">2026-09-18T14:42:31Z</dcterms:modified>
</cp:coreProperties>
</file>