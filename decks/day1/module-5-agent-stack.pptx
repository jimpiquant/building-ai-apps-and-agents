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'compass' module of Day 1
• If attendees leave with only ONE thing from Day 1, it should be the five layers
• Every day this week refers back — repeat that promise
• Ask attendees to write down the five words on paper
• Time budget: 35 min — half the module is Layer 1–5 slides, half is 'where each day lives' + 'why this matters'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 the five words twice, slowly:
•   Model, Runtime, Actions, Knowledge, Ops
• Ask attendees to write them down
• Reinforce: 'every day this week fits into these five layers'
• Reinforce: 'every agent you build fits into these five layers'
• Every subsequent slide in this module drills into one layer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this slide short — attendees already saw model deployments in Module 2
• Three decisions at this layer:
•   which model, what capacity, which region
• Day 5 revisits: model routing (small first, escalate on low confidence)
• One tip: name deployments by (model, role) not just model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Tee up Module 6 — three ways to run an agent
• Path A: Prompt agent — Foundry runs it, no code
• Path B: Hosted agent — your code, Foundry runs the container
• Path C: your own code calling the Responses API
• Don't teach them now — Module 6 does that in 35 min
• Just plant the flag: 'this is a real decision point'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Actions = capability = what the agent can DO
• Knowledge (next slide) = grounding = what the agent KNOWS
• Keep these two concepts distinct — attendees conflate them
• Three sources of actions: function tools, Toolbox, MCP
• Day 2 covers function tools + Toolbox; Day 3 covers MCP end-to-end
• When something breaks: 'is this an Actions bug or a Knowledge bug?'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Knowledge = grounding = what the agent knows
• Foundry IQ = the easy path — unified retrieval across enterprise sources
• Custom RAG = when you need control IQ doesn't give you yet
• Not a binary — mix in a real system
• Day 2 is IQ's deep dive with a hands-on comparison
• Rule: reach for IQ first, drop to custom RAG when you have a specific reason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Ops = the unglamorous layer that makes agents production-worthy
• Five sub-layers: identity, tracing, evaluation, cost/latency, deployment
• Emphasize: evaluation is NOT a Day-5 topic
• Eval appears every day this week (Days 2, 3, 4, 5)
• Day 4 is the eval anchor module
• Day 5 covers the rest of Ops (identity, tracing, cost, deployment)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Every topic in the workshop fits into these five columns
• If a topic feels orphaned to attendees, ask them to flag it
• Walk the table row by row (~15 seconds per row)
• Point out: 'eval' appears in every row from Day 2 onward
• Day 4 = the multi-agent + eval anchor day
• Day 5 = the Ops-heavy 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soft-skills slide disguised as an architecture slide
• The five layers give attendees vocabulary to talk to product / ops / security
• 'The agent isn't grounded' = Knowledge problem, not Model problem
• 'Adding an MCP tool' = Actions + Ops concern, not Model concern
• Attendees will use this to argue for budget and roadmap items later
• Encourage them to bring the vocabulary back to their teams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two attendees to name the five layers out loud. Cheap check for retention.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Stack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mental model we use every day this week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the deployed model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where the agent runs (Prompt agent, Hosted agent, or your own code calling the Responses API)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— how it does things (tools, Toolbox, MCP)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— how it knows things (Foundry IQ, RAG)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identity, tracing, evaluation, cost, deployment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this five-word list in your head all week.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Model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lives: your Foundry project, as a model deployment.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model? (frontier vs. efficient, cost vs. capability)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deployment capacity? (tokens per minute)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region?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covers model routing — small model first, escalate on low confidence.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Runtime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agent code and state live. Two choices: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 — portal- or SDK-authored, no code, Foundry runs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agent — your code, packaged as a container, Foundry runs the container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code calling the Responses API — your process runs your code and calls Foundry for models and tools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is entirely about this choice. Both are legitimate; each has a sweet spot.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— Actions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affects the world.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tools — Python or C# functions you write, decorated for MAF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tools exposed via an MCP endpoint (Bing, Fabric, SharePoint, code interpreter, 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 — the open protocol; MAF can consume any MCP server and you can author your own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2: function tools and Toolbox. Day 3: MCP end-to-end.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 — Knowledge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grounds its answers.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/ grounding layer; unified retrieval across AI Search, SharePoint, OneLake / Fabric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— AI Search or a vector store you drive yourself, when you need control IQ doesn't yet give you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deep dive: both, plus when to prefer one over the other.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5 — Ops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unglamorous layer that makes agents production-worthy.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Entra, managed identity, RBAC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— OTel spans of every model call, tool invocation, and decision; view in the Foundry portal or ship to App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— retrieval, single-agent, multi-agent, continuous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latency — model tiers, caching, batching, routing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— Container Apps, Functions, AKS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owns most of this — but evaluation is threaded through every day.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each day lives on the stack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1828800"/>
                <a:gridCol w="1737360"/>
                <a:gridCol w="1737360"/>
                <a:gridCol w="12801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(both flavors)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(MCP)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 anchor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problems by layer — 'the agent isn't grounded' is a Knowledge problem, not a Model problem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cost and risk — adding an MCP server is an Actions + Ops concern, not a model concern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cleanly with stakeholders — product, ops, security all live at different layers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this back to your team as a shared vocabulary.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layers: Model, Runtime, Actions, Knowledge, Ops.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of the workshop, and every real agent you build, fits into these.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breaks or costs too much, ask which layer first.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zooms into Layer 2 (Runtime) — the three ways to run an agent with Foundry.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2026-07-29T22:32:50Z</dcterms:created>
  <dcterms:modified xsi:type="dcterms:W3CDTF">2026-07-29T22:32:50Z</dcterms:modified>
</cp:coreProperties>
</file>