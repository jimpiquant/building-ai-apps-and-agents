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stage. Attendees include senior devs and architects who need a compass before hands-on. Emphasize this is decision-first, code-later.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frame. Reassure that this module is short (25 min) and light on code. Set expectation: decisions today, code Module 4+.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Studio and Foundry can be complementary. This workshop = Foundry + MAF. Make it explicit: 'if your target audience is makers, this is not your workshop.'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mental filter. Pause here for questions — some attendees will have already been sold on Copilot Studio; be respectful, redirect to appropriate resources after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only. PromptAgent, HostedAgent, Toolbox, and Foundry IQ each get their own module or day. Don't dive into any of them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'one vocabulary' — attendees coming from SK / AutoGen will spot the lineage. Call SK 'still supported, not the forward path.' Don't disparage.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important framing. Attendees with adjacent expectations need to know we're not going there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the arc. Mention every day builds on the same 'docs assistant' reference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60 seconds. Take one or two questions max,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Landscape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MAF, Foundry, and Copilot Studio fit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workshop you'll be building agents. Before writing code, you need to know which surface to build on — and when. Today's decisions have outsized impact on cost, control, and portability.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you can build on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560320"/>
                <a:gridCol w="310896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Surface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Sweet spot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Studio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Makers, business analysts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Low-code agents for M365, Teams, Power Platform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model + agent platform on Azure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Agent Framework (MAF)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SDK your app code uses to build agents on top of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one-line decision framework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— when the maker is the audience and the destination is M365 / Teams. Not covered further.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alone — when you want to build, deploy, and share an agent from a portal with minimal code.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+ MAF — when you're writing production code and want to control agent construction, orchestration, tools, and evaluation.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Module 2 forward we assume Foundry + MAF.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 (frontier and open models)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 — chat, agent, evaluation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server-hosted agents (PromptAgent, HostedAgent)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tool/connector catalog, exposed via MCP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and grounding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Evaluators, tracing, and safety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SDK for authoring agents — Python and C#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vocabulary: agents, threads, tools, runs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streaming, memory, structured outputs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primitives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Consumes Foundry Toolbox and MCP servers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patterns (both out of scope)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and won't cover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(portal, deployments, connections)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(client-side + Foundry-hosted agents)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consumption and (stretch) authoring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at every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concerns: observability, identity, cost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(different audience)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Kernel (MAF is the forward direction)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(research-lineage predecessor)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frameworks (LangChain, CrewAI, etc.)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fine-tuning, distillation, training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/ air-gapped deployments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— how the week hangs together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680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Foundations: the stack, both hosting styles, first working agents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Grounding (Foundry IQ + custom RAG) and tools in depth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Single-agent depth: memory, streaming, structured outputs, MCP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patterns + evaluation as a first-class activity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concerns; capstone project kickoff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target different audiences: Copilot Studio, Foundry,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at Foundry +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is Microsoft's forward direction for agent SDKs; SK and AutoGen are not.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tour of the Foundry portal — projects, models, deployments, Toolbox, Foundry IQ.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2026-07-22T16:39:51Z</dcterms:created>
  <dcterms:modified xsi:type="dcterms:W3CDTF">2026-07-22T16:39:51Z</dcterms:modified>
</cp:coreProperties>
</file>