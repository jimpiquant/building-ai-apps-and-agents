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Say: this module is a compass, not code
• Audience: senior devs + solution architects — respect their experience
• Set expectation: decisions first, code starts Module 4
• Time: 25 min total — keep it moving
• Nothing in this module needs a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Frame the whole module in one sentence: 'before you write a line of code, decide which surface to build on'
• Reassure: this module is short (25 min), light on code
• Ask: who's already been sold on a specific approach?
• If hands go up, promise you'll cover fit vs. their situation
• Move quickly — the payoff slides come next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NEW 2026-08-19: Module 1 previously used 'agent' without defining it
• This slide defines it before we build with it
• The definition is a direct quote from Learn — 'agent wraps an LLM with the structure...'
• Left column of the trade-off table = MAF's docs 'raw LLM call' side
• Right column = what MAF gives you (which the NEXT slide diagrams)
• Anchor: 'you're not here to write raw LLM calls; the workshop teaches how to compose the right side of that table'
• Source: aka.ms/agent-framework/journey/from-llms-to-agents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Diagram + table adapted verbatim from Learn — From LLMs to Agents
• Walk each layer aloud (this is what the audience needs to leave with):
•   Instructions — persona, constraints, output format. Set once, applied to every call.
•   Tools — the ability to act (call APIs, query databases, run code). Framework handles the tool-call loop.
•   Session — conversation history and multi-turn state. Agent remembers what happened before.
•   Middleware — intercept requests/responses for logging, guardrails, caching, behavioral overrides.
•   LLM Provider — swappable backend. Foundry, OpenAI, Anthropic — without rewriting agent code.
• Say: 'this week you'll write code that composes each of these boxes'
• Day 4 covers middleware in depth; Day 3 covers tools + session; Day 5 covers guardrails + providers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DEMO 1.2 · ~4 min
• Split terminal, both panes ready
• Left = raw_llm.py, right = agent_with_context.py
• Question in both: 'What time is it right now, and remember I asked you this.'
• Left Turn 1: model hedges (no real-time info); Turn 2: forgets
• Right Turn 1: calls get_current_time, prints real ISO timestamp; Turn 2: recalls specific earlier question
• Point at the diff: same-size code, different capability
• Fallback: pre-recorded video at demos/day1/recordings/module1-demo2-agent-diff.mp4
• Payoff line: 'Every layer on the previous slide is doing real work in the right pane.'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three surfaces are complementary, not competitive
• Copilot Studio → makers, business analysts, M365 destinations
• Foundry → developer platform on Azure
• MAF → the SDK your code uses on top of Foundry
• Be explicit: 'if your target audience is makers, this is not your workshop'
• Do not disparage Copilot Studio — it's the right tool for a different job
• This workshop is for the developer audience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Anchor slide — the payoff for the whole module
• Every agent needs three things: Model, Instructions, Tools
• That's true whether you're in Copilot Studio, Foundry, or writing raw MAF code
• What changes across surfaces: how much code you write, who owns the runtime
• Sets up the next slide's IaaS/PaaS/SaaS spectrum
• Pause for questions here — this is where the mental model clicks or doesn't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Piggyback on vocabulary attendees already know
• IaaS = OSS frameworks + containers you run
• PaaS = Foundry Agent Service + MAF (this workshop)
• SaaS = Copilot Studio
• Say clearly: 'this workshop lives in PaaS territory'
• PaaS = you write real code, you don't run the infrastructure
• This slide replaces a bullet list — the visual lands harder, let it breathe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Prevents the #1 anti-pattern: 'everything must be an agent'
• Match complexity to need — not every LLM problem needs orchestration
• Direct LLM call: summarize this doc — cheap, easy to eval
• Single agent w/ tools: iterative work that needs to *do* something
• Multi-agent workflow: distinct roles, hand-offs — costly, new failure modes
• Rule: reach for the leftmost pattern that solves the problem
• Ask 2–3 attendees: 'what pattern does your current use case actually need?'
• This connects directly to Day 4 (multi-agent) — plant the flag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Preview only — resist the urge to teach any of these
• Prompt agents / Hosted agents → Module 6 today
• Toolbox → Day 2 (Actions layer)
• Foundry IQ → Day 2 (Knowledge layer)
• Responses API → Module 6 today, deeper in Days 2–3
• Evaluators / tracing → Day 4 and Day 5
• This slide's job: land the vocabulary once so nothing feels new later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One vocabulary is the key selling point of MAF
• Same primitives (agent, session, tool, run) in Python and C#
• For attendees coming from SK or AutoGen: acknowledge the lineage
• Say: 'SK is still supported, not the forward path for new work'
• Say: 'AutoGen was the research predecessor to MAF'
• Don't disparage — attendees have shipped code with both
• MAF absorbed the lessons; the surface is cleaner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Set explicit expectations about scope
• If someone came expecting Copilot Studio depth: not this workshop
• If someone came expecting fine-tuning or model training: not this workshop
• Copilot Studio, SK, AutoGen, LangChain, CrewAI — all out of scope
• Explain why: MAF is the forward direction for production agent code
• Redirect anyone who needs the excluded topics to appropriate resources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Preview the 5-day arc in 60 seconds
• Days 1–3 build on the same 'docs assistant' reference project
• Day 4 turns the single agent into a multi-agent workflow
• Day 5 covers production evidence, Foundry Toolkit, and capstone kickoff
• Every day maps to the four-layer stack (Module 5)
• Post-workshop: teams present at a shared capstone demo 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60 seconds. Take one or two questions max, then 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 · 25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Landscape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MAF, Foundry, and Copilot Studio fit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module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workshop you'll be building agents. Before writing code, you need to know which surface to build on — and when. Today's decisions have outsized impact on cost, control, and portability.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agent?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LLM call is stateless. Every request starts from scratch — no memory of prior turns, no tools wired up, no persistent identity, no guardrails.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fine for a single question. For anything real, you'd be reinventing the same plumbing for every application: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LLM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over every API 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Opinionated abstractions that handle common patterns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memory, no tools, no 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identity + tools + session + middleware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wire up state, tool dispatch, retry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handles the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Tightly coupled to one 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providers without changing app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617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wraps an LLM with the structure needed to build real applications — persistent identity, instructions, tools, memory, and a runtime loop that orchestrates it all.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agent adds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1554480"/>
            <a:ext cx="21336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554480"/>
            <a:ext cx="213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05200" y="1554480"/>
            <a:ext cx="21336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5200" y="1554480"/>
            <a:ext cx="213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21680" y="1554480"/>
            <a:ext cx="21336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21680" y="1554480"/>
            <a:ext cx="213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88720" y="2606040"/>
            <a:ext cx="676656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6060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Pipeline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88720" y="3474720"/>
            <a:ext cx="676656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474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(swappable)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workshop works with one or more of these layers directly.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50292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Microsoft Learn · aka.ms/agent-framework/journey/from-llms-to-agents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agent adds — live diff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terminal panes, same question. Left: raw LLM call — no tool, no session, no memory. Right: MAF Agent with get_current_time tool + explicit session. Left says it can't get the time and forgets Turn 1; right calls the tool, gets the real time, and recalls the earlier question. Makes the 'agent wraps LLM' diagram tangible.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demos/day1/module-1-demo-2-agent-diff.md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surfaces you can build on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31089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Sweet spot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Studio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Makers, business analysts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Low-code agents for M365, Teams, Power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Foundry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model + agent platform on Azure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Agent Framework (MAF)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SDK your app code uses to build agents on top of Foundry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ingredients across every surface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· low-code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Service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3756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· managed runtime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+ containers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you own everything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788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need: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200400"/>
            <a:ext cx="2377440" cy="731520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383280" y="3200400"/>
            <a:ext cx="2377440" cy="731520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080760" y="3200400"/>
            <a:ext cx="2377440" cy="731520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ingredients everywhere. What changes is how much code you write and who owns the runtime.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framework, visualized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control, more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build, less customization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682240" cy="640080"/>
          </a:xfrm>
          <a:prstGeom prst="rect">
            <a:avLst/>
          </a:prstGeom>
          <a:solidFill>
            <a:srgbClr val="0F1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30880" y="1645920"/>
            <a:ext cx="26822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0880" y="1645920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913120" y="1645920"/>
            <a:ext cx="2682240" cy="640080"/>
          </a:xfrm>
          <a:prstGeom prst="rect">
            <a:avLst/>
          </a:prstGeom>
          <a:solidFill>
            <a:srgbClr val="6B7B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3120" y="1645920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+ OSS frameworks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30880" y="237744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Service + MAF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13120" y="237744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249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everything. Not covered.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22320" y="2788920"/>
            <a:ext cx="249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runtime; you own the agent code. This workshop.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04560" y="2788920"/>
            <a:ext cx="249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Portal-first, low-code. Not covered.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workshop lives in PaaS territory.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real code; you don't run the infrastructure.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an agent the right answer?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LLM problem needs an agent. Match complexity to need.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65760" y="4389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the leftmost pattern that actually solves your problem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LLM call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this document."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 · no iteration · cheap · easy to eval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7373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with tools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"Answer with sources; open a ticket if needed."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· tool calls · harder to eval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 → retrieve → verify → act."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roles · costly · new failure modes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Foundry gives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deployments (frontier and open models)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Playgrounds — chat, agent, evaluation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Service — runtime for Prompt agents (portal-authored, no code) and Hosted agents (your code, containerized, Foundry-run)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API — the single model + tools entry point; call it from your own code running anywhere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Toolbox — curated tool/connector catalog, exposed via MCP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IQ — enterprise knowledge and grounding layer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Evaluators, tracing, and safety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MAF gives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SDK for authoring agents — Python and C#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vocabulary: agents, sessions, tools, runs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streaming, memory, structured outputs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primitives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Foundry Toolbox and MCP servers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successor to Semantic Kernel and AutoGen patterns (both out of scope)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and won't cover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091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(portal, deployments, connections)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— two hosting families (Foundry-hosted and self-hosted), covered in Module 6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and Foundry IQ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consumption and (stretch) authoring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at every layer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concerns: observability, identity, cost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(different audience)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(MAF is the forward direction)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(research-lineage predecessor)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frameworks (LangChain, CrewAI, etc.)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fine-tuning, distillation, training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air-gapped deployments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how the week hangs together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680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Foundations: the stack; three hosting options; first working 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(Foundry IQ + custom RAG) and tools in 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Single-agent depth: memory, streaming, structured outputs, MCP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patterns + evaluation as a first-class 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readiness, Foundry Toolkit, and capstone kickoff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surfaces target different audiences: Copilot Studio, Foundry, MAF.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workshop lives at Foundry + MAF.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is Microsoft's forward direction for agent SDKs; SK and AutoGen are not.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tour of the Foundry portal — projects, models, deployments, Toolbox, Foundry IQ.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2026-09-18T14:42:31Z</dcterms:created>
  <dcterms:modified xsi:type="dcterms:W3CDTF">2026-09-18T14:42:31Z</dcterms:modified>
</cp:coreProperties>
</file>