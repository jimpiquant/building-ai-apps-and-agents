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Say: this module is a compass, not code
• Audience: senior devs + solution architects — respect their experience
• Set expectation: decisions first, code starts Module 4
• Time: 25 min total — keep it moving
• Nothing in this module needs a demo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Frame the whole module in one sentence: 'before you write a line of code, decide which surface to build on'
• Reassure: this module is short (25 min), light on code
• Ask: who's already been sold on a specific approach?
• If hands go up, promise you'll cover fit vs. their situation
• Move quickly — the payoff slides come next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three surfaces are complementary, not competitive
• Copilot Studio → makers, business analysts, M365 destinations
• Foundry → developer platform on Azure
• MAF → the SDK your code uses on top of Foundry
• Be explicit: 'if your target audience is makers, this is not your workshop'
• Do not disparage Copilot Studio — it's the right tool for a different job
• Publix has both audiences; this workshop targets the developer audience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Anchor slide — the payoff for the whole module
• Every agent needs three things: Model, Instructions, Tools
• That's true whether you're in Copilot Studio, Foundry, or writing raw MAF code
• What changes across surfaces: how much code you write, who owns the runtime
• Sets up the next slide's IaaS/PaaS/SaaS spectrum
• Pause for questions here — this is where the mental model clicks or doesn't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Piggyback on vocabulary attendees already know
• IaaS = OSS frameworks + containers you run
• PaaS = Foundry Agent Service + MAF (this workshop)
• SaaS = Copilot Studio
• Say clearly: 'this workshop lives in PaaS territory'
• PaaS = you write real code, you don't run the infrastructure
• This slide replaces a bullet list — the visual lands harder, let it breathe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Prevents the #1 anti-pattern: 'everything must be an agent'
• Match complexity to need — not every LLM problem needs orchestration
• Direct LLM call: summarize this doc — cheap, easy to eval
• Single agent w/ tools: iterative work that needs to *do* something
• Multi-agent workflow: distinct roles, hand-offs — costly, new failure modes
• Rule: reach for the leftmost pattern that solves the problem
• Ask 2–3 attendees: 'what pattern does your current use case actually need?'
• This connects directly to Day 4 (multi-agent) — plant the flag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Preview only — resist the urge to teach any of these
• Prompt agents / Hosted agents → Module 6 today
• Toolbox → Day 2 (Actions layer)
• Foundry IQ → Day 2 (Knowledge layer)
• Responses API → Module 6 today, deeper in Days 2–3
• Evaluators / tracing → Day 4 and Day 5
• This slide's job: land the vocabulary once so nothing feels new later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One vocabulary is the key selling point of MAF
• Same primitives (agent, thread, tool, run) in Python and C#
• For attendees coming from SK or AutoGen: acknowledge the lineage
• Say: 'SK is still supported, not the forward path for new work'
• Say: 'AutoGen was the research predecessor to MAF'
• Don't disparage — attendees have shipped code with both
• MAF absorbed the lessons; the surface is cleaner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Set explicit expectations about scope
• If someone came expecting Copilot Studio depth: not this workshop
• If someone came expecting fine-tuning or model training: not this workshop
• Copilot Studio, SK, AutoGen, LangChain, CrewAI — all out of scope
• Explain why: MAF is the forward direction for Publix code
• Redirect anyone who needs the excluded topics to appropriate resources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Preview the 5-day arc in 60 seconds
• Days 1–3 build on the same 'docs assistant' reference project
• Day 4 turns the single agent into a multi-agent workflow
• Day 5 covers production + capstone kickoff
• Every day maps to the four-layer stack (Module 5)
• Post-workshop: capstone project reviewed 1:1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 in 60 seconds. Take one or two questions max, then transition.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 · 25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AI Landscape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MAF, Foundry, and Copilot Studio fit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module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this workshop you'll be building agents. Before writing code, you need to know which surface to build on — and when. Today's decisions have outsized impact on cost, control, and portability.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surfaces you can build on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560320"/>
                <a:gridCol w="310896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Surface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Audience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Sweet spot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Copilot Studio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Makers, business analysts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Low-code agents for M365, Teams, Power Platform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 Foundry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Developers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model + agent platform on Azure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 Agent Framework (MAF)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Developers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SDK your app code uses to build agents on top of Foundry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three ingredients across every surface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26517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3258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Studio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18745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SaaS · low-code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46120" y="1188720"/>
            <a:ext cx="26517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7560" y="13258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Agent Service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337560" y="18745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PaaS · managed runtime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126480" y="1188720"/>
            <a:ext cx="26517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17920" y="13258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+ containers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217920" y="18745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IaaS · you own everything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65760" y="278892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need: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85800" y="3200400"/>
            <a:ext cx="2377440" cy="731520"/>
          </a:xfrm>
          <a:prstGeom prst="roundRect">
            <a:avLst>
              <a:gd name="adj" fmla="val 18750"/>
            </a:avLst>
          </a:prstGeom>
          <a:solidFill>
            <a:srgbClr val="1E2761"/>
          </a:solidFill>
          <a:ln/>
        </p:spPr>
      </p:sp>
      <p:sp>
        <p:nvSpPr>
          <p:cNvPr id="16" name="Text 14"/>
          <p:cNvSpPr/>
          <p:nvPr/>
        </p:nvSpPr>
        <p:spPr>
          <a:xfrm>
            <a:off x="685800" y="320040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3383280" y="3200400"/>
            <a:ext cx="2377440" cy="731520"/>
          </a:xfrm>
          <a:prstGeom prst="roundRect">
            <a:avLst>
              <a:gd name="adj" fmla="val 18750"/>
            </a:avLst>
          </a:prstGeom>
          <a:solidFill>
            <a:srgbClr val="1E2761"/>
          </a:solidFill>
          <a:ln/>
        </p:spPr>
      </p:sp>
      <p:sp>
        <p:nvSpPr>
          <p:cNvPr id="18" name="Text 16"/>
          <p:cNvSpPr/>
          <p:nvPr/>
        </p:nvSpPr>
        <p:spPr>
          <a:xfrm>
            <a:off x="3383280" y="320040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080760" y="3200400"/>
            <a:ext cx="2377440" cy="731520"/>
          </a:xfrm>
          <a:prstGeom prst="roundRect">
            <a:avLst>
              <a:gd name="adj" fmla="val 18750"/>
            </a:avLst>
          </a:prstGeom>
          <a:solidFill>
            <a:srgbClr val="1E2761"/>
          </a:solidFill>
          <a:ln/>
        </p:spPr>
      </p:sp>
      <p:sp>
        <p:nvSpPr>
          <p:cNvPr id="20" name="Text 18"/>
          <p:cNvSpPr/>
          <p:nvPr/>
        </p:nvSpPr>
        <p:spPr>
          <a:xfrm>
            <a:off x="6080760" y="320040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365760" y="42976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ingredients everywhere. What changes is how much code you write and who owns the runtime.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decision framework, visualized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14300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control, more code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754880" y="114300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to build, less customization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1645920"/>
            <a:ext cx="2682240" cy="640080"/>
          </a:xfrm>
          <a:prstGeom prst="rect">
            <a:avLst/>
          </a:prstGeom>
          <a:solidFill>
            <a:srgbClr val="0F1A4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645920"/>
            <a:ext cx="268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IaaS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3230880" y="1645920"/>
            <a:ext cx="2682240" cy="640080"/>
          </a:xfrm>
          <a:prstGeom prst="rect">
            <a:avLst/>
          </a:prstGeom>
          <a:solidFill>
            <a:srgbClr val="1E276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0880" y="1645920"/>
            <a:ext cx="268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PaaS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913120" y="1645920"/>
            <a:ext cx="2682240" cy="640080"/>
          </a:xfrm>
          <a:prstGeom prst="rect">
            <a:avLst/>
          </a:prstGeom>
          <a:solidFill>
            <a:srgbClr val="6B7BB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13120" y="1645920"/>
            <a:ext cx="268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SaaS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548640" y="2377440"/>
            <a:ext cx="268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Containers + OSS frameworks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230880" y="2377440"/>
            <a:ext cx="268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Agent Service + MAF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913120" y="2377440"/>
            <a:ext cx="268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Studio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2788920"/>
            <a:ext cx="2499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own everything. Not covered.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322320" y="2788920"/>
            <a:ext cx="2499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runtime; you own the agent code. This workshop.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004560" y="2788920"/>
            <a:ext cx="2499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Portal-first, low-code. Not covered.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workshop lives in PaaS territory. </a:t>
            </a:r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write real code; you don't run the infrastructure.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is an agent the right answer?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every LLM problem needs an agent. Match complexity to need.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4160520"/>
            <a:ext cx="786384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7" name="Text 5"/>
          <p:cNvSpPr/>
          <p:nvPr/>
        </p:nvSpPr>
        <p:spPr>
          <a:xfrm>
            <a:off x="365760" y="438912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for the leftmost pattern that actually solves your problem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1737360"/>
            <a:ext cx="26517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8745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LLM call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02920" y="24231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"Summarize this document."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33375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tools · no iteration · cheap · easy to eval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46120" y="1737360"/>
            <a:ext cx="26517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383280" y="18745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agent with tools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383280" y="24231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"Answer with sources; open a ticket if needed."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383280" y="33375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Iteration · tool calls · harder to eval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126480" y="1737360"/>
            <a:ext cx="26517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63640" y="18745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workflow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263640" y="24231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"Plan → retrieve → verify → act."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263640" y="33375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roles · costly · new failure modes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Foundry gives you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deployments (frontier and open models)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Playgrounds — chat, agent, evaluation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Agent Service — runtime for Prompt agents (portal-authored, no code) and Hosted agents (your code, containerized, Foundry-run)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Responses API — the single model + tools entry point; call it from your own code running anywhere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Toolbox — curated tool/connector catalog, exposed via MCP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IQ — enterprise knowledge and grounding layer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Evaluators, tracing, and safety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MAF gives you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SDK for authoring agents — Python and C#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vocabulary: agents, threads, tools, runs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First-class streaming, memory, structured outputs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orchestration primitives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Consumes Foundry Toolbox and MCP servers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successor to Semantic Kernel and AutoGen patterns (both out of scope)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will and won't cover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7091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 scope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(portal, deployments, connections)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— three ways to run an agent (Prompt agent, Hosted agent, Responses API from your own code)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Toolbox and Foundry IQ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consumption and (stretch) authoring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at every layer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concerns: observability, identity, cost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091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Studio (different audience)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Kernel (MAF is the forward direction)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AutoGen (research-lineage predecessor)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Third-party frameworks (LangChain, CrewAI, etc.)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fine-tuning, distillation, training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On-prem / air-gapped deployments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— how the week hangs together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6809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Theme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Foundations: the stack; three hosting options; first working agents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Grounding (Foundry IQ + custom RAG) and tools in depth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Single-agent depth: memory, streaming, structured outputs, MCP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Multi-agent patterns + evaluation as a first-class activity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Production concerns; capstone project kickoff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surfaces target different audiences: Copilot Studio, Foundry, MAF.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workshop lives at Foundry + MAF.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is Microsoft's forward direction for agent SDKs; SK and AutoGen are not.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working tour of the Foundry portal — projects, models, deployments, Toolbox, Foundry IQ.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Publix Workshop — Building AI Apps and Agents</dc:creator>
  <cp:lastModifiedBy>Publix Workshop — Building AI Apps and Agents</cp:lastModifiedBy>
  <cp:revision>1</cp:revision>
  <dcterms:created xsi:type="dcterms:W3CDTF">2026-07-25T13:32:40Z</dcterms:created>
  <dcterms:modified xsi:type="dcterms:W3CDTF">2026-07-25T13:32:40Z</dcterms:modified>
</cp:coreProperties>
</file>