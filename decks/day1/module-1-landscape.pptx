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Module 1 previously used 'agent' without defining it
• This slide defines it before we build with it
• The definition is a direct quote from Learn — 'agent wraps an LLM with the structure...'
• Left column of the trade-off table = MAF's docs 'raw LLM call' side
• Right column = what MAF gives you (which the NEXT slide diagrams)
• Anchor: 'you're not here to write raw LLM calls; the workshop teaches how to compose the right side of that table'
• Source: aka.ms/agent-framework/journey/from-llms-to-agents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Diagram + table adapted verbatim from Learn — From LLMs to Agents
• Walk each layer aloud (this is what the audience needs to leave with):
•   Instructions — persona, constraints, output format. Set once, applied to every call.
•   Tools — the ability to act (call APIs, query databases, run code). Framework handles the tool-call loop.
•   Session — conversation history and multi-turn state. Agent remembers what happened before.
•   Middleware — intercept requests/responses for logging, guardrails, caching, behavioral overrides.
•   LLM Provider — swappable backend. Foundry, OpenAI, Anthropic — without rewriting agent code.
• Say: 'this week you'll write code that composes each of these boxes'
• Day 4 covers middleware in depth; Day 3 covers tools + session; Day 5 covers guardrails + providers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1.2 · ~4 min
• Split terminal, both panes ready
• Left = raw_llm.py, right = agent_with_context.py
• Question in both: 'What time is it right now, and remember I asked you this.'
• Left Turn 1: model hedges (no real-time info); Turn 2: forgets
• Right Turn 1: calls get_current_time, prints real ISO timestamp; Turn 2: recalls specific earlier question
• Point at the diff: same-size code, different capability
• Fallback: pre-recorded video at demos/day1/recordings/module1-demo2-agent-diff.mp4
• Payoff line: 'Every layer on the previous slide is doing real work in the right pane.'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This workshop is for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session,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production agent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agent?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raw LLM call is stateless. Every request starts from scratch — no memory of prior turns, no tools wired up, no persistent identity, no guardrails.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9659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fine for a single question. For anything real, you'd be reinventing the same plumbing for every application: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LLM 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control over every API 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Opinionated abstractions that handle common patterns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memory, no tools, no identity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identity + tools + session + middleware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wire up state, tool dispatch, retry logic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handles the loop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Tightly coupled to one provider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providers without changing app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46177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wraps an LLM with the structure needed to build real applications — persistent identity, instructions, tools, memory, and a runtime loop that orchestrates it all.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adds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097280"/>
            <a:ext cx="731520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1430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188720" y="1554480"/>
            <a:ext cx="2133600" cy="8229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55448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05200" y="1554480"/>
            <a:ext cx="2133600" cy="8229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5200" y="155448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21680" y="1554480"/>
            <a:ext cx="2133600" cy="8229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21680" y="155448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88720" y="2606040"/>
            <a:ext cx="6766560" cy="6400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26060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Pipeline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188720" y="3474720"/>
            <a:ext cx="6766560" cy="6400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474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 (swappable)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workshop works with one or more of these layers directly.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502920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aka.ms/agent-framework/journey/from-llms-to-agents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adds — live diff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terminal panes, same question. Left: raw LLM call — no tool, no session, no memory. Right: MAF Agent with get_current_time tool + explicit session. Left says it can't get the time and forgets Turn 1; right calls the tool, gets the real time, and recalls the earlier question. Makes the 'agent wraps LLM' diagram tangible.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demos/day1/module-1-demo-2-agent-diff.md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sessions,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two hosting families (Foundry-hosted and self-hosted), covered in Module 6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2026-08-19T21:21:42Z</dcterms:created>
  <dcterms:modified xsi:type="dcterms:W3CDTF">2026-08-19T21:21:42Z</dcterms:modified>
</cp:coreProperties>
</file>