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This workshop is for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production agent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