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stage. Attendees include senior devs and architects who need a compass before hands-on. Emphasize this is decision-first, code-later.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frame. Reassure that this module is short (25 min) and light on code. Set expectation: decisions today, code Module 4+.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Studio and Foundry can be complementary. This workshop = Foundry + MAF. Make it explicit: 'if your target audience is makers, this is not your workshop.'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slide. Emphasize that the problem shape is the same across all three; the layer of abstraction is what shifts. Sets up the next slide's spectrum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familiar IaaS/PaaS/SaaS trio — attendees already know it. This replaces a bullet list and lands harder. Emphasize 'this workshop = PaaS.'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prevents the anti-pattern of building an agent for what should be a plain LLM call. Ask attendees which pattern their current use case actually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only. Prompt agents, Hosted agents, Toolbox, and Foundry IQ each get their own module or day. Don't dive into any of them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'one vocabulary' — attendees coming from SK / AutoGen will spot the lineage. Call SK 'still supported, not the forward path.' Don't disparage.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important framing. Attendees with adjacent expectations need to know we're not going there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the arc. Mention every day builds on the same 'docs assistant' reference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the three ways to run an agent with Foundry;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2026-07-22T20:31:32Z</dcterms:created>
  <dcterms:modified xsi:type="dcterms:W3CDTF">2026-07-22T20:31:32Z</dcterms:modified>
</cp:coreProperties>
</file>