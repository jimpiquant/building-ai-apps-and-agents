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stage. Attendees include senior devs and architects who need a compass before hands-on. Emphasize this is decision-first, code-later.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is the frame. Reassure that this module is short (25 min) and light on code. Set expectation: decisions today, code Module 4+.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Studio and Foundry can be complementary. This workshop = Foundry + MAF. Make it explicit: 'if your target audience is makers, this is not your workshop.'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slide. Emphasize that the problem shape is the same across all three; the layer of abstraction is what shifts. Sets up the next slide's spectrum framing.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familiar IaaS/PaaS/SaaS trio — attendees already know it. This replaces a bullet list and lands harder. Emphasize 'this workshop = PaaS.'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prevents the anti-pattern of building an agent for what should be a plain LLM call. Ask attendees which pattern their current use case actually needs.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only. PromptAgent, HostedAgent, Toolbox, and Foundry IQ each get their own module or day. Don't dive into any of them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'one vocabulary' — attendees coming from SK / AutoGen will spot the lineage. Call SK 'still supported, not the forward path.' Don't disparage.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important framing. Attendees with adjacent expectations need to know we're not going there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Preview the arc. Mention every day builds on the same 'docs assistant' reference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60 seconds. Take one or two questions max,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Landscape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MAF, Foundry, and Copilot Studio fit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workshop you'll be building agents. Before writing code, you need to know which surface to build on — and when. Today's decisions have outsized impact on cost, control, and portability.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you can build on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560320"/>
                <a:gridCol w="310896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Surface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Sweet spot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Studio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Makers, business analysts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Low-code agents for M365, Teams, Power Platform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model + agent platform on Azure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Agent Framework (MAF)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SDK your app code uses to build agents on top of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three ingredients across every surface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· low-code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33756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 · managed runtime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+ containers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217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 · you own everything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need: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38328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338328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8076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08076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65760" y="42976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ingredients everywhere. What changes is how much code you write and who owns the runtime.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framework, visualized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control, more code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to build, less customization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solidFill>
            <a:srgbClr val="0F1A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solidFill>
            <a:srgbClr val="6B7B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+ OSS frameworks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3088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+ MAF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1312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 everything. Not covered.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2232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runtime; you own the agent code. This workshop.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0456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Portal-first, low-code. Not covered.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in PaaS territory.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real code; you don't run the infrastructure.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is an agent the right answer?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LLM problem needs an agent. Match complexity to need.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160520"/>
            <a:ext cx="786384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65760" y="43891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the leftmost pattern that actually solves your problem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LLM call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"Summarize this document."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tools · no iteration · cheap · easy to eval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 with tools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8328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"Answer with sources; open a ticket if needed."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8328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· tool calls · harder to eval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6364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workflow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"Plan → retrieve → verify → act."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6364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roles · costly · new failure modes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 (frontier and open models)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 — chat, agent, evaluation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server-hosted agents (PromptAgent, HostedAgent)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tool/connector catalog, exposed via MCP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and grounding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Evaluators, tracing, and safety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SDK for authoring agents — Python and C#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vocabulary: agents, threads, tools, runs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streaming, memory, structured outputs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primitives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Consumes Foundry Toolbox and MCP servers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patterns (both out of scope)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and won't cover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(portal, deployments, connections)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(client-side + Foundry-hosted agents)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consumption and (stretch) authoring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at every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concerns: observability, identity, cost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(different audience)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Kernel (MAF is the forward direction)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(research-lineage predecessor)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frameworks (LangChain, CrewAI, etc.)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fine-tuning, distillation, training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/ air-gapped deployments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— how the week hangs together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680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Foundations: the stack, both hosting styles, first working agents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Grounding (Foundry IQ + custom RAG) and tools in depth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Single-agent depth: memory, streaming, structured outputs, MCP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patterns + evaluation as a first-class activity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concerns; capstone project kickoff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target different audiences: Copilot Studio, Foundry,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at Foundry +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is Microsoft's forward direction for agent SDKs; SK and AutoGen are not.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tour of the Foundry portal — projects, models, deployments, Toolbox, Foundry IQ.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2026-07-22T17:04:49Z</dcterms:created>
  <dcterms:modified xsi:type="dcterms:W3CDTF">2026-07-22T17:04:49Z</dcterms:modified>
</cp:coreProperties>
</file>