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this module is a compass, not code
• Audience: senior devs + solution architects — respect their experience
• Set expectation: decisions first, code starts Module 4
• Time: 25 min total — keep it moving
• Nothing in this module needs a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sentence: 'before you write a line of code, decide which surface to build on'
• Reassure: this module is short (25 min), light on code
• Ask: who's already been sold on a specific approach?
• If hands go up, promise you'll cover fit vs. their situation
• Move quickly — the payoff slides come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three surfaces are complementary, not competitive
• Copilot Studio → makers, business analysts, M365 destinations
• Foundry → developer platform on Azure
• MAF → the SDK your code uses on top of Foundry
• Be explicit: 'if your target audience is makers, this is not your workshop'
• Do not disparage Copilot Studio — it's the right tool for a different job
• This workshop is for the developer audience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Every agent needs three things: Model, Instructions, Tools
• That's true whether you're in Copilot Studio, Foundry, or writing raw MAF code
• What changes across surfaces: how much code you write, who owns the runtime
• Sets up the next slide's IaaS/PaaS/SaaS spectrum
• Pause for questions here — this is where the mental model clicks or doesn't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Piggyback on vocabulary attendees already know
• IaaS = OSS frameworks + containers you run
• PaaS = Foundry Agent Service + MAF (this workshop)
• SaaS = Copilot Studio
• Say clearly: 'this workshop lives in PaaS territory'
• PaaS = you write real code, you don't run the infrastructure
• This slide replaces a bullet list — the visual lands harder, let it breathe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Prevents the #1 anti-pattern: 'everything must be an agent'
• Match complexity to need — not every LLM problem needs orchestration
• Direct LLM call: summarize this doc — cheap, easy to eval
• Single agent w/ tools: iterative work that needs to *do* something
• Multi-agent workflow: distinct roles, hand-offs — costly, new failure modes
• Rule: reach for the leftmost pattern that solves the problem
• Ask 2–3 attendees: 'what pattern does your current use case actually need?'
• This connects directly to Day 4 (multi-agent)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only — resist the urge to teach any of these
• Prompt agents / Hosted agents → Module 6 today
• Toolbox → Day 2 (Actions layer)
• Foundry IQ → Day 2 (Knowledge layer)
• Responses API → Module 6 today, deeper in Days 2–3
• Evaluators / tracing → Day 4 and Day 5
• This slide's job: land the vocabulary once so nothing feels new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vocabulary is the key selling point of MAF
• Same primitives (agent, thread, tool, run) in Python and C#
• For attendees coming from SK or AutoGen: acknowledge the lineage
• Say: 'SK is still supported, not the forward path for new work'
• Say: 'AutoGen was the research predecessor to MAF'
• Don't disparage — attendees have shipped code with both
• MAF absorbed the lessons; the surface is cleaner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explicit expectations about scope
• If someone came expecting Copilot Studio depth: not this workshop
• If someone came expecting fine-tuning or model training: not this workshop
• Copilot Studio, SK, AutoGen, LangChain, CrewAI — all out of scope
• Explain why: MAF is the forward direction for production agent code
• Redirect anyone who needs the excluded topics to appropriate resources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the 5-day arc in 60 seconds
• Days 1–3 build on the same 'docs assistant' reference project
• Day 4 turns the single agent into a multi-agent workflow
• Day 5 covers production + capstone kickoff
• Every day maps to the four-layer stack (Module 5)
• Post-workshop: capstone project reviewed 1:1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2026-07-29T22:32:50Z</dcterms:created>
  <dcterms:modified xsi:type="dcterms:W3CDTF">2026-07-29T22:32:50Z</dcterms:modified>
</cp:coreProperties>
</file>