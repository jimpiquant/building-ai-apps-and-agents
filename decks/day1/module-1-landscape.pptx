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stage. Attendees include senior devs and architects who need a compass before hands-on. Emphasize this is decision-first, code-later.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frame. Reassure that this module is short (25 min) and light on code. Set expectation: decisions today, code Module 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Studio and Foundry can be complementary. This workshop = Foundry + MAF. Make it explicit: 'if your target audience is makers, this is not your workshop.'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filter. Pause here for questions — some attendees will have already been sold on Copilot Studio; be respectful, redirect to appropriate resources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only. PromptAgent, HostedAgent, Toolbox, and Foundry IQ each get their own module or day. Don't dive into any of them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'one vocabulary' — attendees coming from SK / AutoGen will spot the lineage. Call SK 'still supported, not the forward path.' Don't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framing. Attendees with adjacent expectations need to know we're not going there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arc. Mention every day builds on the same 'docs assistant' reference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one-line decision framework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— when the maker is the audience and the destination is M365 / Teams. Not covered further.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alone — when you want to build, deploy, and share an agent from a portal with minimal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+ MAF — when you're writing production code and want to control agent construction, orchestration, tools, and evaluation.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 forward we assume Foundry + MAF.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server-hosted agents (PromptAgent, HostedAgent)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(client-side + Foundry-hosted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stack, both hosting styles,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1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2026-07-22T14:54:26Z</dcterms:created>
  <dcterms:modified xsi:type="dcterms:W3CDTF">2026-07-22T14:54:26Z</dcterms:modified>
</cp:coreProperties>
</file>