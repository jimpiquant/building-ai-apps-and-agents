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Terminology-heavy module. Get the words right — these are the actual Foundry Agent Service terms and appear in every future day. All three paths use the Responses API; what changes is where the code runs and how much of the runtime Foundry manages.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 for the module. Reinforce: the Responses API is the shared entry point. What changes across the three paths is where the code lives and who manages the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out: this is Learn's recommended 'start here' path. Zero infrastructure and the fastest way to see an agent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developer path. Emphasize the additive relationship with Path C — Path B code becomes a Hosted agent by packaging, not rewriting.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AIProjectClient.AsAIAgent(...) is C#'s way to write Path B. Python and C# APIs mirror.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C is where Foundry stops being 'model host' and starts being 'agent app host + platform tooling.' Attendees see this in Part C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'why not just run my own container?' Foundry hosts your app runtime AND the tooling around it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each row. Emphasize how Path B is the most portable but requires you to handle endpoint, scaling, identity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whether their scenario fits more than one row — many will. That's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gotchas are the terminology collisions the module was designed to fix. Reinforce.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Anti-lock-in reassurance for the agent code. Foundry-specific *features* remain the coupling — call that out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Module 7 lab kickoff. Attendees should feel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Your code + Responses API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Hosted agent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 or via SDK / REST.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C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+ App Insights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01168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B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C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B, not Path C.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C keeps Foundry-managed features (Toolbox, IQ, portal connections) behind the managed endpoint. Path B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code can be repackaged as a Path C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C)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B.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C.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Stretch: zip your Part B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paths to run an agent,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B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2026-07-22T20:31:33Z</dcterms:created>
  <dcterms:modified xsi:type="dcterms:W3CDTF">2026-07-22T20:31:33Z</dcterms:modified>
</cp:coreProperties>
</file>