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terminology-heavy module. Get the words right — they're the actual MAF vocabulary and appear in every future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choice as scenario-driven. No wrong answer — it's about who owns lifecycle and who consumes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there's no versioning here — you version the code, not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AIProjectClient.AsAIAgent(...) is the .NET client-side pattern; same primitives.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'the P word' collision usually confuses people — clarify PromptAgent is a Foundry-hosted thing, NOT the in-process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difference from PromptAgent in code = no agent_version. Emphasize how small the API delta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each row. Pause on 'versioning' — that's the main reason to pick PromptAgent over HostedAgent.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audience: 'anyone see their scenario fitting more than one row?' Common — good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bullet is the terminology collision we surface all week. If attendees only remember one gotcha, this is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anti-lock-in reassurance. Attendees debating client-side vs. hosted often worry about being trapped; this slide says the choice is reversible for agent code, but Foundry-specific *features* are the actual coupling.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Module 7 (lab kickoff). Attendees should feel prepared.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recap. Confirm no vocabulary confusion before moving to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 · 35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Hosting Styles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vs. Foundry-hosted (PromptAgent and HostedAgent)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an agent can live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Foundry-hosted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the agent in your app code with Agent + a chat client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thread state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 owns the lifecycle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 control over construction, tools, memory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created and configured in the Foundry portal (or via API)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connects to it over the wire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owns the lifecycle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identity across apps and teams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gives you a consistent API for both. You choose based on the scenario, not the SDK.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agent — Python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FoundryChatClient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AzureCliCredential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client=FoundryChatClient(credential=AzureCliCredential()),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name="DocsAssistant",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instructions="You are a helpful docs assistant. Cite sources.",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tools=[...],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agent.run("What is Foundry IQ?")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object lives entirely in your process. Kill the process, kill the thread.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agent — C#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Azure.AI.Projects;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Azure.Identity;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Microsoft.Agents.AI;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 agent = new AIProjectClient(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Uri(endpoint), new DefaultAzureCredential())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.AsAIAgent(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model: model,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"DocsAssistant",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instructions: "You are a helpful docs assistant. Cite sources.");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Console.WriteLine(await agent.RunAsync("What is Foundry IQ?"));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— construct locally, run locally, no persisted server-side identity.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Foundry-hosted, flavor 1 — PromptAgent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versioned, portal-configured agent inside Foundry. Instructions, model, tools, knowledge sources all live on the service.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8412480" cy="24688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AzureCliCredential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FoundryAgent(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project_endpoint="https://&lt;project&gt;.services.ai.azure.com",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agent_name="docs-assistant",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agent_version="1.0",           # PromptAgent is versioned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credential=AzureCliCredential(),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agent.run("What is Foundry IQ?")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PromptAgent when the agent is a shipped artifact your team versions and deploys independently from app code.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Foundry-hosted, flavor 2 — HostedAgent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Foundry-hosted agent without an explicit version number. Slightly simpler; still server-managed.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8412480" cy="24688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AzureCliCredential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FoundryAgent(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project_endpoint="https://&lt;project&gt;.services.ai.azure.com",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agent_name="docs-assistant",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no agent_version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credential=AzureCliCredential(),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agent.run("What is Foundry IQ?")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HostedAgent when you want a shared server-hosted agent but versioning discipline isn't a hard constraint.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at a glance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identity lives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your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Foundry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Foundry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Versioning built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handle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across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(redeploy app)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+ new 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(portal edit)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 off Foundry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 (rough cuts)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library or embedded assistant? → Client-side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used by 3+ apps or teams? → Foundry-hosted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/ auditable agent that needs immutable versions? → PromptAgent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quickly with portal edits? → HostedAgent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match — you can have some client-side and some Foundry-hosted agents in the same app.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gotchas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'PromptAgent = client-side' — wrong. PromptAgent is Foundry-hosted. 'Prompt' sounds lightweight but isn't.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portability — a PromptAgent's configuration is Foundry-specific. Design your app so runtime choice is behind an interface.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credentials — all three use Azure identity; differences are in what the credential authenticates to.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different destinations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MAF agent you write on your laptop is portable. The hosting decision is separable from the agent 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on your laptop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from a terminal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in VS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round-trip for logic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880360"/>
            <a:ext cx="128016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0040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MAF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rewrite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783080"/>
            <a:ext cx="3840480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a PromptAgent or HostedAgent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560320"/>
            <a:ext cx="3840480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or AKS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container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337560"/>
            <a:ext cx="3840480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or HTTP triggers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evaluate locally first — then pick a hosting destination.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Foundry-specific features (PromptAgent versioning, IQ, portal connections) remain hosted-only.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 in the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build a client-side agent in your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connect to a Foundry PromptAgent you create in the portal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(bonus) — connect to a Foundry HostedAgent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responses, thread persistence, and where each configuration lives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three hosting styles. You'll feel the trade-offs.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agents live in your process; Foundry-hosted agents live in Foundry.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Foundry-hosted has two flavors: PromptAgent (versioned) and HostedAgent (non-versioned).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based on who owns lifecycle and who consumes the agent — not the SDK.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matters. Use the exact MAF terms.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walkthrough and environment check.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Publix Workshop — Building AI Apps and Agents</dc:creator>
  <cp:lastModifiedBy>Publix Workshop — Building AI Apps and Agents</cp:lastModifiedBy>
  <cp:revision>1</cp:revision>
  <dcterms:created xsi:type="dcterms:W3CDTF">2026-07-22T17:04:49Z</dcterms:created>
  <dcterms:modified xsi:type="dcterms:W3CDTF">2026-07-22T17:04:49Z</dcterms:modified>
</cp:coreProperties>
</file>