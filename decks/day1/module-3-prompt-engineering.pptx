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second-shortest module of Day 1. Don't over-invest — attendees will be doing prompting all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it: 'prompts are everywhere in agents.' The engineering discipline stays; the surface area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labeled sections is a good default. Show real examples during content review if time permits.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senior devs perk up. Ask if anyone has hit these before — usually a few nods.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techniques appear again — structure is used every day; structured outputs deepens Day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hard on 'change one thing.' Attendees will conflate multiple edits and be surprised the eval doesn't tell them what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PromptAgent, the instructions live in the portal as a versioned artifact — set up in Module 6, seen again Part B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point most attendees haven't internalized — MAF sends every tool docstring to the model. Docstring quality = model tool-use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2026-07-22T16:39:51Z</dcterms:created>
  <dcterms:modified xsi:type="dcterms:W3CDTF">2026-07-22T16:39:51Z</dcterms:modified>
</cp:coreProperties>
</file>