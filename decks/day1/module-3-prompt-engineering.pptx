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second-shortest module of Day 1 — 25 min
• Don't over-invest — attendees will be doing prompting all week
• Goal: acknowledge that prompting still matters, teach the disciplines that matter most, move on
• If you run over 25 min, cut the anti-patterns slide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module in one line: 'agents don't kill prompt engineering, they concentrate it'
• Prompts are now everywhere in your codebase, not just chat
• System prompts / instructions
• Tool descriptions (the model reads every docstring)
• Structured output schemas (field names + docstrings are prompts too)
• Discipline stays. Surface area gets bigger.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labeled sections is a strong default for a system prompt
•   1. Role and scope
•   2. How to respond (tone, length, format, 'I don't know')
•   3. How to use tools (when, which, what to do with the result)
•   4. Boundaries and safety (refusals, privacy, tenant scope)
• Keep it under ~500 words
• If longer, ask: 'should this be a tool or a knowledge source instead?'
• If time permits, walk through the docs-assistant instructions from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where senior devs perk up — they've hit these
• Ask: 'anyone recognize one of these from a past project?' (usually a few nods)
• Wall of rules: the more you list, the more the model ignores at least one
• Example dump in system prompt: move to few-shot messages
• Prompting the wrong layer: 'search the docs' is a tool call, not a prompt
• Vague identity: every model already thinks it's helpful — be specific
• Forgetting the audience: an engineer's prompt ≠ a store associate's prompt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techniques worth investing in this week:
•   1. Structured instructions — labeled sections beat prose walls
•   2. Explicit output contracts — tell the model exactly what shape
• Structure lands every day this week
• Structured outputs (typed models) deepens on Day 3
• Best practice: define the shape, don't ask for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iteration loop is the most important slide in this module
• 5 steps: eval set → run → read failures → change ONE thing → rerun
• Push hard on 'change one thing'
• Attendees will conflate multiple edits, then can't tell what worked
• The habit starts today — Day 2 (retrieval eval) and Day 4 (workflow eval) reinforce
• Show: 'don't tune prompts in your head'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a client-side / Path C agent, instructions live in your code (this slide)
• For a Prompt agent (Path A, Module 6), instructions live in the portal
• For a Hosted agent (Path B), instructions live in your code but Foundry runs it
• Either way: write instructions with structure, not prose
• Attendees see all three variants in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point most attendees haven't internalized
• MAF sends EVERY tool docstring to the model as part of the prompt
• Bad docstring = model calls the wrong tool at the wrong time
• Good docstring reads like a mini-prompt: what it does, when to use it, when NOT to use it
• Show the create_ticket example — walk through what makes each line necessary
• This is a Day 3 topic really, but planting it now pays off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 and move on. Prompt engineering is a discipline we practice all week, not one we teach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parts that still matter when you're building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make prompt engineering obsolete — they concentrate it.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— the system prompt that defines behavior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the model reads to decide when to call something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schemas whose field names and docstrings are prompts too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Sloppy prompts here cascade through your whole workflow.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good system prompt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 — who the agent is, what it may and may not help with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respond — tone, length, format, when to say 'I don't know'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tools — when to call which tool, and what to do with the result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 and safety — refusals, privacy, tenant scope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~500 words. Longer often means tools or knowledge should be doing the work instead.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 of rules — 40 numbered 'do not' statements. Something always gets violated.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 dump — ten worked examples in the system prompt. Move to few-shot messages.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the wrong layer — 'search the docs for X' is a tool call, not a system-prompt line.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identity — 'you are a helpful assistant.' Every model already thinks that.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audience — a prompt for engineers looks different than one for associates.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techniques worth investing 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Structured instructions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Explicit output contracts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labeled sections beat a wall of paragraphs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attend better to ## Role / ## Rules / ## Output format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structure helps you diff prompts across versions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model exactly what shape you want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yet — use structured outputs (typed models —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 enforced, not requested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small eval set (5–20 realistic inputs with expected behaviors)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current prompt against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see this loop again on Day 2 (retrieval eval) and Day 4 (workflow eval). The habit starts today.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inside MAF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Role\n"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"You are a technical documentation assistant.\n\n"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Rules\n"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Cite sources for factual claims.\n"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Say 'I don't know' when you don't.\n"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are prompts too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that needs a human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engineer to resolve. Do NOT use for questions you can answer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documentation. Priority must be one of low, med, high.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docstrings = the model calls the wrong tool at the wrong time.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still matter — you'll just write fewer of them, more carefully.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&gt; prose. Contracts &gt; pleas.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against an eval set, not intuition.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instruction, tool docstring, and output schema is a prompt.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 — the core primitives you'll use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2026-07-23T22:59:38Z</dcterms:created>
  <dcterms:modified xsi:type="dcterms:W3CDTF">2026-07-23T22:59:38Z</dcterms:modified>
</cp:coreProperties>
</file>