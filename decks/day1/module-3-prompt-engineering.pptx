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Renamed 2026-08-19: was 'Prompt Engineering Fundamentals', now covers full context engineering
• Time bumped from 25 min to 30 min to accommodate the four new context slides
• Original prompt-engineering content is unchanged — 4 new slides inserted mid-module
• Goal: acknowledge that prompting still matters, teach the disciplines that matter most, then broaden to everything in the context window
• If you run over 30 min, cut the anti-patterns slide OR the tradeoffs slide (but keep the tools-vs-providers distinction)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module in one line: 'agents don't kill prompt engineering, they concentrate it'
• Prompts are now everywhere in your codebase, not just chat
• System prompts / instructions
• Tool descriptions (the model reads every docstring)
• Structured output schemas (field names + docstrings are prompts too)
• Discipline stays. Surface area gets bigger.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Four labeled sections is a strong default for a system prompt
•   1. Role and scope
•   2. How to respond (tone, length, format, 'I don't know')
•   3. How to use tools (when, which, what to do with the result)
•   4. Boundaries and safety (refusals, privacy, tenant scope)
• Keep it under ~500 words
• If longer, ask: 'should this be a tool or a knowledge source instead?'
• If time permits, walk through the docs-assistant instructions from the lab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where senior devs perk up — they've hit these
• Ask: 'anyone recognize one of these from a past project?' (usually a few nods)
• Wall of rules: the more you list, the more the model ignores at least one
• Example dump in system prompt: move to few-shot messages
• Prompting the wrong layer: 'search the docs' is a tool call, not a prompt
• Vague identity: every model already thinks it's helpful — be specific
• Forgetting the audience: an engineer's prompt ≠ a store associate's prompt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techniques worth investing in this week:
•   1. Structured instructions — labeled sections beat prose walls
•   2. Explicit output contracts — tell the model exactly what shape
• Structure lands through the rest of the workshop
• Structured outputs (typed models) deepens on Day 3
• Best practice: define the shape, don't ask for 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NEW 2026-08-19: framing slide that broadens Module 3 beyond just system prompts
• The system prompt is important — but it's ~10% of what the model sees
• The rest — history, tool outputs, retrieved chunks, injected context — is where real engineering happens
• Set up the tools-vs-providers slide next
• Anchor: 'if you only tune the system prompt, you're missing 90% of the surface area'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killer distinction of this module — memorize this table
• Tools are reactive; context providers are proactive
• Both are legitimate; the choice is about pattern not preference
• Common failure: teams stuff everything into system prompt because they don't know providers exist
• Common failure #2: teams write a 'tool' for something that should be a provider — costs latency + inconsistency
• The rule of thumb is a direct quote from the Learn doc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Adapt Learn's ASCII lifecycle diagram to real shapes
• Two hook points: BEFORE (inject) and AFTER (extract)
• This is a critical mental model — walk through one full turn aloud:
•   1. User asks 'what's the return policy?'
•   2. BEFORE: history provider adds last 3 turns; RAG provider searches for 'return policy' chunks
•   3. Model gets all of that + the question, generates 'You can return items within 30 days...'
•   4. AFTER: history provider saves both messages; memory provider might note the user asked about returns
• Register once; automatic every run
• Day 3 and Day 5 build on this pattern — memory, tracing, evaluation all hook into these phases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DEMO 3.2 · ~4 min
• Split terminal, left = tool_path.py, right = provider_path.py
• Same question: 'What is my most recent order?'
• Left: model reasons, calls get_user_orders, ~2-4s round trip
• Right: provider already injected the data — ~1-2s straight to answer
• Read both elapsed times aloud from the printed output
• Fallback: pre-recorded video at demos/day1/recordings/module3-demo2-tool-vs-provider.mp4
• Payoff line: 'Always-needed data goes in a provider. Sometimes-needed data is a tool.'
• PRE-DELIVERY CHECK: verify ChatContextProvider / before_invoke API against current Learn docs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Direct from Learn's Considerations table
• Read each row and give a real-world example:
•   Token budget: 'I had a customer whose RAG returned 8K tokens per turn — the actual conversation didn't fit'
•   Latency: 'if your provider hits a slow DB, every turn is now that slow'
•   Relevance: 'more chunks isn't better — noise crowds out signal in the ranking'
•   Staleness: 'user profile was cached at agent creation; six months later, still saying they lived in Boston'
•   Composability: 'RAG returned the answer; history had a wrong claim from 3 turns ago; model believed history'
• Compaction as escape valve — pointer to Day 3
• This slide lands the 'engineering' word in context engineering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iteration loop is the most important slide in this module
• 5 steps: eval set → run → read failures → change ONE thing → rerun
• Push hard on 'change one thing'
• Attendees will conflate multiple edits, then can't tell what worked
• The habit starts today — Day 2 (retrieval eval) and Day 4 (workflow eval) reinforce
• Show: 'don't tune prompts in your head'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For a client-side / Path C agent, instructions live in your code (this slide)
• For a Prompt agent (Path A, Module 6), instructions live in the portal
• For a Hosted agent (Path B), instructions live in your code but Foundry runs it
• Either way: write instructions with structure, not prose
• Attendees see all three variants in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point most attendees haven't internalized
• MAF sends EVERY tool docstring to the model as part of the prompt
• Bad docstring = model calls the wrong tool at the wrong time
• Good docstring reads like a mini-prompt: what it does, when to use it, when NOT to use it
• Show the create_ticket example — walk through what makes each line necessary
• This is a Day 3 topic really, but planting it now pays off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and move on. Prompt engineering is a discipline we practice all week, not one we teach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30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&amp; Context Engineering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that goes into the model on every turn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don't make prompt engineering obsolete — they concentrate it.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65760" y="1737360"/>
            <a:ext cx="8412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— the system prompt that defines behavior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the model reads to decide when to call something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output schemas whose field names and docstrings are prompts too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Sloppy prompts here cascade through your whole workflow.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good system prompt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 and scope — who the agent is, what it may and may not help with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respond — tone, length, format, when to say 'I don't know'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tools — when to call which tool, and what to do with the result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Boundaries and safety — refusals, privacy, tenant scope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148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~500 words. Longer often means tools or knowledge should be doing the work instead.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Anti-patterns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 of rules — 40 numbered 'do not' statements. Something always gets violated.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example dump — ten worked examples in the system prompt. Move to few-shot messages.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Prompting the wrong layer — 'search the docs for X' is a tool call, not a system-prompt line.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identity — 'you are a helpful assistant.' Every model already thinks that.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audience — a prompt for engineers looks different than one for associates.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techniques worth investing in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Structured instructions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Explicit output contracts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Short, labeled sections beat a wall of paragraphs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attend better to ## Role / ## Rules / ## Output format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structure helps you diff prompts across versions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model exactly what shape you want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yet — use structured outputs (typed models —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shape is enforced, not requested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actually in the context window?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are one input. On every turn the model actually sees: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instructions — the agent's persona, rules, output format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message — what the human just typed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history — prior turns, the multi-turn memory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outputs — results from any tool the model called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documents — chunks pulled from RAG / Foundry IQ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Injected context — anything a context provider added (user profile, time, memory)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20624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prompt is what you write once. Everything else is what you have to design. That's context engineering.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493776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Microsoft Learn · aka.ms/agent-framework/journey/adding-context-providers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get information into the model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everything belongs in the prompt. MAF gives you two distinct mechanisms: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383280"/>
                <a:gridCol w="36576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Context providers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Reactive — model decides when to call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Proactive — runs on 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Model-driven (which tool, when,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Developer-driven (always available)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must judge tool 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as part of the prompt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On-demand actions and lookups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Always-present context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when the tool is called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invocation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754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the agent should have this info every single time, use a provider. If only when relevant, use a tool.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context lifecycle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agent.run(...) call has three phases. Context providers hook into the first and third.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17320"/>
            <a:ext cx="6583680" cy="105156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417320" y="14630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RUN — providers inject context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17320" y="173736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loads past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retrieves relevant facts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RAG provider searches knowledge base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injects user profile, time, location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34840" y="248716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788920"/>
            <a:ext cx="6583680" cy="640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17320" y="27889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CORE — model sees input + all injected context, generates response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434840" y="3447288"/>
            <a:ext cx="274320" cy="201168"/>
          </a:xfrm>
          <a:prstGeom prst="downArrow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80160" y="3749040"/>
            <a:ext cx="6583680" cy="914400"/>
          </a:xfrm>
          <a:prstGeom prst="rect">
            <a:avLst/>
          </a:prstGeom>
          <a:solidFill>
            <a:srgbClr val="CADC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417320" y="3794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RUN — providers process the response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417320" y="406908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History provider saves new messages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Memory provider extracts facts to remember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 provider updates session state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5760" y="4892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register providers once when creating the agent. They participate in every invocation.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521208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aka.ms/agent-framework/journey/adding-context-providers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vs. context provider — which fires when?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same question, two configurations. Left pane wires get_user_orders as a tool — model decides to call, latency shows. Right pane injects the same data via a context provider — data was already in the prompt, answer is instant. Latency delta + reasoning delta prove the tools-vs-providers distinction.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demos/day1/module-3-demo-2-tool-vs-provider.md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tradeoffs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context isn't automatically better. Five things to design for: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63093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Consideration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can go wrong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 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Injected context consumes tokens every turn. Unbounded → truncation, important info lost.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latency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Providers hitting DBs / search / APIs add latency to every call. Cache, pool, async.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Relevance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Irrelevant context doesn't just waste tokens — it degrades responses by diluting signal.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Staleness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Cached or preloaded context goes stale. Design refresh cadence deliberately.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Multiple providers writing the same window interact unexpectedly. Test them together.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8920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(summarizing older history) is the escape valve when context grows. Day 3 memory module covers it.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loop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small eval set (5–20 realistic inputs with expected behaviors)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current prompt against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failures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Rerun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see this loop again on Day 2 (retrieval eval) and Day 4 (workflow eval). The habit starts today.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inside MAF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474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Role\n"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"You are a technical documentation assistant.\n\n"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"## Rules\n"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Cite sources for factual claims.\n"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"- Say 'I don't know' when you don't.\n"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descriptions are prompts too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@tool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create_ticket(title: str, body: str, priority: str) -&gt; str: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"""Create a support ticket.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 this when the user reports a problem that needs a human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engineer to resolve. Do NOT use for questions you can answer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from documentation. Priority must be one of low, med, high.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"""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...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docstrings = the model calls the wrong tool at the wrong time.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 still matter — you'll just write fewer of them, more carefully.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&gt; prose. Contracts &gt; pleas.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against an eval set, not intuition.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instruction, tool docstring, and output schema is a prompt.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101 — the core primitives you'll use through the rest of the workshop.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2026-08-19T21:06:58Z</dcterms:created>
  <dcterms:modified xsi:type="dcterms:W3CDTF">2026-08-19T21:06:58Z</dcterms:modified>
</cp:coreProperties>
</file>