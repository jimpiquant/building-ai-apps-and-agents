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second-shortest module of Day 1. Don't over-invest — attendees will be doing prompting all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it: 'prompts are everywhere in agents.' The engineering discipline stays; the surface area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labeled sections is a good default. Show real examples during content review if time permits.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senior devs perk up. Ask if anyone has hit these before — usually a few nods.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techniques appear again — structure is used every day; structured outputs deepens Day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hard on 'change one thing.' Attendees will conflate multiple edits and be surprised the eval doesn't tell them what worked.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PromptAgent, the instructions live in the portal as a versioned artifact — set up in Module 6, seen again Part B of the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point most attendees haven't internalized — MAF sends every tool docstring to the model. Docstring quality = model tool-use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recap and move on. Prompt engineering is a discipline we practice all week, not one we teach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3 · 25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Fundamentals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that still matter when you're building agents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module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don't make prompt engineering obsolete — they concentrate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— the system prompt that defines behavior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the model reads to decide when to call something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schemas whose field names and docstrings are prompts too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Sloppy prompts here cascade through your whole workflow.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good system prompt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scope — who the agent is, what it may and may not help with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respond — tone, length, format, when to say 'I don't know'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tools — when to call which tool, and what to do with the result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and safety — refusals, privacy, tenant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~500 words. Longer often means tools or knowledge should be doing the work instead.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 of rules — 40 numbered 'do not' statements. Something always gets violated.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 dump — ten worked examples in the system prompt. Move to few-shot messages.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the wrong layer — 'search the docs for X' is a tool call, not a system-prompt line.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identity — 'you are a helpful assistant.' Every model already thinks that.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audience — a prompt for engineers looks different than one for associates.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techniques worth investing 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Structured instructions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709160" y="10972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Explicit output contracts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labeled sections beat a wall of paragraphs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attend better to ## Role / ## Rules / ## Output format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structure helps you diff prompts across versions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554480"/>
            <a:ext cx="4069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exactly what shape you want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yet — use structured outputs (typed models — Day 3)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is enforced, not requested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small eval set (5–20 realistic inputs with expected behaviors)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current prompt against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failures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this loop again on Day 2 (retrieval eval) and Day 4 (workflow eval). The habit starts today.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inside MAF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FoundryChatClient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AzureCliCredential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client=FoundryChatClient(credential=AzureCliCredential()),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name="DocsAssistant",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instructions=(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"## Role\n"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"You are a technical documentation assistant.\n\n"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"## Rules\n"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 Cite sources for factual claims.\n"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"- Say 'I don't know' when you don't.\n"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descriptions are prompts too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2004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create_ticket(title: str, body: str, priority: str) -&gt; str: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"""Create a support ticket.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 this when the user reports a problem that needs a human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engineer to resolve. Do NOT use for questions you can answer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documentation. Priority must be one of low, med, high.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docstrings = the model calls the wrong tool at the wrong time.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still matter — you'll just write fewer of them, more carefully.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&gt; prose. Contracts &gt; pleas.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against an eval set, not intuition.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instruction, tool docstring, and output schema is a prompt.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101 — the core primitives you'll use every day this week.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Publix Workshop — Building AI Apps and Agents</dc:creator>
  <cp:lastModifiedBy>Publix Workshop — Building AI Apps and Agents</cp:lastModifiedBy>
  <cp:revision>1</cp:revision>
  <dcterms:created xsi:type="dcterms:W3CDTF">2026-07-22T17:04:49Z</dcterms:created>
  <dcterms:modified xsi:type="dcterms:W3CDTF">2026-07-22T17:04:49Z</dcterms:modified>
</cp:coreProperties>
</file>