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PromptAgent, the instructions live in the portal as a versioned artifact — set up in Module 6, seen again Part B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