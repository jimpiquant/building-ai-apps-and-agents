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Prompt agent, the instructions live in the portal as a versioned artifact — set up in Module 6, seen again in Part A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