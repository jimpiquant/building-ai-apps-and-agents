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Renamed 2026-08-19: was 'Prompt Engineering Fundamentals', now covers full context engineering
• Time bumped from 25 min to 30 min to accommodate the four new context slides
• Original prompt-engineering content is unchanged — 4 new slides inserted mid-module
• Goal: acknowledge that prompting still matters, teach the disciplines that matter most, then broaden to everything in the context window
• If you run over 30 min, cut the anti-patterns slide OR the tradeoffs slide (but keep the tools-vs-providers distinction)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through the rest of the workshop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framing slide that broadens Module 3 beyond just system prompts
• The system prompt is important — but it's ~10% of what the model sees
• The rest — history, tool outputs, retrieved chunks, injected context — is where real engineering happens
• Set up the tools-vs-providers slide next
• Anchor: 'if you only tune the system prompt, you're missing 90% of the surface area'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killer distinction of this module — memorize this table
• Tools are reactive; context providers are proactive
• Both are legitimate; the choice is about pattern not preference
• Common failure: teams stuff everything into system prompt because they don't know providers exist
• Common failure #2: teams write a 'tool' for something that should be a provider — costs latency + inconsistency
• The rule of thumb is a direct quote from the Learn 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Adapt Learn's ASCII lifecycle diagram to real shapes
• Two hook points: BEFORE (inject) and AFTER (extract)
• This is a critical mental model — walk through one full turn aloud:
•   1. User asks 'what's the return policy?'
•   2. BEFORE: history provider adds last 3 turns; RAG provider searches for 'return policy' chunks
•   3. Model gets all of that + the question, generates 'You can return items within 30 days...'
•   4. AFTER: history provider saves both messages; memory provider might note the user asked about returns
• Register once; automatic every run
• Day 3 and Day 5 build on this pattern — memory, tracing, evaluation all hook into these phases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3.2 · ~4 min
• Split terminal, left = tool_path.py, right = provider_path.py
• Same question: 'What is my most recent order?'
• Left: model reasons, calls get_user_orders, ~2-4s round trip
• Right: provider already injected the data — ~1-2s straight to answer
• Read both elapsed times aloud from the printed output
• Fallback: pre-recorded video at demos/day1/recordings/module3-demo2-tool-vs-provider.mp4
• Payoff line: 'Always-needed data goes in a provider. Sometimes-needed data is a tool.'
• PRE-DELIVERY CHECK: verify ChatContextProvider / before_invoke API against current Learn 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from Learn's Considerations table
• Read each row and give a real-world example:
•   Token budget: 'I had a customer whose RAG returned 8K tokens per turn — the actual conversation didn't fit'
•   Latency: 'if your provider hits a slow DB, every turn is now that slow'
•   Relevance: 'more chunks isn't better — noise crowds out signal in the ranking'
•   Staleness: 'user profile was cached at agent creation; six months later, still saying they lived in Boston'
•   Composability: 'RAG returned the answer; history had a wrong claim from 3 turns ago; model believed history'
• Compaction as escape valve — pointer to Day 3
• This slide lands the 'engineering' word in context engineering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&amp; Context Engineering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goes into the model on every turn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actually in the context window?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one input. On every turn the model actually sees: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instructions — the agent's persona, rules, output format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message — what the human just typed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— prior turns, the multi-turn memory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outputs — results from any tool the model called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— chunks pulled from RAG / Foundry IQ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context — anything a context provider added (user profile, time, memory)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2062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what you write once. Everything else is what you have to design. That's context engineering.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9377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aka.ms/agent-framework/journey/adding-context-providers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get information into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belongs in the prompt. MAF gives you two distinct mechanisms: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providers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Reactive — model decides when to 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Proactive — runs on every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Model-driven (which tool, when,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Developer-driven (always available)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must judge tool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as part of the prompt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 actions and lookups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Always-present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when the tool is called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754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agent should have this info every single time, use a provider. If only when relevant, use a tool.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lifecycle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agent.run(...) call has three phases. Context providers hook into the first and third.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17320"/>
            <a:ext cx="6583680" cy="105156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RUN — providers inject context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provider loads past messages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 provider retrieves relevant facts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RAG provider searches knowledge 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provider injects user profile, time, location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2487168"/>
            <a:ext cx="274320" cy="201168"/>
          </a:xfrm>
          <a:prstGeom prst="downArrow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788920"/>
            <a:ext cx="65836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7889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CORE — model sees input + all injected context, generates response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4840" y="3447288"/>
            <a:ext cx="274320" cy="201168"/>
          </a:xfrm>
          <a:prstGeom prst="downArrow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0160" y="3749040"/>
            <a:ext cx="6583680" cy="91440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37947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 — providers process the response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4069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provider saves new messages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 provider extracts facts to remember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provider updates session state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92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register providers once when creating the agent. They participate in every invocation.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521208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aka.ms/agent-framework/journey/adding-context-providers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vs. context provider — which fires when?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same question, two configurations. Left pane wires get_user_orders as a tool — model decides to call, latency shows. Right pane injects the same data via a context provider — data was already in the prompt, answer is instant. Latency delta + reasoning delta prove the tools-vs-providers distinction.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demos/day1/module-3-demo-2-tool-vs-provider.md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context isn't automatically better. Five things to design for: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309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can go wrong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context consumes tokens every turn. Unbounded → truncation, important info lost.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hitting DBs / search / APIs add latency to every call. Cache, pool, async.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 doesn't just waste tokens — it degrades responses by diluting signal.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Cached or preloaded context goes stale. Design refresh cadence deliberately.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providers writing the same window interact unexpectedly. Test them together.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892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(summarizing older history) is the escape valve when context grows. Day 3 memory module covers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through the rest of the workshop.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