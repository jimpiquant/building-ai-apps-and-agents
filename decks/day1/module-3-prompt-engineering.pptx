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second-shortest module of Day 1 — 25 min
• Don't over-invest — attendees will be doing prompting all week
• Goal: acknowledge that prompting still matters, teach the disciplines that matter most, move on
• If you run over 25 min, cut the anti-patterns slide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every day this week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