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second-shortest module of Day 1 — 25 min
• Don't over-invest — attendees will be doing prompting all week
• Goal: acknowledge that prompting still matters, teach the disciplines that matter most, move on
• If you run over 25 min, cut the anti-patterns slide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in one line: 'agents don't kill prompt engineering, they concentrate it'
• Prompts are now everywhere in your codebase, not just chat
• System prompts / instructions
• Tool descriptions (the model reads every docstring)
• Structured output schemas (field names + docstrings are prompts too)
• Discipline stays. Surface area gets bigger.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labeled sections is a strong default for a system prompt
•   1. Role and scope
•   2. How to respond (tone, length, format, 'I don't know')
•   3. How to use tools (when, which, what to do with the result)
•   4. Boundaries and safety (refusals, privacy, tenant scope)
• Keep it under ~500 words
• If longer, ask: 'should this be a tool or a knowledge source instead?'
• If time permits, walk through the docs-assistant instructions from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where senior devs perk up — they've hit these
• Ask: 'anyone recognize one of these from a past project?' (usually a few nods)
• Wall of rules: the more you list, the more the model ignores at least one
• Example dump in system prompt: move to few-shot messages
• Prompting the wrong layer: 'search the docs' is a tool call, not a prompt
• Vague identity: every model already thinks it's helpful — be specific
• Forgetting the audience: an engineer's prompt ≠ a store associate's prompt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techniques worth investing in this week:
•   1. Structured instructions — labeled sections beat prose walls
•   2. Explicit output contracts — tell the model exactly what shape
• Structure lands every day this week
• Structured outputs (typed models) deepens on Day 3
• Best practice: define the shape, don't ask for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iteration loop is the most important slide in this module
• 5 steps: eval set → run → read failures → change ONE thing → rerun
• Push hard on 'change one thing'
• Attendees will conflate multiple edits, then can't tell what worked
• The habit starts today — Day 2 (retrieval eval) and Day 4 (workflow eval) reinforce
• Show: 'don't tune prompts in your head'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 client-side / Path C agent, instructions live in your code (this slide)
• For a Prompt agent (Path A, Module 6), instructions live in the portal
• For a Hosted agent (Path B), instructions live in your code but Foundry runs it
• Either way: write instructions with structure, not prose
• Attendees see all three variants in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point most attendees haven't internalized
• MAF sends EVERY tool docstring to the model as part of the prompt
• Bad docstring = model calls the wrong tool at the wrong time
• Good docstring reads like a mini-prompt: what it does, when to use it, when NOT to use it
• Show the create_ticket example — walk through what makes each line necessary
• This is a Day 3 topic really, but planting it now pays off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2026-08-10T21:49:39Z</dcterms:created>
  <dcterms:modified xsi:type="dcterms:W3CDTF">2026-08-10T21:49:39Z</dcterms:modified>
</cp:coreProperties>
</file>